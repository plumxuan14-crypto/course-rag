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72" r:id="rId2"/>
    <p:sldMasterId id="2147483660" r:id="rId3"/>
  </p:sldMasterIdLst>
  <p:notesMasterIdLst>
    <p:notesMasterId r:id="rId34"/>
  </p:notesMasterIdLst>
  <p:sldIdLst>
    <p:sldId id="343" r:id="rId4"/>
    <p:sldId id="320" r:id="rId5"/>
    <p:sldId id="282" r:id="rId6"/>
    <p:sldId id="291" r:id="rId7"/>
    <p:sldId id="352" r:id="rId8"/>
    <p:sldId id="353" r:id="rId9"/>
    <p:sldId id="354" r:id="rId10"/>
    <p:sldId id="355" r:id="rId11"/>
    <p:sldId id="328" r:id="rId12"/>
    <p:sldId id="358" r:id="rId13"/>
    <p:sldId id="359" r:id="rId14"/>
    <p:sldId id="356" r:id="rId15"/>
    <p:sldId id="357" r:id="rId16"/>
    <p:sldId id="339" r:id="rId17"/>
    <p:sldId id="360" r:id="rId18"/>
    <p:sldId id="361" r:id="rId19"/>
    <p:sldId id="340" r:id="rId20"/>
    <p:sldId id="364" r:id="rId21"/>
    <p:sldId id="368" r:id="rId22"/>
    <p:sldId id="369" r:id="rId23"/>
    <p:sldId id="370" r:id="rId24"/>
    <p:sldId id="371" r:id="rId25"/>
    <p:sldId id="372" r:id="rId26"/>
    <p:sldId id="373" r:id="rId27"/>
    <p:sldId id="310" r:id="rId28"/>
    <p:sldId id="316" r:id="rId29"/>
    <p:sldId id="317" r:id="rId30"/>
    <p:sldId id="312" r:id="rId31"/>
    <p:sldId id="313" r:id="rId32"/>
    <p:sldId id="287" r:id="rId33"/>
  </p:sldIdLst>
  <p:sldSz cx="12192000" cy="6858000"/>
  <p:notesSz cx="6858000" cy="9144000"/>
  <p:embeddedFontLst>
    <p:embeddedFont>
      <p:font typeface="方正兰亭特黑_GBK" panose="02010600030101010101" charset="-122"/>
      <p:regular r:id="rId35"/>
    </p:embeddedFont>
    <p:embeddedFont>
      <p:font typeface="Agency FB" panose="020B0503020202020204" pitchFamily="34" charset="0"/>
      <p:regular r:id="rId36"/>
      <p:bold r:id="rId37"/>
    </p:embeddedFont>
    <p:embeddedFont>
      <p:font typeface="Bell MT" panose="02020503060305020303" pitchFamily="18" charset="0"/>
      <p:regular r:id="rId38"/>
      <p:bold r:id="rId39"/>
      <p:italic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黑体" panose="02010609060101010101" pitchFamily="49" charset="-122"/>
      <p:regular r:id="rId45"/>
    </p:embeddedFont>
    <p:embeddedFont>
      <p:font typeface="华文楷体" panose="02010600040101010101" pitchFamily="2" charset="-122"/>
      <p:regular r:id="rId46"/>
    </p:embeddedFont>
    <p:embeddedFont>
      <p:font typeface="楷体" panose="02010609060101010101" pitchFamily="49" charset="-122"/>
      <p:regular r:id="rId47"/>
    </p:embeddedFont>
    <p:embeddedFont>
      <p:font typeface="隶书" panose="02010509060101010101" pitchFamily="49" charset="-122"/>
      <p:regular r:id="rId48"/>
    </p:embeddedFont>
    <p:embeddedFont>
      <p:font typeface="微软雅黑" panose="020B0503020204020204" pitchFamily="34" charset="-122"/>
      <p:regular r:id="rId49"/>
      <p:bold r:id="rId50"/>
    </p:embeddedFont>
    <p:embeddedFont>
      <p:font typeface="幼圆" panose="02010509060101010101" pitchFamily="49" charset="-122"/>
      <p:regular r:id="rId51"/>
    </p:embeddedFont>
  </p:embeddedFontLst>
  <p:defaultTextStyle>
    <a:defPPr>
      <a:defRPr lang="zh-CN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4807"/>
    <a:srgbClr val="FFFFFF"/>
    <a:srgbClr val="996633"/>
    <a:srgbClr val="993300"/>
    <a:srgbClr val="FFCCCC"/>
    <a:srgbClr val="FFFF66"/>
    <a:srgbClr val="C98A0D"/>
    <a:srgbClr val="BC810C"/>
    <a:srgbClr val="990000"/>
    <a:srgbClr val="6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Objects="1">
      <p:cViewPr varScale="1">
        <p:scale>
          <a:sx n="91" d="100"/>
          <a:sy n="91" d="100"/>
        </p:scale>
        <p:origin x="32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5.fntdata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10.fntdata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5.xml"/><Relationship Id="rId51" Type="http://schemas.openxmlformats.org/officeDocument/2006/relationships/font" Target="fonts/font17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7.xml"/><Relationship Id="rId41" Type="http://schemas.openxmlformats.org/officeDocument/2006/relationships/font" Target="fonts/font7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82B81-E7B1-4204-83D2-E3CBFD82535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10CCC-753D-47EB-A43C-55FB8AE19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501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10CCC-753D-47EB-A43C-55FB8AE1975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202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10CCC-753D-47EB-A43C-55FB8AE1975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567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B6DDC-734F-451D-995A-C4AD6D19741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315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B6DDC-734F-451D-995A-C4AD6D19741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804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B6DDC-734F-451D-995A-C4AD6D19741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264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B6DDC-734F-451D-995A-C4AD6D19741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934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B6DDC-734F-451D-995A-C4AD6D19741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84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287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065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83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3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3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61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3" y="1535113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3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8" y="1535113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99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0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823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11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5" y="273060"/>
            <a:ext cx="681566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11" y="1435104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04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46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162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7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7"/>
            <a:ext cx="2743200" cy="4387851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7"/>
            <a:ext cx="8026400" cy="43878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583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947031" y="1816363"/>
            <a:ext cx="3990526" cy="3761160"/>
          </a:xfrm>
          <a:custGeom>
            <a:avLst/>
            <a:gdLst>
              <a:gd name="connsiteX0" fmla="*/ 2036793 w 3990526"/>
              <a:gd name="connsiteY0" fmla="*/ 226 h 3761160"/>
              <a:gd name="connsiteX1" fmla="*/ 2388170 w 3990526"/>
              <a:gd name="connsiteY1" fmla="*/ 266867 h 3761160"/>
              <a:gd name="connsiteX2" fmla="*/ 3130674 w 3990526"/>
              <a:gd name="connsiteY2" fmla="*/ 3329849 h 3761160"/>
              <a:gd name="connsiteX3" fmla="*/ 2873712 w 3990526"/>
              <a:gd name="connsiteY3" fmla="*/ 3751255 h 3761160"/>
              <a:gd name="connsiteX4" fmla="*/ 2452306 w 3990526"/>
              <a:gd name="connsiteY4" fmla="*/ 3494294 h 3761160"/>
              <a:gd name="connsiteX5" fmla="*/ 1709802 w 3990526"/>
              <a:gd name="connsiteY5" fmla="*/ 431311 h 3761160"/>
              <a:gd name="connsiteX6" fmla="*/ 1966764 w 3990526"/>
              <a:gd name="connsiteY6" fmla="*/ 9905 h 3761160"/>
              <a:gd name="connsiteX7" fmla="*/ 2036793 w 3990526"/>
              <a:gd name="connsiteY7" fmla="*/ 226 h 3761160"/>
              <a:gd name="connsiteX8" fmla="*/ 1186844 w 3990526"/>
              <a:gd name="connsiteY8" fmla="*/ 226 h 3761160"/>
              <a:gd name="connsiteX9" fmla="*/ 1538222 w 3990526"/>
              <a:gd name="connsiteY9" fmla="*/ 266867 h 3761160"/>
              <a:gd name="connsiteX10" fmla="*/ 2280726 w 3990526"/>
              <a:gd name="connsiteY10" fmla="*/ 3329849 h 3761160"/>
              <a:gd name="connsiteX11" fmla="*/ 2023764 w 3990526"/>
              <a:gd name="connsiteY11" fmla="*/ 3751256 h 3761160"/>
              <a:gd name="connsiteX12" fmla="*/ 1602358 w 3990526"/>
              <a:gd name="connsiteY12" fmla="*/ 3494293 h 3761160"/>
              <a:gd name="connsiteX13" fmla="*/ 859854 w 3990526"/>
              <a:gd name="connsiteY13" fmla="*/ 431311 h 3761160"/>
              <a:gd name="connsiteX14" fmla="*/ 1116816 w 3990526"/>
              <a:gd name="connsiteY14" fmla="*/ 9905 h 3761160"/>
              <a:gd name="connsiteX15" fmla="*/ 1186844 w 3990526"/>
              <a:gd name="connsiteY15" fmla="*/ 226 h 3761160"/>
              <a:gd name="connsiteX16" fmla="*/ 336895 w 3990526"/>
              <a:gd name="connsiteY16" fmla="*/ 226 h 3761160"/>
              <a:gd name="connsiteX17" fmla="*/ 688273 w 3990526"/>
              <a:gd name="connsiteY17" fmla="*/ 266868 h 3761160"/>
              <a:gd name="connsiteX18" fmla="*/ 1430777 w 3990526"/>
              <a:gd name="connsiteY18" fmla="*/ 3329849 h 3761160"/>
              <a:gd name="connsiteX19" fmla="*/ 1173816 w 3990526"/>
              <a:gd name="connsiteY19" fmla="*/ 3751256 h 3761160"/>
              <a:gd name="connsiteX20" fmla="*/ 752409 w 3990526"/>
              <a:gd name="connsiteY20" fmla="*/ 3494294 h 3761160"/>
              <a:gd name="connsiteX21" fmla="*/ 9905 w 3990526"/>
              <a:gd name="connsiteY21" fmla="*/ 431312 h 3761160"/>
              <a:gd name="connsiteX22" fmla="*/ 266867 w 3990526"/>
              <a:gd name="connsiteY22" fmla="*/ 9906 h 3761160"/>
              <a:gd name="connsiteX23" fmla="*/ 336895 w 3990526"/>
              <a:gd name="connsiteY23" fmla="*/ 226 h 3761160"/>
              <a:gd name="connsiteX24" fmla="*/ 2886741 w 3990526"/>
              <a:gd name="connsiteY24" fmla="*/ 225 h 3761160"/>
              <a:gd name="connsiteX25" fmla="*/ 3238118 w 3990526"/>
              <a:gd name="connsiteY25" fmla="*/ 266867 h 3761160"/>
              <a:gd name="connsiteX26" fmla="*/ 3980622 w 3990526"/>
              <a:gd name="connsiteY26" fmla="*/ 3329849 h 3761160"/>
              <a:gd name="connsiteX27" fmla="*/ 3723660 w 3990526"/>
              <a:gd name="connsiteY27" fmla="*/ 3751256 h 3761160"/>
              <a:gd name="connsiteX28" fmla="*/ 3302254 w 3990526"/>
              <a:gd name="connsiteY28" fmla="*/ 3494294 h 3761160"/>
              <a:gd name="connsiteX29" fmla="*/ 2559750 w 3990526"/>
              <a:gd name="connsiteY29" fmla="*/ 431312 h 3761160"/>
              <a:gd name="connsiteX30" fmla="*/ 2816712 w 3990526"/>
              <a:gd name="connsiteY30" fmla="*/ 9905 h 3761160"/>
              <a:gd name="connsiteX31" fmla="*/ 2886741 w 3990526"/>
              <a:gd name="connsiteY31" fmla="*/ 225 h 376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990526" h="3761160">
                <a:moveTo>
                  <a:pt x="2036793" y="226"/>
                </a:moveTo>
                <a:cubicBezTo>
                  <a:pt x="2199019" y="-5614"/>
                  <a:pt x="2348436" y="102956"/>
                  <a:pt x="2388170" y="266867"/>
                </a:cubicBezTo>
                <a:lnTo>
                  <a:pt x="3130674" y="3329849"/>
                </a:lnTo>
                <a:cubicBezTo>
                  <a:pt x="3176084" y="3517176"/>
                  <a:pt x="3061039" y="3705845"/>
                  <a:pt x="2873712" y="3751255"/>
                </a:cubicBezTo>
                <a:cubicBezTo>
                  <a:pt x="2686386" y="3796666"/>
                  <a:pt x="2497716" y="3681620"/>
                  <a:pt x="2452306" y="3494294"/>
                </a:cubicBezTo>
                <a:lnTo>
                  <a:pt x="1709802" y="431311"/>
                </a:lnTo>
                <a:cubicBezTo>
                  <a:pt x="1664392" y="243985"/>
                  <a:pt x="1779437" y="55315"/>
                  <a:pt x="1966764" y="9905"/>
                </a:cubicBezTo>
                <a:cubicBezTo>
                  <a:pt x="1990180" y="4229"/>
                  <a:pt x="2013617" y="1060"/>
                  <a:pt x="2036793" y="226"/>
                </a:cubicBezTo>
                <a:close/>
                <a:moveTo>
                  <a:pt x="1186844" y="226"/>
                </a:moveTo>
                <a:cubicBezTo>
                  <a:pt x="1349071" y="-5614"/>
                  <a:pt x="1498488" y="102957"/>
                  <a:pt x="1538222" y="266867"/>
                </a:cubicBezTo>
                <a:lnTo>
                  <a:pt x="2280726" y="3329849"/>
                </a:lnTo>
                <a:cubicBezTo>
                  <a:pt x="2326136" y="3517175"/>
                  <a:pt x="2211090" y="3705845"/>
                  <a:pt x="2023764" y="3751256"/>
                </a:cubicBezTo>
                <a:cubicBezTo>
                  <a:pt x="1836438" y="3796666"/>
                  <a:pt x="1647768" y="3681620"/>
                  <a:pt x="1602358" y="3494293"/>
                </a:cubicBezTo>
                <a:lnTo>
                  <a:pt x="859854" y="431311"/>
                </a:lnTo>
                <a:cubicBezTo>
                  <a:pt x="814444" y="243986"/>
                  <a:pt x="929489" y="55315"/>
                  <a:pt x="1116816" y="9905"/>
                </a:cubicBezTo>
                <a:cubicBezTo>
                  <a:pt x="1140232" y="4229"/>
                  <a:pt x="1163668" y="1060"/>
                  <a:pt x="1186844" y="226"/>
                </a:cubicBezTo>
                <a:close/>
                <a:moveTo>
                  <a:pt x="336895" y="226"/>
                </a:moveTo>
                <a:cubicBezTo>
                  <a:pt x="499123" y="-5614"/>
                  <a:pt x="648539" y="102957"/>
                  <a:pt x="688273" y="266868"/>
                </a:cubicBezTo>
                <a:lnTo>
                  <a:pt x="1430777" y="3329849"/>
                </a:lnTo>
                <a:cubicBezTo>
                  <a:pt x="1476187" y="3517175"/>
                  <a:pt x="1361142" y="3705846"/>
                  <a:pt x="1173816" y="3751256"/>
                </a:cubicBezTo>
                <a:cubicBezTo>
                  <a:pt x="986489" y="3796666"/>
                  <a:pt x="797819" y="3681621"/>
                  <a:pt x="752409" y="3494294"/>
                </a:cubicBezTo>
                <a:lnTo>
                  <a:pt x="9905" y="431312"/>
                </a:lnTo>
                <a:cubicBezTo>
                  <a:pt x="-35505" y="243986"/>
                  <a:pt x="79541" y="55316"/>
                  <a:pt x="266867" y="9906"/>
                </a:cubicBezTo>
                <a:cubicBezTo>
                  <a:pt x="290283" y="4230"/>
                  <a:pt x="313720" y="1060"/>
                  <a:pt x="336895" y="226"/>
                </a:cubicBezTo>
                <a:close/>
                <a:moveTo>
                  <a:pt x="2886741" y="225"/>
                </a:moveTo>
                <a:cubicBezTo>
                  <a:pt x="3048967" y="-5614"/>
                  <a:pt x="3198384" y="102956"/>
                  <a:pt x="3238118" y="266867"/>
                </a:cubicBezTo>
                <a:lnTo>
                  <a:pt x="3980622" y="3329849"/>
                </a:lnTo>
                <a:cubicBezTo>
                  <a:pt x="4026032" y="3517176"/>
                  <a:pt x="3910987" y="3705845"/>
                  <a:pt x="3723660" y="3751256"/>
                </a:cubicBezTo>
                <a:cubicBezTo>
                  <a:pt x="3536334" y="3796666"/>
                  <a:pt x="3347664" y="3681620"/>
                  <a:pt x="3302254" y="3494294"/>
                </a:cubicBezTo>
                <a:lnTo>
                  <a:pt x="2559750" y="431312"/>
                </a:lnTo>
                <a:cubicBezTo>
                  <a:pt x="2514340" y="243985"/>
                  <a:pt x="2629386" y="55315"/>
                  <a:pt x="2816712" y="9905"/>
                </a:cubicBezTo>
                <a:cubicBezTo>
                  <a:pt x="2840128" y="4229"/>
                  <a:pt x="2863564" y="1061"/>
                  <a:pt x="2886741" y="22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451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1493"/>
            <a:ext cx="10363200" cy="1468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550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193"/>
            <a:ext cx="10363200" cy="150071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617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9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9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9998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3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3" y="2175941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5941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4124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156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1671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9" y="273060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5" y="273059"/>
            <a:ext cx="6815668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9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340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1993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0467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1493"/>
            <a:ext cx="10363200" cy="146896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32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9"/>
            <a:ext cx="10972800" cy="45254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3375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193"/>
            <a:ext cx="10363200" cy="150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3687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9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9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3653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3" y="1534584"/>
            <a:ext cx="5386917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3" y="2175941"/>
            <a:ext cx="5386917" cy="39497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4584"/>
            <a:ext cx="5389033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5941"/>
            <a:ext cx="5389033" cy="39497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0837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4282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8332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9" y="273060"/>
            <a:ext cx="4011084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5" y="273059"/>
            <a:ext cx="6815668" cy="585258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9" y="1435100"/>
            <a:ext cx="4011084" cy="4690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41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726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868"/>
            <a:ext cx="7315200" cy="804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8490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9"/>
            <a:ext cx="10972800" cy="452543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9279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5169"/>
            <a:ext cx="2743200" cy="585046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5169"/>
            <a:ext cx="8026400" cy="58504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52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1000">
              <a:schemeClr val="bg1"/>
            </a:gs>
            <a:gs pos="39000">
              <a:schemeClr val="bg1">
                <a:lumMod val="95000"/>
              </a:schemeClr>
            </a:gs>
            <a:gs pos="0">
              <a:srgbClr val="8EA5C0"/>
            </a:gs>
            <a:gs pos="100000">
              <a:srgbClr val="8CADD4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FACBB-607D-4E97-8D86-9B09235C38C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872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5" r:id="rId12"/>
  </p:sldLayoutIdLst>
  <p:txStyles>
    <p:titleStyle>
      <a:lvl1pPr algn="ctr" defTabSz="1219139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1" indent="-380982" algn="l" defTabSz="1219139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3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3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1000">
              <a:schemeClr val="bg1"/>
            </a:gs>
            <a:gs pos="39000">
              <a:schemeClr val="bg1">
                <a:lumMod val="95000"/>
              </a:schemeClr>
            </a:gs>
            <a:gs pos="0">
              <a:schemeClr val="bg1">
                <a:lumMod val="50000"/>
              </a:schemeClr>
            </a:gs>
            <a:gs pos="100000">
              <a:schemeClr val="bg1">
                <a:lumMod val="5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9"/>
            <a:ext cx="109728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9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98496-4E96-4567-845B-6AF242BFA0C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9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9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869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2" r:id="rId9"/>
    <p:sldLayoutId id="2147483684" r:id="rId10"/>
  </p:sldLayoutIdLst>
  <p:txStyles>
    <p:titleStyle>
      <a:lvl1pPr algn="ctr" defTabSz="1219139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1" indent="-380982" algn="l" defTabSz="1219139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3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3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1000">
              <a:schemeClr val="bg1"/>
            </a:gs>
            <a:gs pos="39000">
              <a:schemeClr val="bg1">
                <a:lumMod val="95000"/>
              </a:schemeClr>
            </a:gs>
            <a:gs pos="0">
              <a:schemeClr val="bg1">
                <a:lumMod val="50000"/>
              </a:schemeClr>
            </a:gs>
            <a:gs pos="100000">
              <a:schemeClr val="bg1">
                <a:lumMod val="5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9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31" t="-503" r="45073" b="503"/>
          <a:stretch/>
        </p:blipFill>
        <p:spPr>
          <a:xfrm>
            <a:off x="-3313046" y="-123394"/>
            <a:ext cx="8208235" cy="7000612"/>
          </a:xfrm>
          <a:prstGeom prst="flowChartDelay">
            <a:avLst/>
          </a:prstGeom>
          <a:ln w="53975">
            <a:solidFill>
              <a:schemeClr val="bg1">
                <a:lumMod val="5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765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39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1" indent="-380982" algn="l" defTabSz="1219139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3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3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vcexpress%203_1/3_1.sl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vcexpress%203_2/3_2.sl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vcexpress%20D:/c++/&#35838;&#20214;/c++newppt/3_3/3_3.sl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vcexpress%20D:/c++/&#35838;&#20214;/c++newppt/3_3/3_3.sl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vcexpress%20D:/c++/&#35838;&#20214;/c++newppt/3_3/3_3.sln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vcexpress%20D:/c++/&#35838;&#20214;/c++newppt/3_3/3_3.sln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vcexpress%20D:/c++/&#35838;&#20214;/c++newppt/3_7/3_7.sl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hidden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66" y="6693365"/>
            <a:ext cx="6690783" cy="17145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168129" y="4581128"/>
            <a:ext cx="4743067" cy="1701680"/>
            <a:chOff x="554475" y="2170566"/>
            <a:chExt cx="3522568" cy="2464319"/>
          </a:xfrm>
        </p:grpSpPr>
        <p:sp>
          <p:nvSpPr>
            <p:cNvPr id="34" name="剪去单角的矩形 33"/>
            <p:cNvSpPr/>
            <p:nvPr/>
          </p:nvSpPr>
          <p:spPr>
            <a:xfrm>
              <a:off x="956949" y="2660849"/>
              <a:ext cx="2809159" cy="1508851"/>
            </a:xfrm>
            <a:prstGeom prst="snip1Rect">
              <a:avLst>
                <a:gd name="adj" fmla="val 0"/>
              </a:avLst>
            </a:prstGeom>
            <a:solidFill>
              <a:srgbClr val="0149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576574" y="2754218"/>
              <a:ext cx="2189534" cy="7577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第  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 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章</a:t>
              </a:r>
            </a:p>
          </p:txBody>
        </p:sp>
        <p:pic>
          <p:nvPicPr>
            <p:cNvPr id="37" name="Picture 4" descr="G:\稻壳儿\5\miracomunicazione\shadow3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4475" y="4144604"/>
              <a:ext cx="3412278" cy="490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" descr="G:\稻壳儿\5\miracomunicazione\shadow3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700859" y="2170566"/>
              <a:ext cx="3376184" cy="490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785374" y="3412089"/>
              <a:ext cx="2785468" cy="7577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分支结构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896081" y="4827359"/>
            <a:ext cx="7488832" cy="1219840"/>
            <a:chOff x="3672061" y="3620512"/>
            <a:chExt cx="5616624" cy="914880"/>
          </a:xfrm>
        </p:grpSpPr>
        <p:sp>
          <p:nvSpPr>
            <p:cNvPr id="41" name="矩形 40"/>
            <p:cNvSpPr/>
            <p:nvPr/>
          </p:nvSpPr>
          <p:spPr>
            <a:xfrm>
              <a:off x="4211964" y="4299943"/>
              <a:ext cx="2482892" cy="2354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90000"/>
              </a:pP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主讲 </a:t>
              </a:r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——</a:t>
              </a: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  华中科技大学    黄庆凤</a:t>
              </a:r>
              <a:endPara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672061" y="3620512"/>
              <a:ext cx="5616624" cy="68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5333" dirty="0">
                  <a:latin typeface="方正兰亭特黑_GBK" panose="02010600030101010101" charset="-122"/>
                  <a:ea typeface="方正兰亭特黑_GBK" panose="02010600030101010101" charset="-122"/>
                </a:rPr>
                <a:t>程序设计基础（</a:t>
              </a:r>
              <a:r>
                <a:rPr lang="en-US" altLang="zh-CN" sz="5333" dirty="0">
                  <a:latin typeface="方正兰亭特黑_GBK" panose="02010600030101010101" charset="-122"/>
                  <a:ea typeface="方正兰亭特黑_GBK" panose="02010600030101010101" charset="-122"/>
                </a:rPr>
                <a:t>C</a:t>
              </a:r>
              <a:r>
                <a:rPr lang="zh-CN" altLang="en-US" sz="5333" dirty="0">
                  <a:latin typeface="方正兰亭特黑_GBK" panose="02010600030101010101" charset="-122"/>
                  <a:ea typeface="方正兰亭特黑_GBK" panose="02010600030101010101" charset="-122"/>
                </a:rPr>
                <a:t>语言）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E2B361A7-6800-6A74-49D2-70DE31F5A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836"/>
            <a:ext cx="12192000" cy="523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82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7">
            <a:extLst>
              <a:ext uri="{FF2B5EF4-FFF2-40B4-BE49-F238E27FC236}">
                <a16:creationId xmlns:a16="http://schemas.microsoft.com/office/drawing/2014/main" id="{EA9DCB39-A85D-0551-30AD-E80851368442}"/>
              </a:ext>
            </a:extLst>
          </p:cNvPr>
          <p:cNvSpPr txBox="1"/>
          <p:nvPr/>
        </p:nvSpPr>
        <p:spPr>
          <a:xfrm>
            <a:off x="5231905" y="2564908"/>
            <a:ext cx="3962575" cy="242864"/>
          </a:xfrm>
          <a:prstGeom prst="rect">
            <a:avLst/>
          </a:prstGeom>
          <a:noFill/>
        </p:spPr>
        <p:txBody>
          <a:bodyPr wrap="none" lIns="480000" tIns="0" rIns="0" bIns="0" anchor="b" anchorCtr="0">
            <a:noAutofit/>
          </a:bodyPr>
          <a:lstStyle/>
          <a:p>
            <a:r>
              <a:rPr lang="zh-CN" altLang="en-US" sz="4267" b="1" dirty="0">
                <a:solidFill>
                  <a:srgbClr val="333333"/>
                </a:solidFill>
                <a:cs typeface="+mn-ea"/>
              </a:rPr>
              <a:t>二、</a:t>
            </a:r>
            <a:r>
              <a:rPr lang="en-US" altLang="zh-CN" sz="4267" b="1" dirty="0">
                <a:solidFill>
                  <a:srgbClr val="333333"/>
                </a:solidFill>
                <a:cs typeface="+mn-ea"/>
              </a:rPr>
              <a:t>if</a:t>
            </a:r>
            <a:r>
              <a:rPr lang="zh-CN" altLang="en-US" sz="4267" b="1" dirty="0">
                <a:solidFill>
                  <a:srgbClr val="333333"/>
                </a:solidFill>
                <a:cs typeface="+mn-ea"/>
              </a:rPr>
              <a:t>嵌套</a:t>
            </a: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69760FF9-BFE7-DBE0-86ED-72BF4A52D346}"/>
              </a:ext>
            </a:extLst>
          </p:cNvPr>
          <p:cNvSpPr txBox="1"/>
          <p:nvPr/>
        </p:nvSpPr>
        <p:spPr>
          <a:xfrm>
            <a:off x="5231905" y="1412780"/>
            <a:ext cx="3962575" cy="242864"/>
          </a:xfrm>
          <a:prstGeom prst="rect">
            <a:avLst/>
          </a:prstGeom>
          <a:noFill/>
        </p:spPr>
        <p:txBody>
          <a:bodyPr wrap="none" lIns="480000" tIns="0" rIns="0" bIns="0" anchor="b" anchorCtr="0">
            <a:noAutofit/>
          </a:bodyPr>
          <a:lstStyle/>
          <a:p>
            <a:r>
              <a:rPr lang="zh-CN" altLang="en-US" sz="4267" b="1" dirty="0">
                <a:solidFill>
                  <a:srgbClr val="B71C2B"/>
                </a:solidFill>
                <a:cs typeface="+mn-ea"/>
              </a:rPr>
              <a:t>一、</a:t>
            </a:r>
            <a:r>
              <a:rPr lang="en-US" altLang="zh-CN" sz="4267" b="1" dirty="0">
                <a:solidFill>
                  <a:srgbClr val="B71C2B"/>
                </a:solidFill>
                <a:cs typeface="+mn-ea"/>
              </a:rPr>
              <a:t>if</a:t>
            </a:r>
            <a:r>
              <a:rPr lang="zh-CN" altLang="en-US" sz="4267" b="1" dirty="0">
                <a:solidFill>
                  <a:srgbClr val="B71C2B"/>
                </a:solidFill>
                <a:cs typeface="+mn-ea"/>
              </a:rPr>
              <a:t>结构</a:t>
            </a:r>
          </a:p>
        </p:txBody>
      </p:sp>
      <p:sp>
        <p:nvSpPr>
          <p:cNvPr id="43" name="Freeform 3297">
            <a:extLst>
              <a:ext uri="{FF2B5EF4-FFF2-40B4-BE49-F238E27FC236}">
                <a16:creationId xmlns:a16="http://schemas.microsoft.com/office/drawing/2014/main" id="{62B249DE-DB1C-9345-5763-6BEFDA198367}"/>
              </a:ext>
            </a:extLst>
          </p:cNvPr>
          <p:cNvSpPr/>
          <p:nvPr/>
        </p:nvSpPr>
        <p:spPr bwMode="auto">
          <a:xfrm>
            <a:off x="-1401152" y="194273"/>
            <a:ext cx="3944757" cy="3947196"/>
          </a:xfrm>
          <a:custGeom>
            <a:avLst/>
            <a:gdLst>
              <a:gd name="T0" fmla="*/ 1619 w 3239"/>
              <a:gd name="T1" fmla="*/ 3241 h 3241"/>
              <a:gd name="T2" fmla="*/ 0 w 3239"/>
              <a:gd name="T3" fmla="*/ 1620 h 3241"/>
              <a:gd name="T4" fmla="*/ 1619 w 3239"/>
              <a:gd name="T5" fmla="*/ 0 h 3241"/>
              <a:gd name="T6" fmla="*/ 3239 w 3239"/>
              <a:gd name="T7" fmla="*/ 1620 h 3241"/>
              <a:gd name="T8" fmla="*/ 1619 w 3239"/>
              <a:gd name="T9" fmla="*/ 3241 h 3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39" h="3241">
                <a:moveTo>
                  <a:pt x="1619" y="3241"/>
                </a:moveTo>
                <a:lnTo>
                  <a:pt x="0" y="1620"/>
                </a:lnTo>
                <a:lnTo>
                  <a:pt x="1619" y="0"/>
                </a:lnTo>
                <a:lnTo>
                  <a:pt x="3239" y="1620"/>
                </a:lnTo>
                <a:lnTo>
                  <a:pt x="1619" y="32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A1A6440-72FE-C748-2230-D4E3B2FB4577}"/>
              </a:ext>
            </a:extLst>
          </p:cNvPr>
          <p:cNvGrpSpPr/>
          <p:nvPr/>
        </p:nvGrpSpPr>
        <p:grpSpPr>
          <a:xfrm>
            <a:off x="2017685" y="2005479"/>
            <a:ext cx="2182187" cy="2184213"/>
            <a:chOff x="2343540" y="491900"/>
            <a:chExt cx="1636640" cy="1638160"/>
          </a:xfrm>
        </p:grpSpPr>
        <p:sp>
          <p:nvSpPr>
            <p:cNvPr id="45" name="Freeform 3301">
              <a:extLst>
                <a:ext uri="{FF2B5EF4-FFF2-40B4-BE49-F238E27FC236}">
                  <a16:creationId xmlns:a16="http://schemas.microsoft.com/office/drawing/2014/main" id="{70D79CAA-EEF1-5B2D-3A75-B57BF793192B}"/>
                </a:ext>
              </a:extLst>
            </p:cNvPr>
            <p:cNvSpPr/>
            <p:nvPr/>
          </p:nvSpPr>
          <p:spPr bwMode="auto">
            <a:xfrm>
              <a:off x="2343540" y="491900"/>
              <a:ext cx="1636640" cy="1638160"/>
            </a:xfrm>
            <a:custGeom>
              <a:avLst/>
              <a:gdLst>
                <a:gd name="T0" fmla="*/ 1617 w 3233"/>
                <a:gd name="T1" fmla="*/ 3236 h 3236"/>
                <a:gd name="T2" fmla="*/ 0 w 3233"/>
                <a:gd name="T3" fmla="*/ 1619 h 3236"/>
                <a:gd name="T4" fmla="*/ 1617 w 3233"/>
                <a:gd name="T5" fmla="*/ 0 h 3236"/>
                <a:gd name="T6" fmla="*/ 3233 w 3233"/>
                <a:gd name="T7" fmla="*/ 1619 h 3236"/>
                <a:gd name="T8" fmla="*/ 1617 w 3233"/>
                <a:gd name="T9" fmla="*/ 3236 h 3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3" h="3236">
                  <a:moveTo>
                    <a:pt x="1617" y="3236"/>
                  </a:moveTo>
                  <a:lnTo>
                    <a:pt x="0" y="1619"/>
                  </a:lnTo>
                  <a:lnTo>
                    <a:pt x="1617" y="0"/>
                  </a:lnTo>
                  <a:lnTo>
                    <a:pt x="3233" y="1619"/>
                  </a:lnTo>
                  <a:lnTo>
                    <a:pt x="1617" y="323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67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AC69313-BD48-67B9-06EA-FF360731ABC5}"/>
                </a:ext>
              </a:extLst>
            </p:cNvPr>
            <p:cNvSpPr/>
            <p:nvPr/>
          </p:nvSpPr>
          <p:spPr>
            <a:xfrm>
              <a:off x="2449948" y="967459"/>
              <a:ext cx="1467561" cy="5617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4267" b="1" dirty="0">
                  <a:solidFill>
                    <a:schemeClr val="bg1">
                      <a:lumMod val="100000"/>
                    </a:schemeClr>
                  </a:solidFill>
                  <a:cs typeface="+mn-ea"/>
                  <a:sym typeface="+mn-lt"/>
                </a:rPr>
                <a:t>目录</a:t>
              </a:r>
            </a:p>
          </p:txBody>
        </p:sp>
      </p:grpSp>
      <p:sp>
        <p:nvSpPr>
          <p:cNvPr id="49" name="Freeform 3301">
            <a:extLst>
              <a:ext uri="{FF2B5EF4-FFF2-40B4-BE49-F238E27FC236}">
                <a16:creationId xmlns:a16="http://schemas.microsoft.com/office/drawing/2014/main" id="{912FCF81-0C18-C722-F9DB-4AB54D7475E4}"/>
              </a:ext>
            </a:extLst>
          </p:cNvPr>
          <p:cNvSpPr/>
          <p:nvPr/>
        </p:nvSpPr>
        <p:spPr bwMode="auto">
          <a:xfrm>
            <a:off x="10524217" y="6027427"/>
            <a:ext cx="2182187" cy="2184213"/>
          </a:xfrm>
          <a:custGeom>
            <a:avLst/>
            <a:gdLst>
              <a:gd name="T0" fmla="*/ 1617 w 3233"/>
              <a:gd name="T1" fmla="*/ 3236 h 3236"/>
              <a:gd name="T2" fmla="*/ 0 w 3233"/>
              <a:gd name="T3" fmla="*/ 1619 h 3236"/>
              <a:gd name="T4" fmla="*/ 1617 w 3233"/>
              <a:gd name="T5" fmla="*/ 0 h 3236"/>
              <a:gd name="T6" fmla="*/ 3233 w 3233"/>
              <a:gd name="T7" fmla="*/ 1619 h 3236"/>
              <a:gd name="T8" fmla="*/ 1617 w 3233"/>
              <a:gd name="T9" fmla="*/ 3236 h 3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33" h="3236">
                <a:moveTo>
                  <a:pt x="1617" y="3236"/>
                </a:moveTo>
                <a:lnTo>
                  <a:pt x="0" y="1619"/>
                </a:lnTo>
                <a:lnTo>
                  <a:pt x="1617" y="0"/>
                </a:lnTo>
                <a:lnTo>
                  <a:pt x="3233" y="1619"/>
                </a:lnTo>
                <a:lnTo>
                  <a:pt x="1617" y="323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/>
          </a:p>
        </p:txBody>
      </p:sp>
      <p:sp>
        <p:nvSpPr>
          <p:cNvPr id="50" name="TextBox 35">
            <a:extLst>
              <a:ext uri="{FF2B5EF4-FFF2-40B4-BE49-F238E27FC236}">
                <a16:creationId xmlns:a16="http://schemas.microsoft.com/office/drawing/2014/main" id="{9841846F-E0D1-D0B2-AA44-1B982E306C79}"/>
              </a:ext>
            </a:extLst>
          </p:cNvPr>
          <p:cNvSpPr txBox="1"/>
          <p:nvPr/>
        </p:nvSpPr>
        <p:spPr>
          <a:xfrm>
            <a:off x="5231905" y="3717036"/>
            <a:ext cx="3962575" cy="242864"/>
          </a:xfrm>
          <a:prstGeom prst="rect">
            <a:avLst/>
          </a:prstGeom>
          <a:noFill/>
        </p:spPr>
        <p:txBody>
          <a:bodyPr wrap="none" lIns="480000" tIns="0" rIns="0" bIns="0" anchor="b" anchorCtr="0">
            <a:noAutofit/>
          </a:bodyPr>
          <a:lstStyle/>
          <a:p>
            <a:r>
              <a:rPr lang="zh-CN" altLang="en-US" sz="4267" b="1" dirty="0">
                <a:solidFill>
                  <a:srgbClr val="B71C2B"/>
                </a:solidFill>
                <a:cs typeface="+mn-ea"/>
              </a:rPr>
              <a:t>三、</a:t>
            </a:r>
            <a:r>
              <a:rPr lang="en-US" altLang="zh-CN" sz="4267" b="1" dirty="0">
                <a:solidFill>
                  <a:srgbClr val="B71C2B"/>
                </a:solidFill>
                <a:cs typeface="+mn-ea"/>
              </a:rPr>
              <a:t>switch</a:t>
            </a:r>
            <a:r>
              <a:rPr lang="zh-CN" altLang="en-US" sz="4267" b="1" dirty="0">
                <a:solidFill>
                  <a:srgbClr val="B71C2B"/>
                </a:solidFill>
                <a:cs typeface="+mn-ea"/>
              </a:rPr>
              <a:t>开关语句</a:t>
            </a:r>
          </a:p>
        </p:txBody>
      </p:sp>
      <p:sp>
        <p:nvSpPr>
          <p:cNvPr id="51" name="TextBox 37">
            <a:extLst>
              <a:ext uri="{FF2B5EF4-FFF2-40B4-BE49-F238E27FC236}">
                <a16:creationId xmlns:a16="http://schemas.microsoft.com/office/drawing/2014/main" id="{8A8573A4-E742-ECDA-5EF2-DDCF3FB16A24}"/>
              </a:ext>
            </a:extLst>
          </p:cNvPr>
          <p:cNvSpPr txBox="1"/>
          <p:nvPr/>
        </p:nvSpPr>
        <p:spPr>
          <a:xfrm>
            <a:off x="5231905" y="4869164"/>
            <a:ext cx="3962575" cy="242864"/>
          </a:xfrm>
          <a:prstGeom prst="rect">
            <a:avLst/>
          </a:prstGeom>
          <a:noFill/>
        </p:spPr>
        <p:txBody>
          <a:bodyPr wrap="none" lIns="480000" tIns="0" rIns="0" bIns="0" anchor="b" anchorCtr="0">
            <a:noAutofit/>
          </a:bodyPr>
          <a:lstStyle/>
          <a:p>
            <a:r>
              <a:rPr lang="zh-CN" altLang="en-US" sz="4267" b="1" dirty="0">
                <a:solidFill>
                  <a:srgbClr val="333333"/>
                </a:solidFill>
                <a:cs typeface="+mn-ea"/>
              </a:rPr>
              <a:t>四、综合举例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9D2CC16-F4FD-1B4B-0ADA-36D13F5B4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7845" y="476733"/>
            <a:ext cx="3358142" cy="335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9B85FAC-7CFC-DCAC-1D84-B169DD569C44}"/>
              </a:ext>
            </a:extLst>
          </p:cNvPr>
          <p:cNvGrpSpPr/>
          <p:nvPr/>
        </p:nvGrpSpPr>
        <p:grpSpPr>
          <a:xfrm>
            <a:off x="5098999" y="1740360"/>
            <a:ext cx="1524239" cy="1396844"/>
            <a:chOff x="2202008" y="436205"/>
            <a:chExt cx="1787563" cy="1638160"/>
          </a:xfrm>
        </p:grpSpPr>
        <p:sp>
          <p:nvSpPr>
            <p:cNvPr id="11" name="Freeform 3301">
              <a:extLst>
                <a:ext uri="{FF2B5EF4-FFF2-40B4-BE49-F238E27FC236}">
                  <a16:creationId xmlns:a16="http://schemas.microsoft.com/office/drawing/2014/main" id="{C66A19BA-F34D-B33B-F946-EC3F21A06658}"/>
                </a:ext>
              </a:extLst>
            </p:cNvPr>
            <p:cNvSpPr/>
            <p:nvPr/>
          </p:nvSpPr>
          <p:spPr bwMode="auto">
            <a:xfrm>
              <a:off x="2202008" y="436205"/>
              <a:ext cx="1636640" cy="1638160"/>
            </a:xfrm>
            <a:custGeom>
              <a:avLst/>
              <a:gdLst>
                <a:gd name="T0" fmla="*/ 1617 w 3233"/>
                <a:gd name="T1" fmla="*/ 3236 h 3236"/>
                <a:gd name="T2" fmla="*/ 0 w 3233"/>
                <a:gd name="T3" fmla="*/ 1619 h 3236"/>
                <a:gd name="T4" fmla="*/ 1617 w 3233"/>
                <a:gd name="T5" fmla="*/ 0 h 3236"/>
                <a:gd name="T6" fmla="*/ 3233 w 3233"/>
                <a:gd name="T7" fmla="*/ 1619 h 3236"/>
                <a:gd name="T8" fmla="*/ 1617 w 3233"/>
                <a:gd name="T9" fmla="*/ 3236 h 3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3" h="3236">
                  <a:moveTo>
                    <a:pt x="1617" y="3236"/>
                  </a:moveTo>
                  <a:lnTo>
                    <a:pt x="0" y="1619"/>
                  </a:lnTo>
                  <a:lnTo>
                    <a:pt x="1617" y="0"/>
                  </a:lnTo>
                  <a:lnTo>
                    <a:pt x="3233" y="1619"/>
                  </a:lnTo>
                  <a:lnTo>
                    <a:pt x="1617" y="323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3795689-34BB-002C-86B2-7B0506FDECB6}"/>
                </a:ext>
              </a:extLst>
            </p:cNvPr>
            <p:cNvSpPr/>
            <p:nvPr/>
          </p:nvSpPr>
          <p:spPr>
            <a:xfrm>
              <a:off x="2522008" y="726714"/>
              <a:ext cx="1467563" cy="1070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5333" spc="400" dirty="0">
                  <a:solidFill>
                    <a:schemeClr val="bg1"/>
                  </a:solidFill>
                  <a:latin typeface="Agency FB" panose="020B0503020202020204" pitchFamily="34" charset="0"/>
                  <a:cs typeface="+mn-ea"/>
                  <a:sym typeface="+mn-lt"/>
                </a:rPr>
                <a:t>一</a:t>
              </a:r>
            </a:p>
          </p:txBody>
        </p:sp>
      </p:grpSp>
      <p:sp>
        <p:nvSpPr>
          <p:cNvPr id="16" name="TextBox 35">
            <a:extLst>
              <a:ext uri="{FF2B5EF4-FFF2-40B4-BE49-F238E27FC236}">
                <a16:creationId xmlns:a16="http://schemas.microsoft.com/office/drawing/2014/main" id="{A1C74244-99F2-D59E-B387-C4FD8FD07914}"/>
              </a:ext>
            </a:extLst>
          </p:cNvPr>
          <p:cNvSpPr txBox="1"/>
          <p:nvPr/>
        </p:nvSpPr>
        <p:spPr>
          <a:xfrm>
            <a:off x="5997549" y="2695797"/>
            <a:ext cx="3962575" cy="809599"/>
          </a:xfrm>
          <a:prstGeom prst="rect">
            <a:avLst/>
          </a:prstGeom>
          <a:noFill/>
        </p:spPr>
        <p:txBody>
          <a:bodyPr wrap="none" lIns="480000" tIns="0" rIns="0" bIns="0" anchor="b" anchorCtr="0">
            <a:normAutofit/>
          </a:bodyPr>
          <a:lstStyle/>
          <a:p>
            <a:r>
              <a:rPr lang="en-US" altLang="zh-CN" sz="4800" b="1" dirty="0">
                <a:solidFill>
                  <a:srgbClr val="333333"/>
                </a:solidFill>
                <a:cs typeface="+mn-ea"/>
              </a:rPr>
              <a:t>if</a:t>
            </a:r>
            <a:r>
              <a:rPr lang="zh-CN" altLang="en-US" sz="4800" b="1" dirty="0">
                <a:solidFill>
                  <a:srgbClr val="333333"/>
                </a:solidFill>
                <a:cs typeface="+mn-ea"/>
              </a:rPr>
              <a:t>结构</a:t>
            </a:r>
          </a:p>
        </p:txBody>
      </p:sp>
      <p:sp>
        <p:nvSpPr>
          <p:cNvPr id="17" name="Freeform 3297">
            <a:extLst>
              <a:ext uri="{FF2B5EF4-FFF2-40B4-BE49-F238E27FC236}">
                <a16:creationId xmlns:a16="http://schemas.microsoft.com/office/drawing/2014/main" id="{C643D9D6-3442-3D04-144F-46B199C439F5}"/>
              </a:ext>
            </a:extLst>
          </p:cNvPr>
          <p:cNvSpPr/>
          <p:nvPr/>
        </p:nvSpPr>
        <p:spPr bwMode="auto">
          <a:xfrm>
            <a:off x="1583505" y="1412777"/>
            <a:ext cx="3729089" cy="3731396"/>
          </a:xfrm>
          <a:custGeom>
            <a:avLst/>
            <a:gdLst>
              <a:gd name="T0" fmla="*/ 1619 w 3239"/>
              <a:gd name="T1" fmla="*/ 3241 h 3241"/>
              <a:gd name="T2" fmla="*/ 0 w 3239"/>
              <a:gd name="T3" fmla="*/ 1620 h 3241"/>
              <a:gd name="T4" fmla="*/ 1619 w 3239"/>
              <a:gd name="T5" fmla="*/ 0 h 3241"/>
              <a:gd name="T6" fmla="*/ 3239 w 3239"/>
              <a:gd name="T7" fmla="*/ 1620 h 3241"/>
              <a:gd name="T8" fmla="*/ 1619 w 3239"/>
              <a:gd name="T9" fmla="*/ 3241 h 3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39" h="3241">
                <a:moveTo>
                  <a:pt x="1619" y="3241"/>
                </a:moveTo>
                <a:lnTo>
                  <a:pt x="0" y="1620"/>
                </a:lnTo>
                <a:lnTo>
                  <a:pt x="1619" y="0"/>
                </a:lnTo>
                <a:lnTo>
                  <a:pt x="3239" y="1620"/>
                </a:lnTo>
                <a:lnTo>
                  <a:pt x="1619" y="32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9BBAF83-BC22-FC66-49CA-83A105754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78" y="1599404"/>
            <a:ext cx="3358142" cy="335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8398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128">
            <a:extLst>
              <a:ext uri="{FF2B5EF4-FFF2-40B4-BE49-F238E27FC236}">
                <a16:creationId xmlns:a16="http://schemas.microsoft.com/office/drawing/2014/main" id="{B711AC7D-E92F-840D-DC98-B9FCD1608BC4}"/>
              </a:ext>
            </a:extLst>
          </p:cNvPr>
          <p:cNvSpPr>
            <a:spLocks/>
          </p:cNvSpPr>
          <p:nvPr/>
        </p:nvSpPr>
        <p:spPr bwMode="auto">
          <a:xfrm>
            <a:off x="2461591" y="4874306"/>
            <a:ext cx="1706623" cy="1319285"/>
          </a:xfrm>
          <a:custGeom>
            <a:avLst/>
            <a:gdLst>
              <a:gd name="T0" fmla="*/ 4130 w 5342"/>
              <a:gd name="T1" fmla="*/ 0 h 4133"/>
              <a:gd name="T2" fmla="*/ 4130 w 5342"/>
              <a:gd name="T3" fmla="*/ 0 h 4133"/>
              <a:gd name="T4" fmla="*/ 3142 w 5342"/>
              <a:gd name="T5" fmla="*/ 0 h 4133"/>
              <a:gd name="T6" fmla="*/ 2199 w 5342"/>
              <a:gd name="T7" fmla="*/ 0 h 4133"/>
              <a:gd name="T8" fmla="*/ 1211 w 5342"/>
              <a:gd name="T9" fmla="*/ 0 h 4133"/>
              <a:gd name="T10" fmla="*/ 0 w 5342"/>
              <a:gd name="T11" fmla="*/ 4132 h 4133"/>
              <a:gd name="T12" fmla="*/ 2199 w 5342"/>
              <a:gd name="T13" fmla="*/ 4132 h 4133"/>
              <a:gd name="T14" fmla="*/ 3142 w 5342"/>
              <a:gd name="T15" fmla="*/ 4132 h 4133"/>
              <a:gd name="T16" fmla="*/ 5341 w 5342"/>
              <a:gd name="T17" fmla="*/ 4132 h 4133"/>
              <a:gd name="T18" fmla="*/ 4130 w 5342"/>
              <a:gd name="T19" fmla="*/ 0 h 4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342" h="4133">
                <a:moveTo>
                  <a:pt x="4130" y="0"/>
                </a:moveTo>
                <a:lnTo>
                  <a:pt x="4130" y="0"/>
                </a:lnTo>
                <a:cubicBezTo>
                  <a:pt x="3142" y="0"/>
                  <a:pt x="3142" y="0"/>
                  <a:pt x="3142" y="0"/>
                </a:cubicBezTo>
                <a:cubicBezTo>
                  <a:pt x="2199" y="0"/>
                  <a:pt x="2199" y="0"/>
                  <a:pt x="2199" y="0"/>
                </a:cubicBezTo>
                <a:cubicBezTo>
                  <a:pt x="1211" y="0"/>
                  <a:pt x="1211" y="0"/>
                  <a:pt x="1211" y="0"/>
                </a:cubicBezTo>
                <a:cubicBezTo>
                  <a:pt x="1211" y="0"/>
                  <a:pt x="1451" y="4132"/>
                  <a:pt x="0" y="4132"/>
                </a:cubicBezTo>
                <a:cubicBezTo>
                  <a:pt x="2199" y="4132"/>
                  <a:pt x="2199" y="4132"/>
                  <a:pt x="2199" y="4132"/>
                </a:cubicBezTo>
                <a:cubicBezTo>
                  <a:pt x="3142" y="4132"/>
                  <a:pt x="3142" y="4132"/>
                  <a:pt x="3142" y="4132"/>
                </a:cubicBezTo>
                <a:cubicBezTo>
                  <a:pt x="5341" y="4132"/>
                  <a:pt x="5341" y="4132"/>
                  <a:pt x="5341" y="4132"/>
                </a:cubicBezTo>
                <a:cubicBezTo>
                  <a:pt x="3890" y="4132"/>
                  <a:pt x="4130" y="0"/>
                  <a:pt x="4130" y="0"/>
                </a:cubicBezTo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sz="3200"/>
          </a:p>
        </p:txBody>
      </p:sp>
      <p:sp>
        <p:nvSpPr>
          <p:cNvPr id="32" name="Freeform: Shape 129">
            <a:extLst>
              <a:ext uri="{FF2B5EF4-FFF2-40B4-BE49-F238E27FC236}">
                <a16:creationId xmlns:a16="http://schemas.microsoft.com/office/drawing/2014/main" id="{F356225D-C23C-885A-E551-517B9C97E94A}"/>
              </a:ext>
            </a:extLst>
          </p:cNvPr>
          <p:cNvSpPr>
            <a:spLocks/>
          </p:cNvSpPr>
          <p:nvPr/>
        </p:nvSpPr>
        <p:spPr bwMode="auto">
          <a:xfrm>
            <a:off x="443273" y="1423869"/>
            <a:ext cx="6263721" cy="4111492"/>
          </a:xfrm>
          <a:custGeom>
            <a:avLst/>
            <a:gdLst>
              <a:gd name="T0" fmla="*/ 19054 w 19590"/>
              <a:gd name="T1" fmla="*/ 0 h 12867"/>
              <a:gd name="T2" fmla="*/ 19054 w 19590"/>
              <a:gd name="T3" fmla="*/ 0 h 12867"/>
              <a:gd name="T4" fmla="*/ 534 w 19590"/>
              <a:gd name="T5" fmla="*/ 0 h 12867"/>
              <a:gd name="T6" fmla="*/ 0 w 19590"/>
              <a:gd name="T7" fmla="*/ 534 h 12867"/>
              <a:gd name="T8" fmla="*/ 0 w 19590"/>
              <a:gd name="T9" fmla="*/ 11450 h 12867"/>
              <a:gd name="T10" fmla="*/ 0 w 19590"/>
              <a:gd name="T11" fmla="*/ 11557 h 12867"/>
              <a:gd name="T12" fmla="*/ 0 w 19590"/>
              <a:gd name="T13" fmla="*/ 12403 h 12867"/>
              <a:gd name="T14" fmla="*/ 463 w 19590"/>
              <a:gd name="T15" fmla="*/ 12866 h 12867"/>
              <a:gd name="T16" fmla="*/ 19126 w 19590"/>
              <a:gd name="T17" fmla="*/ 12866 h 12867"/>
              <a:gd name="T18" fmla="*/ 19589 w 19590"/>
              <a:gd name="T19" fmla="*/ 12403 h 12867"/>
              <a:gd name="T20" fmla="*/ 19589 w 19590"/>
              <a:gd name="T21" fmla="*/ 11557 h 12867"/>
              <a:gd name="T22" fmla="*/ 19589 w 19590"/>
              <a:gd name="T23" fmla="*/ 11450 h 12867"/>
              <a:gd name="T24" fmla="*/ 19589 w 19590"/>
              <a:gd name="T25" fmla="*/ 534 h 12867"/>
              <a:gd name="T26" fmla="*/ 19054 w 19590"/>
              <a:gd name="T27" fmla="*/ 0 h 12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9590" h="12867">
                <a:moveTo>
                  <a:pt x="19054" y="0"/>
                </a:moveTo>
                <a:lnTo>
                  <a:pt x="19054" y="0"/>
                </a:lnTo>
                <a:cubicBezTo>
                  <a:pt x="534" y="0"/>
                  <a:pt x="534" y="0"/>
                  <a:pt x="534" y="0"/>
                </a:cubicBezTo>
                <a:cubicBezTo>
                  <a:pt x="240" y="0"/>
                  <a:pt x="0" y="240"/>
                  <a:pt x="0" y="534"/>
                </a:cubicBezTo>
                <a:cubicBezTo>
                  <a:pt x="0" y="11450"/>
                  <a:pt x="0" y="11450"/>
                  <a:pt x="0" y="11450"/>
                </a:cubicBezTo>
                <a:cubicBezTo>
                  <a:pt x="0" y="11557"/>
                  <a:pt x="0" y="11557"/>
                  <a:pt x="0" y="11557"/>
                </a:cubicBezTo>
                <a:cubicBezTo>
                  <a:pt x="0" y="12403"/>
                  <a:pt x="0" y="12403"/>
                  <a:pt x="0" y="12403"/>
                </a:cubicBezTo>
                <a:cubicBezTo>
                  <a:pt x="0" y="12661"/>
                  <a:pt x="205" y="12866"/>
                  <a:pt x="463" y="12866"/>
                </a:cubicBezTo>
                <a:cubicBezTo>
                  <a:pt x="19126" y="12866"/>
                  <a:pt x="19126" y="12866"/>
                  <a:pt x="19126" y="12866"/>
                </a:cubicBezTo>
                <a:cubicBezTo>
                  <a:pt x="19384" y="12866"/>
                  <a:pt x="19589" y="12661"/>
                  <a:pt x="19589" y="12403"/>
                </a:cubicBezTo>
                <a:cubicBezTo>
                  <a:pt x="19589" y="11557"/>
                  <a:pt x="19589" y="11557"/>
                  <a:pt x="19589" y="11557"/>
                </a:cubicBezTo>
                <a:cubicBezTo>
                  <a:pt x="19589" y="11450"/>
                  <a:pt x="19589" y="11450"/>
                  <a:pt x="19589" y="11450"/>
                </a:cubicBezTo>
                <a:cubicBezTo>
                  <a:pt x="19589" y="534"/>
                  <a:pt x="19589" y="534"/>
                  <a:pt x="19589" y="534"/>
                </a:cubicBezTo>
                <a:cubicBezTo>
                  <a:pt x="19589" y="240"/>
                  <a:pt x="19348" y="0"/>
                  <a:pt x="19054" y="0"/>
                </a:cubicBez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sz="3200"/>
          </a:p>
        </p:txBody>
      </p:sp>
      <p:sp>
        <p:nvSpPr>
          <p:cNvPr id="33" name="Freeform: Shape 131">
            <a:extLst>
              <a:ext uri="{FF2B5EF4-FFF2-40B4-BE49-F238E27FC236}">
                <a16:creationId xmlns:a16="http://schemas.microsoft.com/office/drawing/2014/main" id="{E055163C-2C8F-3535-AA4B-63FC6BF3F7F5}"/>
              </a:ext>
            </a:extLst>
          </p:cNvPr>
          <p:cNvSpPr>
            <a:spLocks/>
          </p:cNvSpPr>
          <p:nvPr/>
        </p:nvSpPr>
        <p:spPr bwMode="auto">
          <a:xfrm>
            <a:off x="623431" y="4665779"/>
            <a:ext cx="5860340" cy="184644"/>
          </a:xfrm>
          <a:custGeom>
            <a:avLst/>
            <a:gdLst>
              <a:gd name="T0" fmla="*/ 18324 w 18325"/>
              <a:gd name="T1" fmla="*/ 579 h 580"/>
              <a:gd name="T2" fmla="*/ 0 w 18325"/>
              <a:gd name="T3" fmla="*/ 579 h 580"/>
              <a:gd name="T4" fmla="*/ 0 w 18325"/>
              <a:gd name="T5" fmla="*/ 0 h 580"/>
              <a:gd name="T6" fmla="*/ 18324 w 18325"/>
              <a:gd name="T7" fmla="*/ 0 h 580"/>
              <a:gd name="T8" fmla="*/ 18324 w 18325"/>
              <a:gd name="T9" fmla="*/ 579 h 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325" h="580">
                <a:moveTo>
                  <a:pt x="18324" y="579"/>
                </a:moveTo>
                <a:lnTo>
                  <a:pt x="0" y="579"/>
                </a:lnTo>
                <a:lnTo>
                  <a:pt x="0" y="0"/>
                </a:lnTo>
                <a:lnTo>
                  <a:pt x="18324" y="0"/>
                </a:lnTo>
                <a:lnTo>
                  <a:pt x="18324" y="579"/>
                </a:lnTo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sz="3200"/>
          </a:p>
        </p:txBody>
      </p:sp>
      <p:sp>
        <p:nvSpPr>
          <p:cNvPr id="34" name="Freeform: Shape 132">
            <a:extLst>
              <a:ext uri="{FF2B5EF4-FFF2-40B4-BE49-F238E27FC236}">
                <a16:creationId xmlns:a16="http://schemas.microsoft.com/office/drawing/2014/main" id="{B179901E-CB85-79E0-4650-7292383C8193}"/>
              </a:ext>
            </a:extLst>
          </p:cNvPr>
          <p:cNvSpPr>
            <a:spLocks/>
          </p:cNvSpPr>
          <p:nvPr/>
        </p:nvSpPr>
        <p:spPr bwMode="auto">
          <a:xfrm>
            <a:off x="3082434" y="5047269"/>
            <a:ext cx="306063" cy="305860"/>
          </a:xfrm>
          <a:custGeom>
            <a:avLst/>
            <a:gdLst>
              <a:gd name="T0" fmla="*/ 961 w 962"/>
              <a:gd name="T1" fmla="*/ 481 h 963"/>
              <a:gd name="T2" fmla="*/ 961 w 962"/>
              <a:gd name="T3" fmla="*/ 481 h 963"/>
              <a:gd name="T4" fmla="*/ 481 w 962"/>
              <a:gd name="T5" fmla="*/ 962 h 963"/>
              <a:gd name="T6" fmla="*/ 0 w 962"/>
              <a:gd name="T7" fmla="*/ 481 h 963"/>
              <a:gd name="T8" fmla="*/ 481 w 962"/>
              <a:gd name="T9" fmla="*/ 0 h 963"/>
              <a:gd name="T10" fmla="*/ 961 w 962"/>
              <a:gd name="T11" fmla="*/ 481 h 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2" h="963">
                <a:moveTo>
                  <a:pt x="961" y="481"/>
                </a:moveTo>
                <a:lnTo>
                  <a:pt x="961" y="481"/>
                </a:lnTo>
                <a:cubicBezTo>
                  <a:pt x="961" y="748"/>
                  <a:pt x="747" y="962"/>
                  <a:pt x="481" y="962"/>
                </a:cubicBezTo>
                <a:cubicBezTo>
                  <a:pt x="214" y="962"/>
                  <a:pt x="0" y="748"/>
                  <a:pt x="0" y="481"/>
                </a:cubicBezTo>
                <a:cubicBezTo>
                  <a:pt x="0" y="214"/>
                  <a:pt x="214" y="0"/>
                  <a:pt x="481" y="0"/>
                </a:cubicBezTo>
                <a:cubicBezTo>
                  <a:pt x="747" y="0"/>
                  <a:pt x="961" y="214"/>
                  <a:pt x="961" y="481"/>
                </a:cubicBezTo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sz="3200"/>
          </a:p>
        </p:txBody>
      </p:sp>
      <p:sp>
        <p:nvSpPr>
          <p:cNvPr id="35" name="Freeform: Shape 133">
            <a:extLst>
              <a:ext uri="{FF2B5EF4-FFF2-40B4-BE49-F238E27FC236}">
                <a16:creationId xmlns:a16="http://schemas.microsoft.com/office/drawing/2014/main" id="{7C03B5DE-7CC0-C05B-53D8-972520D07085}"/>
              </a:ext>
            </a:extLst>
          </p:cNvPr>
          <p:cNvSpPr>
            <a:spLocks/>
          </p:cNvSpPr>
          <p:nvPr/>
        </p:nvSpPr>
        <p:spPr bwMode="auto">
          <a:xfrm>
            <a:off x="2394978" y="6171911"/>
            <a:ext cx="1793673" cy="60959"/>
          </a:xfrm>
          <a:custGeom>
            <a:avLst/>
            <a:gdLst>
              <a:gd name="T0" fmla="*/ 5448 w 5449"/>
              <a:gd name="T1" fmla="*/ 187 h 188"/>
              <a:gd name="T2" fmla="*/ 0 w 5449"/>
              <a:gd name="T3" fmla="*/ 187 h 188"/>
              <a:gd name="T4" fmla="*/ 0 w 5449"/>
              <a:gd name="T5" fmla="*/ 0 h 188"/>
              <a:gd name="T6" fmla="*/ 5448 w 5449"/>
              <a:gd name="T7" fmla="*/ 0 h 188"/>
              <a:gd name="T8" fmla="*/ 5448 w 5449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9" h="188">
                <a:moveTo>
                  <a:pt x="5448" y="187"/>
                </a:moveTo>
                <a:lnTo>
                  <a:pt x="0" y="187"/>
                </a:lnTo>
                <a:lnTo>
                  <a:pt x="0" y="0"/>
                </a:lnTo>
                <a:lnTo>
                  <a:pt x="5448" y="0"/>
                </a:lnTo>
                <a:lnTo>
                  <a:pt x="5448" y="187"/>
                </a:lnTo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sz="320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D914A47-9E66-718C-F5FF-A320F50909C2}"/>
              </a:ext>
            </a:extLst>
          </p:cNvPr>
          <p:cNvGrpSpPr/>
          <p:nvPr/>
        </p:nvGrpSpPr>
        <p:grpSpPr>
          <a:xfrm>
            <a:off x="447047" y="219036"/>
            <a:ext cx="2467696" cy="748988"/>
            <a:chOff x="773253" y="369186"/>
            <a:chExt cx="2062785" cy="626090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DB7CF549-6EB3-9E02-C2E3-F92928DEDA12}"/>
                </a:ext>
              </a:extLst>
            </p:cNvPr>
            <p:cNvSpPr txBox="1"/>
            <p:nvPr/>
          </p:nvSpPr>
          <p:spPr>
            <a:xfrm>
              <a:off x="773253" y="517616"/>
              <a:ext cx="443800" cy="42026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667" b="1" dirty="0">
                  <a:solidFill>
                    <a:schemeClr val="bg1"/>
                  </a:solidFill>
                </a:rPr>
                <a:t>01</a:t>
              </a:r>
              <a:endParaRPr lang="zh-CN" altLang="en-US" sz="2667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1D48F828-B62A-B375-EFED-A1FC4D0AE072}"/>
                </a:ext>
              </a:extLst>
            </p:cNvPr>
            <p:cNvSpPr txBox="1"/>
            <p:nvPr/>
          </p:nvSpPr>
          <p:spPr>
            <a:xfrm>
              <a:off x="1301499" y="369186"/>
              <a:ext cx="1534539" cy="62609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en-US" altLang="zh-CN" sz="4267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sz="4267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F8ED3E0B-4238-4749-8375-D0920C56856A}"/>
              </a:ext>
            </a:extLst>
          </p:cNvPr>
          <p:cNvGrpSpPr/>
          <p:nvPr/>
        </p:nvGrpSpPr>
        <p:grpSpPr>
          <a:xfrm>
            <a:off x="7699190" y="1276873"/>
            <a:ext cx="3789831" cy="922073"/>
            <a:chOff x="1039083" y="1941056"/>
            <a:chExt cx="3167978" cy="770775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E1D0BCF-AA9A-F4F8-9F36-B6A1F78EDB75}"/>
                </a:ext>
              </a:extLst>
            </p:cNvPr>
            <p:cNvSpPr/>
            <p:nvPr/>
          </p:nvSpPr>
          <p:spPr>
            <a:xfrm>
              <a:off x="1965087" y="1941056"/>
              <a:ext cx="2241974" cy="50554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zh-CN" altLang="en-US" sz="32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单分支</a:t>
              </a:r>
              <a:r>
                <a:rPr lang="en-US" altLang="zh-CN" sz="32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if</a:t>
              </a:r>
              <a:r>
                <a:rPr lang="zh-CN" altLang="en-US" sz="32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结构</a:t>
              </a: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D1F0F9C-8D23-C1D2-C1E4-716ECD259095}"/>
                </a:ext>
              </a:extLst>
            </p:cNvPr>
            <p:cNvSpPr/>
            <p:nvPr/>
          </p:nvSpPr>
          <p:spPr>
            <a:xfrm>
              <a:off x="1039083" y="1941056"/>
              <a:ext cx="770775" cy="770775"/>
            </a:xfrm>
            <a:prstGeom prst="ellipse">
              <a:avLst/>
            </a:prstGeom>
            <a:solidFill>
              <a:srgbClr val="C8AC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/>
            </a:p>
          </p:txBody>
        </p:sp>
        <p:sp>
          <p:nvSpPr>
            <p:cNvPr id="43" name="椭圆 146">
              <a:extLst>
                <a:ext uri="{FF2B5EF4-FFF2-40B4-BE49-F238E27FC236}">
                  <a16:creationId xmlns:a16="http://schemas.microsoft.com/office/drawing/2014/main" id="{30473C88-9A23-202E-31AF-0E8EAE380FCB}"/>
                </a:ext>
              </a:extLst>
            </p:cNvPr>
            <p:cNvSpPr/>
            <p:nvPr/>
          </p:nvSpPr>
          <p:spPr>
            <a:xfrm>
              <a:off x="1194312" y="2098487"/>
              <a:ext cx="460318" cy="455913"/>
            </a:xfrm>
            <a:custGeom>
              <a:avLst/>
              <a:gdLst>
                <a:gd name="connsiteX0" fmla="*/ 57150 w 331788"/>
                <a:gd name="connsiteY0" fmla="*/ 244475 h 328613"/>
                <a:gd name="connsiteX1" fmla="*/ 190500 w 331788"/>
                <a:gd name="connsiteY1" fmla="*/ 244475 h 328613"/>
                <a:gd name="connsiteX2" fmla="*/ 179388 w 331788"/>
                <a:gd name="connsiteY2" fmla="*/ 266700 h 328613"/>
                <a:gd name="connsiteX3" fmla="*/ 44450 w 331788"/>
                <a:gd name="connsiteY3" fmla="*/ 266700 h 328613"/>
                <a:gd name="connsiteX4" fmla="*/ 238052 w 331788"/>
                <a:gd name="connsiteY4" fmla="*/ 236537 h 328613"/>
                <a:gd name="connsiteX5" fmla="*/ 267850 w 331788"/>
                <a:gd name="connsiteY5" fmla="*/ 306387 h 328613"/>
                <a:gd name="connsiteX6" fmla="*/ 308012 w 331788"/>
                <a:gd name="connsiteY6" fmla="*/ 236537 h 328613"/>
                <a:gd name="connsiteX7" fmla="*/ 238052 w 331788"/>
                <a:gd name="connsiteY7" fmla="*/ 236537 h 328613"/>
                <a:gd name="connsiteX8" fmla="*/ 79375 w 331788"/>
                <a:gd name="connsiteY8" fmla="*/ 198437 h 328613"/>
                <a:gd name="connsiteX9" fmla="*/ 211138 w 331788"/>
                <a:gd name="connsiteY9" fmla="*/ 198437 h 328613"/>
                <a:gd name="connsiteX10" fmla="*/ 200026 w 331788"/>
                <a:gd name="connsiteY10" fmla="*/ 220662 h 328613"/>
                <a:gd name="connsiteX11" fmla="*/ 66675 w 331788"/>
                <a:gd name="connsiteY11" fmla="*/ 220662 h 328613"/>
                <a:gd name="connsiteX12" fmla="*/ 98425 w 331788"/>
                <a:gd name="connsiteY12" fmla="*/ 152400 h 328613"/>
                <a:gd name="connsiteX13" fmla="*/ 230187 w 331788"/>
                <a:gd name="connsiteY13" fmla="*/ 152400 h 328613"/>
                <a:gd name="connsiteX14" fmla="*/ 220662 w 331788"/>
                <a:gd name="connsiteY14" fmla="*/ 174625 h 328613"/>
                <a:gd name="connsiteX15" fmla="*/ 87312 w 331788"/>
                <a:gd name="connsiteY15" fmla="*/ 174625 h 328613"/>
                <a:gd name="connsiteX16" fmla="*/ 267855 w 331788"/>
                <a:gd name="connsiteY16" fmla="*/ 20637 h 328613"/>
                <a:gd name="connsiteX17" fmla="*/ 230188 w 331788"/>
                <a:gd name="connsiteY17" fmla="*/ 108828 h 328613"/>
                <a:gd name="connsiteX18" fmla="*/ 234084 w 331788"/>
                <a:gd name="connsiteY18" fmla="*/ 116610 h 328613"/>
                <a:gd name="connsiteX19" fmla="*/ 224992 w 331788"/>
                <a:gd name="connsiteY19" fmla="*/ 125688 h 328613"/>
                <a:gd name="connsiteX20" fmla="*/ 78221 w 331788"/>
                <a:gd name="connsiteY20" fmla="*/ 125688 h 328613"/>
                <a:gd name="connsiteX21" fmla="*/ 28864 w 331788"/>
                <a:gd name="connsiteY21" fmla="*/ 224255 h 328613"/>
                <a:gd name="connsiteX22" fmla="*/ 15875 w 331788"/>
                <a:gd name="connsiteY22" fmla="*/ 263164 h 328613"/>
                <a:gd name="connsiteX23" fmla="*/ 60036 w 331788"/>
                <a:gd name="connsiteY23" fmla="*/ 311150 h 328613"/>
                <a:gd name="connsiteX24" fmla="*/ 232786 w 331788"/>
                <a:gd name="connsiteY24" fmla="*/ 311150 h 328613"/>
                <a:gd name="connsiteX25" fmla="*/ 205509 w 331788"/>
                <a:gd name="connsiteY25" fmla="*/ 263164 h 328613"/>
                <a:gd name="connsiteX26" fmla="*/ 232786 w 331788"/>
                <a:gd name="connsiteY26" fmla="*/ 213880 h 328613"/>
                <a:gd name="connsiteX27" fmla="*/ 314614 w 331788"/>
                <a:gd name="connsiteY27" fmla="*/ 69920 h 328613"/>
                <a:gd name="connsiteX28" fmla="*/ 267855 w 331788"/>
                <a:gd name="connsiteY28" fmla="*/ 20637 h 328613"/>
                <a:gd name="connsiteX29" fmla="*/ 64098 w 331788"/>
                <a:gd name="connsiteY29" fmla="*/ 17462 h 328613"/>
                <a:gd name="connsiteX30" fmla="*/ 17178 w 331788"/>
                <a:gd name="connsiteY30" fmla="*/ 65291 h 328613"/>
                <a:gd name="connsiteX31" fmla="*/ 31515 w 331788"/>
                <a:gd name="connsiteY31" fmla="*/ 107950 h 328613"/>
                <a:gd name="connsiteX32" fmla="*/ 211373 w 331788"/>
                <a:gd name="connsiteY32" fmla="*/ 107950 h 328613"/>
                <a:gd name="connsiteX33" fmla="*/ 202250 w 331788"/>
                <a:gd name="connsiteY33" fmla="*/ 65291 h 328613"/>
                <a:gd name="connsiteX34" fmla="*/ 227013 w 331788"/>
                <a:gd name="connsiteY34" fmla="*/ 17462 h 328613"/>
                <a:gd name="connsiteX35" fmla="*/ 64098 w 331788"/>
                <a:gd name="connsiteY35" fmla="*/ 17462 h 328613"/>
                <a:gd name="connsiteX36" fmla="*/ 66098 w 331788"/>
                <a:gd name="connsiteY36" fmla="*/ 0 h 328613"/>
                <a:gd name="connsiteX37" fmla="*/ 263098 w 331788"/>
                <a:gd name="connsiteY37" fmla="*/ 0 h 328613"/>
                <a:gd name="connsiteX38" fmla="*/ 331788 w 331788"/>
                <a:gd name="connsiteY38" fmla="*/ 69862 h 328613"/>
                <a:gd name="connsiteX39" fmla="*/ 255321 w 331788"/>
                <a:gd name="connsiteY39" fmla="*/ 217350 h 328613"/>
                <a:gd name="connsiteX40" fmla="*/ 304571 w 331788"/>
                <a:gd name="connsiteY40" fmla="*/ 217350 h 328613"/>
                <a:gd name="connsiteX41" fmla="*/ 322716 w 331788"/>
                <a:gd name="connsiteY41" fmla="*/ 228994 h 328613"/>
                <a:gd name="connsiteX42" fmla="*/ 331788 w 331788"/>
                <a:gd name="connsiteY42" fmla="*/ 262632 h 328613"/>
                <a:gd name="connsiteX43" fmla="*/ 256617 w 331788"/>
                <a:gd name="connsiteY43" fmla="*/ 327319 h 328613"/>
                <a:gd name="connsiteX44" fmla="*/ 57026 w 331788"/>
                <a:gd name="connsiteY44" fmla="*/ 328613 h 328613"/>
                <a:gd name="connsiteX45" fmla="*/ 0 w 331788"/>
                <a:gd name="connsiteY45" fmla="*/ 262632 h 328613"/>
                <a:gd name="connsiteX46" fmla="*/ 19441 w 331788"/>
                <a:gd name="connsiteY46" fmla="*/ 209588 h 328613"/>
                <a:gd name="connsiteX47" fmla="*/ 60914 w 331788"/>
                <a:gd name="connsiteY47" fmla="*/ 125494 h 328613"/>
                <a:gd name="connsiteX48" fmla="*/ 33697 w 331788"/>
                <a:gd name="connsiteY48" fmla="*/ 125494 h 328613"/>
                <a:gd name="connsiteX49" fmla="*/ 19441 w 331788"/>
                <a:gd name="connsiteY49" fmla="*/ 119025 h 328613"/>
                <a:gd name="connsiteX50" fmla="*/ 0 w 331788"/>
                <a:gd name="connsiteY50" fmla="*/ 69862 h 328613"/>
                <a:gd name="connsiteX51" fmla="*/ 66098 w 331788"/>
                <a:gd name="connsiteY51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1788" h="328613">
                  <a:moveTo>
                    <a:pt x="57150" y="244475"/>
                  </a:moveTo>
                  <a:lnTo>
                    <a:pt x="190500" y="244475"/>
                  </a:lnTo>
                  <a:lnTo>
                    <a:pt x="179388" y="266700"/>
                  </a:lnTo>
                  <a:lnTo>
                    <a:pt x="44450" y="266700"/>
                  </a:lnTo>
                  <a:close/>
                  <a:moveTo>
                    <a:pt x="238052" y="236537"/>
                  </a:moveTo>
                  <a:cubicBezTo>
                    <a:pt x="209550" y="263701"/>
                    <a:pt x="238052" y="306387"/>
                    <a:pt x="267850" y="306387"/>
                  </a:cubicBezTo>
                  <a:cubicBezTo>
                    <a:pt x="314490" y="306387"/>
                    <a:pt x="322263" y="253353"/>
                    <a:pt x="308012" y="236537"/>
                  </a:cubicBezTo>
                  <a:cubicBezTo>
                    <a:pt x="308012" y="236537"/>
                    <a:pt x="308012" y="236537"/>
                    <a:pt x="238052" y="236537"/>
                  </a:cubicBezTo>
                  <a:close/>
                  <a:moveTo>
                    <a:pt x="79375" y="198437"/>
                  </a:moveTo>
                  <a:lnTo>
                    <a:pt x="211138" y="198437"/>
                  </a:lnTo>
                  <a:lnTo>
                    <a:pt x="200026" y="220662"/>
                  </a:lnTo>
                  <a:lnTo>
                    <a:pt x="66675" y="220662"/>
                  </a:lnTo>
                  <a:close/>
                  <a:moveTo>
                    <a:pt x="98425" y="152400"/>
                  </a:moveTo>
                  <a:lnTo>
                    <a:pt x="230187" y="152400"/>
                  </a:lnTo>
                  <a:lnTo>
                    <a:pt x="220662" y="174625"/>
                  </a:lnTo>
                  <a:lnTo>
                    <a:pt x="87312" y="174625"/>
                  </a:lnTo>
                  <a:close/>
                  <a:moveTo>
                    <a:pt x="267855" y="20637"/>
                  </a:moveTo>
                  <a:cubicBezTo>
                    <a:pt x="208107" y="20637"/>
                    <a:pt x="215900" y="84187"/>
                    <a:pt x="230188" y="108828"/>
                  </a:cubicBezTo>
                  <a:cubicBezTo>
                    <a:pt x="231487" y="111422"/>
                    <a:pt x="232786" y="114016"/>
                    <a:pt x="234084" y="116610"/>
                  </a:cubicBezTo>
                  <a:cubicBezTo>
                    <a:pt x="235383" y="117907"/>
                    <a:pt x="236682" y="125688"/>
                    <a:pt x="224992" y="125688"/>
                  </a:cubicBezTo>
                  <a:cubicBezTo>
                    <a:pt x="224992" y="125688"/>
                    <a:pt x="224992" y="125688"/>
                    <a:pt x="78221" y="125688"/>
                  </a:cubicBezTo>
                  <a:cubicBezTo>
                    <a:pt x="74324" y="165893"/>
                    <a:pt x="44450" y="202207"/>
                    <a:pt x="28864" y="224255"/>
                  </a:cubicBezTo>
                  <a:cubicBezTo>
                    <a:pt x="21070" y="237225"/>
                    <a:pt x="15875" y="248897"/>
                    <a:pt x="15875" y="263164"/>
                  </a:cubicBezTo>
                  <a:cubicBezTo>
                    <a:pt x="15875" y="287805"/>
                    <a:pt x="35358" y="309853"/>
                    <a:pt x="60036" y="311150"/>
                  </a:cubicBezTo>
                  <a:lnTo>
                    <a:pt x="232786" y="311150"/>
                  </a:lnTo>
                  <a:cubicBezTo>
                    <a:pt x="217199" y="300775"/>
                    <a:pt x="205509" y="282618"/>
                    <a:pt x="205509" y="263164"/>
                  </a:cubicBezTo>
                  <a:cubicBezTo>
                    <a:pt x="205509" y="242412"/>
                    <a:pt x="217199" y="226849"/>
                    <a:pt x="232786" y="213880"/>
                  </a:cubicBezTo>
                  <a:cubicBezTo>
                    <a:pt x="232786" y="213880"/>
                    <a:pt x="312016" y="143846"/>
                    <a:pt x="314614" y="69920"/>
                  </a:cubicBezTo>
                  <a:cubicBezTo>
                    <a:pt x="315913" y="42685"/>
                    <a:pt x="295131" y="20637"/>
                    <a:pt x="267855" y="20637"/>
                  </a:cubicBezTo>
                  <a:close/>
                  <a:moveTo>
                    <a:pt x="64098" y="17462"/>
                  </a:moveTo>
                  <a:cubicBezTo>
                    <a:pt x="39335" y="17462"/>
                    <a:pt x="17178" y="39438"/>
                    <a:pt x="17178" y="65291"/>
                  </a:cubicBezTo>
                  <a:cubicBezTo>
                    <a:pt x="15875" y="93730"/>
                    <a:pt x="31515" y="107950"/>
                    <a:pt x="31515" y="107950"/>
                  </a:cubicBezTo>
                  <a:lnTo>
                    <a:pt x="211373" y="107950"/>
                  </a:lnTo>
                  <a:cubicBezTo>
                    <a:pt x="204857" y="95023"/>
                    <a:pt x="202250" y="78218"/>
                    <a:pt x="202250" y="65291"/>
                  </a:cubicBezTo>
                  <a:cubicBezTo>
                    <a:pt x="202250" y="45901"/>
                    <a:pt x="212677" y="27803"/>
                    <a:pt x="227013" y="17462"/>
                  </a:cubicBezTo>
                  <a:cubicBezTo>
                    <a:pt x="227013" y="17462"/>
                    <a:pt x="227013" y="17462"/>
                    <a:pt x="64098" y="17462"/>
                  </a:cubicBezTo>
                  <a:close/>
                  <a:moveTo>
                    <a:pt x="66098" y="0"/>
                  </a:moveTo>
                  <a:cubicBezTo>
                    <a:pt x="66098" y="0"/>
                    <a:pt x="66098" y="0"/>
                    <a:pt x="263098" y="0"/>
                  </a:cubicBezTo>
                  <a:cubicBezTo>
                    <a:pt x="300683" y="0"/>
                    <a:pt x="331788" y="31050"/>
                    <a:pt x="331788" y="69862"/>
                  </a:cubicBezTo>
                  <a:cubicBezTo>
                    <a:pt x="331788" y="137138"/>
                    <a:pt x="278650" y="194063"/>
                    <a:pt x="255321" y="217350"/>
                  </a:cubicBezTo>
                  <a:cubicBezTo>
                    <a:pt x="255321" y="217350"/>
                    <a:pt x="255321" y="217350"/>
                    <a:pt x="304571" y="217350"/>
                  </a:cubicBezTo>
                  <a:cubicBezTo>
                    <a:pt x="312347" y="217350"/>
                    <a:pt x="318828" y="222525"/>
                    <a:pt x="322716" y="228994"/>
                  </a:cubicBezTo>
                  <a:cubicBezTo>
                    <a:pt x="329196" y="239344"/>
                    <a:pt x="331788" y="250988"/>
                    <a:pt x="331788" y="262632"/>
                  </a:cubicBezTo>
                  <a:cubicBezTo>
                    <a:pt x="331788" y="300151"/>
                    <a:pt x="295499" y="327319"/>
                    <a:pt x="256617" y="327319"/>
                  </a:cubicBezTo>
                  <a:cubicBezTo>
                    <a:pt x="250137" y="327319"/>
                    <a:pt x="58322" y="328613"/>
                    <a:pt x="57026" y="328613"/>
                  </a:cubicBezTo>
                  <a:cubicBezTo>
                    <a:pt x="22033" y="324732"/>
                    <a:pt x="0" y="297563"/>
                    <a:pt x="0" y="262632"/>
                  </a:cubicBezTo>
                  <a:cubicBezTo>
                    <a:pt x="0" y="232875"/>
                    <a:pt x="19441" y="209588"/>
                    <a:pt x="19441" y="209588"/>
                  </a:cubicBezTo>
                  <a:cubicBezTo>
                    <a:pt x="64802" y="147488"/>
                    <a:pt x="60914" y="125494"/>
                    <a:pt x="60914" y="125494"/>
                  </a:cubicBezTo>
                  <a:cubicBezTo>
                    <a:pt x="60914" y="125494"/>
                    <a:pt x="60914" y="125494"/>
                    <a:pt x="33697" y="125494"/>
                  </a:cubicBezTo>
                  <a:cubicBezTo>
                    <a:pt x="28513" y="125494"/>
                    <a:pt x="23329" y="122906"/>
                    <a:pt x="19441" y="119025"/>
                  </a:cubicBezTo>
                  <a:cubicBezTo>
                    <a:pt x="6480" y="106088"/>
                    <a:pt x="0" y="87975"/>
                    <a:pt x="0" y="69862"/>
                  </a:cubicBezTo>
                  <a:cubicBezTo>
                    <a:pt x="0" y="34931"/>
                    <a:pt x="28513" y="0"/>
                    <a:pt x="660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4C3BC3E-25D8-20DD-870A-9A6806D246DD}"/>
              </a:ext>
            </a:extLst>
          </p:cNvPr>
          <p:cNvGrpSpPr/>
          <p:nvPr/>
        </p:nvGrpSpPr>
        <p:grpSpPr>
          <a:xfrm>
            <a:off x="7699190" y="2760613"/>
            <a:ext cx="3789831" cy="922073"/>
            <a:chOff x="1039083" y="1941056"/>
            <a:chExt cx="3167978" cy="770775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A415EB6F-6D5F-C66D-42AD-F018E0CDBCBC}"/>
                </a:ext>
              </a:extLst>
            </p:cNvPr>
            <p:cNvSpPr/>
            <p:nvPr/>
          </p:nvSpPr>
          <p:spPr>
            <a:xfrm>
              <a:off x="1965087" y="1941056"/>
              <a:ext cx="2241974" cy="50554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zh-CN" altLang="en-US" sz="32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双分支</a:t>
              </a:r>
              <a:r>
                <a:rPr lang="en-US" altLang="zh-CN" sz="32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if</a:t>
              </a:r>
              <a:r>
                <a:rPr lang="zh-CN" altLang="en-US" sz="32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结构</a:t>
              </a: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6C7F3708-DC0E-F5A4-2E23-6BF32C74E92F}"/>
                </a:ext>
              </a:extLst>
            </p:cNvPr>
            <p:cNvSpPr/>
            <p:nvPr/>
          </p:nvSpPr>
          <p:spPr>
            <a:xfrm>
              <a:off x="1039083" y="1941056"/>
              <a:ext cx="770775" cy="770775"/>
            </a:xfrm>
            <a:prstGeom prst="ellipse">
              <a:avLst/>
            </a:prstGeom>
            <a:solidFill>
              <a:srgbClr val="B1B5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/>
            </a:p>
          </p:txBody>
        </p:sp>
        <p:sp>
          <p:nvSpPr>
            <p:cNvPr id="47" name="椭圆 152">
              <a:extLst>
                <a:ext uri="{FF2B5EF4-FFF2-40B4-BE49-F238E27FC236}">
                  <a16:creationId xmlns:a16="http://schemas.microsoft.com/office/drawing/2014/main" id="{4B3A416F-D698-2153-557F-0ECB13D42993}"/>
                </a:ext>
              </a:extLst>
            </p:cNvPr>
            <p:cNvSpPr/>
            <p:nvPr/>
          </p:nvSpPr>
          <p:spPr>
            <a:xfrm>
              <a:off x="1194312" y="2161742"/>
              <a:ext cx="460318" cy="329404"/>
            </a:xfrm>
            <a:custGeom>
              <a:avLst/>
              <a:gdLst>
                <a:gd name="connsiteX0" fmla="*/ 71046 w 330544"/>
                <a:gd name="connsiteY0" fmla="*/ 161925 h 236538"/>
                <a:gd name="connsiteX1" fmla="*/ 289130 w 330544"/>
                <a:gd name="connsiteY1" fmla="*/ 161925 h 236538"/>
                <a:gd name="connsiteX2" fmla="*/ 295620 w 330544"/>
                <a:gd name="connsiteY2" fmla="*/ 169644 h 236538"/>
                <a:gd name="connsiteX3" fmla="*/ 289130 w 330544"/>
                <a:gd name="connsiteY3" fmla="*/ 177362 h 236538"/>
                <a:gd name="connsiteX4" fmla="*/ 282639 w 330544"/>
                <a:gd name="connsiteY4" fmla="*/ 177362 h 236538"/>
                <a:gd name="connsiteX5" fmla="*/ 282639 w 330544"/>
                <a:gd name="connsiteY5" fmla="*/ 222387 h 236538"/>
                <a:gd name="connsiteX6" fmla="*/ 289130 w 330544"/>
                <a:gd name="connsiteY6" fmla="*/ 222387 h 236538"/>
                <a:gd name="connsiteX7" fmla="*/ 295620 w 330544"/>
                <a:gd name="connsiteY7" fmla="*/ 230106 h 236538"/>
                <a:gd name="connsiteX8" fmla="*/ 289130 w 330544"/>
                <a:gd name="connsiteY8" fmla="*/ 236538 h 236538"/>
                <a:gd name="connsiteX9" fmla="*/ 71046 w 330544"/>
                <a:gd name="connsiteY9" fmla="*/ 236538 h 236538"/>
                <a:gd name="connsiteX10" fmla="*/ 46382 w 330544"/>
                <a:gd name="connsiteY10" fmla="*/ 213382 h 236538"/>
                <a:gd name="connsiteX11" fmla="*/ 46382 w 330544"/>
                <a:gd name="connsiteY11" fmla="*/ 186367 h 236538"/>
                <a:gd name="connsiteX12" fmla="*/ 71046 w 330544"/>
                <a:gd name="connsiteY12" fmla="*/ 161925 h 236538"/>
                <a:gd name="connsiteX13" fmla="*/ 94007 w 330544"/>
                <a:gd name="connsiteY13" fmla="*/ 104775 h 236538"/>
                <a:gd name="connsiteX14" fmla="*/ 94007 w 330544"/>
                <a:gd name="connsiteY14" fmla="*/ 134938 h 236538"/>
                <a:gd name="connsiteX15" fmla="*/ 304347 w 330544"/>
                <a:gd name="connsiteY15" fmla="*/ 134938 h 236538"/>
                <a:gd name="connsiteX16" fmla="*/ 314670 w 330544"/>
                <a:gd name="connsiteY16" fmla="*/ 123135 h 236538"/>
                <a:gd name="connsiteX17" fmla="*/ 314670 w 330544"/>
                <a:gd name="connsiteY17" fmla="*/ 115267 h 236538"/>
                <a:gd name="connsiteX18" fmla="*/ 304347 w 330544"/>
                <a:gd name="connsiteY18" fmla="*/ 104775 h 236538"/>
                <a:gd name="connsiteX19" fmla="*/ 94007 w 330544"/>
                <a:gd name="connsiteY19" fmla="*/ 104775 h 236538"/>
                <a:gd name="connsiteX20" fmla="*/ 74808 w 330544"/>
                <a:gd name="connsiteY20" fmla="*/ 88900 h 236538"/>
                <a:gd name="connsiteX21" fmla="*/ 304581 w 330544"/>
                <a:gd name="connsiteY21" fmla="*/ 88900 h 236538"/>
                <a:gd name="connsiteX22" fmla="*/ 330544 w 330544"/>
                <a:gd name="connsiteY22" fmla="*/ 114570 h 236538"/>
                <a:gd name="connsiteX23" fmla="*/ 330544 w 330544"/>
                <a:gd name="connsiteY23" fmla="*/ 122271 h 236538"/>
                <a:gd name="connsiteX24" fmla="*/ 304581 w 330544"/>
                <a:gd name="connsiteY24" fmla="*/ 149225 h 236538"/>
                <a:gd name="connsiteX25" fmla="*/ 74808 w 330544"/>
                <a:gd name="connsiteY25" fmla="*/ 149225 h 236538"/>
                <a:gd name="connsiteX26" fmla="*/ 67019 w 330544"/>
                <a:gd name="connsiteY26" fmla="*/ 141524 h 236538"/>
                <a:gd name="connsiteX27" fmla="*/ 74808 w 330544"/>
                <a:gd name="connsiteY27" fmla="*/ 133823 h 236538"/>
                <a:gd name="connsiteX28" fmla="*/ 77404 w 330544"/>
                <a:gd name="connsiteY28" fmla="*/ 133823 h 236538"/>
                <a:gd name="connsiteX29" fmla="*/ 77404 w 330544"/>
                <a:gd name="connsiteY29" fmla="*/ 104302 h 236538"/>
                <a:gd name="connsiteX30" fmla="*/ 74808 w 330544"/>
                <a:gd name="connsiteY30" fmla="*/ 104302 h 236538"/>
                <a:gd name="connsiteX31" fmla="*/ 67019 w 330544"/>
                <a:gd name="connsiteY31" fmla="*/ 96601 h 236538"/>
                <a:gd name="connsiteX32" fmla="*/ 74808 w 330544"/>
                <a:gd name="connsiteY32" fmla="*/ 88900 h 236538"/>
                <a:gd name="connsiteX33" fmla="*/ 25972 w 330544"/>
                <a:gd name="connsiteY33" fmla="*/ 0 h 236538"/>
                <a:gd name="connsiteX34" fmla="*/ 308482 w 330544"/>
                <a:gd name="connsiteY34" fmla="*/ 0 h 236538"/>
                <a:gd name="connsiteX35" fmla="*/ 316257 w 330544"/>
                <a:gd name="connsiteY35" fmla="*/ 7758 h 236538"/>
                <a:gd name="connsiteX36" fmla="*/ 308482 w 330544"/>
                <a:gd name="connsiteY36" fmla="*/ 15517 h 236538"/>
                <a:gd name="connsiteX37" fmla="*/ 252757 w 330544"/>
                <a:gd name="connsiteY37" fmla="*/ 15517 h 236538"/>
                <a:gd name="connsiteX38" fmla="*/ 252757 w 330544"/>
                <a:gd name="connsiteY38" fmla="*/ 69825 h 236538"/>
                <a:gd name="connsiteX39" fmla="*/ 244982 w 330544"/>
                <a:gd name="connsiteY39" fmla="*/ 76290 h 236538"/>
                <a:gd name="connsiteX40" fmla="*/ 89472 w 330544"/>
                <a:gd name="connsiteY40" fmla="*/ 76290 h 236538"/>
                <a:gd name="connsiteX41" fmla="*/ 81696 w 330544"/>
                <a:gd name="connsiteY41" fmla="*/ 69825 h 236538"/>
                <a:gd name="connsiteX42" fmla="*/ 81696 w 330544"/>
                <a:gd name="connsiteY42" fmla="*/ 15517 h 236538"/>
                <a:gd name="connsiteX43" fmla="*/ 33747 w 330544"/>
                <a:gd name="connsiteY43" fmla="*/ 15517 h 236538"/>
                <a:gd name="connsiteX44" fmla="*/ 33747 w 330544"/>
                <a:gd name="connsiteY44" fmla="*/ 107323 h 236538"/>
                <a:gd name="connsiteX45" fmla="*/ 51890 w 330544"/>
                <a:gd name="connsiteY45" fmla="*/ 134477 h 236538"/>
                <a:gd name="connsiteX46" fmla="*/ 50594 w 330544"/>
                <a:gd name="connsiteY46" fmla="*/ 144822 h 236538"/>
                <a:gd name="connsiteX47" fmla="*/ 40227 w 330544"/>
                <a:gd name="connsiteY47" fmla="*/ 143529 h 236538"/>
                <a:gd name="connsiteX48" fmla="*/ 33747 w 330544"/>
                <a:gd name="connsiteY48" fmla="*/ 134477 h 236538"/>
                <a:gd name="connsiteX49" fmla="*/ 33747 w 330544"/>
                <a:gd name="connsiteY49" fmla="*/ 152580 h 236538"/>
                <a:gd name="connsiteX50" fmla="*/ 25972 w 330544"/>
                <a:gd name="connsiteY50" fmla="*/ 160338 h 236538"/>
                <a:gd name="connsiteX51" fmla="*/ 18196 w 330544"/>
                <a:gd name="connsiteY51" fmla="*/ 152580 h 236538"/>
                <a:gd name="connsiteX52" fmla="*/ 18196 w 330544"/>
                <a:gd name="connsiteY52" fmla="*/ 138356 h 236538"/>
                <a:gd name="connsiteX53" fmla="*/ 14308 w 330544"/>
                <a:gd name="connsiteY53" fmla="*/ 146115 h 236538"/>
                <a:gd name="connsiteX54" fmla="*/ 7829 w 330544"/>
                <a:gd name="connsiteY54" fmla="*/ 149994 h 236538"/>
                <a:gd name="connsiteX55" fmla="*/ 3941 w 330544"/>
                <a:gd name="connsiteY55" fmla="*/ 148701 h 236538"/>
                <a:gd name="connsiteX56" fmla="*/ 1349 w 330544"/>
                <a:gd name="connsiteY56" fmla="*/ 138356 h 236538"/>
                <a:gd name="connsiteX57" fmla="*/ 18196 w 330544"/>
                <a:gd name="connsiteY57" fmla="*/ 107323 h 236538"/>
                <a:gd name="connsiteX58" fmla="*/ 18196 w 330544"/>
                <a:gd name="connsiteY58" fmla="*/ 7758 h 236538"/>
                <a:gd name="connsiteX59" fmla="*/ 25972 w 330544"/>
                <a:gd name="connsiteY59" fmla="*/ 0 h 23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30544" h="236538">
                  <a:moveTo>
                    <a:pt x="71046" y="161925"/>
                  </a:moveTo>
                  <a:cubicBezTo>
                    <a:pt x="289130" y="161925"/>
                    <a:pt x="289130" y="161925"/>
                    <a:pt x="289130" y="161925"/>
                  </a:cubicBezTo>
                  <a:cubicBezTo>
                    <a:pt x="293024" y="161925"/>
                    <a:pt x="295620" y="165784"/>
                    <a:pt x="295620" y="169644"/>
                  </a:cubicBezTo>
                  <a:cubicBezTo>
                    <a:pt x="295620" y="173503"/>
                    <a:pt x="293024" y="177362"/>
                    <a:pt x="289130" y="177362"/>
                  </a:cubicBezTo>
                  <a:lnTo>
                    <a:pt x="282639" y="177362"/>
                  </a:lnTo>
                  <a:cubicBezTo>
                    <a:pt x="282639" y="222387"/>
                    <a:pt x="282639" y="222387"/>
                    <a:pt x="282639" y="222387"/>
                  </a:cubicBezTo>
                  <a:cubicBezTo>
                    <a:pt x="289130" y="222387"/>
                    <a:pt x="289130" y="222387"/>
                    <a:pt x="289130" y="222387"/>
                  </a:cubicBezTo>
                  <a:cubicBezTo>
                    <a:pt x="293024" y="222387"/>
                    <a:pt x="295620" y="224960"/>
                    <a:pt x="295620" y="230106"/>
                  </a:cubicBezTo>
                  <a:cubicBezTo>
                    <a:pt x="295620" y="233965"/>
                    <a:pt x="293024" y="236538"/>
                    <a:pt x="289130" y="236538"/>
                  </a:cubicBezTo>
                  <a:cubicBezTo>
                    <a:pt x="71046" y="236538"/>
                    <a:pt x="71046" y="236538"/>
                    <a:pt x="71046" y="236538"/>
                  </a:cubicBezTo>
                  <a:cubicBezTo>
                    <a:pt x="56767" y="236538"/>
                    <a:pt x="46382" y="226247"/>
                    <a:pt x="46382" y="213382"/>
                  </a:cubicBezTo>
                  <a:cubicBezTo>
                    <a:pt x="46382" y="186367"/>
                    <a:pt x="46382" y="186367"/>
                    <a:pt x="46382" y="186367"/>
                  </a:cubicBezTo>
                  <a:cubicBezTo>
                    <a:pt x="46382" y="172217"/>
                    <a:pt x="56767" y="161925"/>
                    <a:pt x="71046" y="161925"/>
                  </a:cubicBezTo>
                  <a:close/>
                  <a:moveTo>
                    <a:pt x="94007" y="104775"/>
                  </a:moveTo>
                  <a:cubicBezTo>
                    <a:pt x="94007" y="134938"/>
                    <a:pt x="94007" y="134938"/>
                    <a:pt x="94007" y="134938"/>
                  </a:cubicBezTo>
                  <a:cubicBezTo>
                    <a:pt x="304347" y="134938"/>
                    <a:pt x="304347" y="134938"/>
                    <a:pt x="304347" y="134938"/>
                  </a:cubicBezTo>
                  <a:cubicBezTo>
                    <a:pt x="310799" y="134938"/>
                    <a:pt x="314670" y="129692"/>
                    <a:pt x="314670" y="123135"/>
                  </a:cubicBezTo>
                  <a:lnTo>
                    <a:pt x="314670" y="115267"/>
                  </a:lnTo>
                  <a:cubicBezTo>
                    <a:pt x="314670" y="108709"/>
                    <a:pt x="310799" y="104775"/>
                    <a:pt x="304347" y="104775"/>
                  </a:cubicBezTo>
                  <a:cubicBezTo>
                    <a:pt x="94007" y="104775"/>
                    <a:pt x="94007" y="104775"/>
                    <a:pt x="94007" y="104775"/>
                  </a:cubicBezTo>
                  <a:close/>
                  <a:moveTo>
                    <a:pt x="74808" y="88900"/>
                  </a:moveTo>
                  <a:cubicBezTo>
                    <a:pt x="304581" y="88900"/>
                    <a:pt x="304581" y="88900"/>
                    <a:pt x="304581" y="88900"/>
                  </a:cubicBezTo>
                  <a:cubicBezTo>
                    <a:pt x="318861" y="88900"/>
                    <a:pt x="330544" y="100452"/>
                    <a:pt x="330544" y="114570"/>
                  </a:cubicBezTo>
                  <a:cubicBezTo>
                    <a:pt x="330544" y="122271"/>
                    <a:pt x="330544" y="122271"/>
                    <a:pt x="330544" y="122271"/>
                  </a:cubicBezTo>
                  <a:cubicBezTo>
                    <a:pt x="330544" y="137674"/>
                    <a:pt x="318861" y="149225"/>
                    <a:pt x="304581" y="149225"/>
                  </a:cubicBezTo>
                  <a:cubicBezTo>
                    <a:pt x="74808" y="149225"/>
                    <a:pt x="74808" y="149225"/>
                    <a:pt x="74808" y="149225"/>
                  </a:cubicBezTo>
                  <a:cubicBezTo>
                    <a:pt x="70914" y="149225"/>
                    <a:pt x="67019" y="145375"/>
                    <a:pt x="67019" y="141524"/>
                  </a:cubicBezTo>
                  <a:cubicBezTo>
                    <a:pt x="67019" y="136390"/>
                    <a:pt x="70914" y="133823"/>
                    <a:pt x="74808" y="133823"/>
                  </a:cubicBezTo>
                  <a:cubicBezTo>
                    <a:pt x="77404" y="133823"/>
                    <a:pt x="77404" y="133823"/>
                    <a:pt x="77404" y="133823"/>
                  </a:cubicBezTo>
                  <a:cubicBezTo>
                    <a:pt x="77404" y="104302"/>
                    <a:pt x="77404" y="104302"/>
                    <a:pt x="77404" y="104302"/>
                  </a:cubicBezTo>
                  <a:cubicBezTo>
                    <a:pt x="74808" y="104302"/>
                    <a:pt x="74808" y="104302"/>
                    <a:pt x="74808" y="104302"/>
                  </a:cubicBezTo>
                  <a:cubicBezTo>
                    <a:pt x="70914" y="104302"/>
                    <a:pt x="67019" y="100452"/>
                    <a:pt x="67019" y="96601"/>
                  </a:cubicBezTo>
                  <a:cubicBezTo>
                    <a:pt x="67019" y="92751"/>
                    <a:pt x="70914" y="88900"/>
                    <a:pt x="74808" y="88900"/>
                  </a:cubicBezTo>
                  <a:close/>
                  <a:moveTo>
                    <a:pt x="25972" y="0"/>
                  </a:moveTo>
                  <a:cubicBezTo>
                    <a:pt x="25972" y="0"/>
                    <a:pt x="25972" y="0"/>
                    <a:pt x="308482" y="0"/>
                  </a:cubicBezTo>
                  <a:cubicBezTo>
                    <a:pt x="312369" y="0"/>
                    <a:pt x="316257" y="3879"/>
                    <a:pt x="316257" y="7758"/>
                  </a:cubicBezTo>
                  <a:cubicBezTo>
                    <a:pt x="316257" y="11638"/>
                    <a:pt x="312369" y="15517"/>
                    <a:pt x="308482" y="15517"/>
                  </a:cubicBezTo>
                  <a:cubicBezTo>
                    <a:pt x="308482" y="15517"/>
                    <a:pt x="308482" y="15517"/>
                    <a:pt x="252757" y="15517"/>
                  </a:cubicBezTo>
                  <a:cubicBezTo>
                    <a:pt x="252757" y="15517"/>
                    <a:pt x="252757" y="15517"/>
                    <a:pt x="252757" y="69825"/>
                  </a:cubicBezTo>
                  <a:cubicBezTo>
                    <a:pt x="252757" y="73704"/>
                    <a:pt x="248869" y="76290"/>
                    <a:pt x="244982" y="76290"/>
                  </a:cubicBezTo>
                  <a:cubicBezTo>
                    <a:pt x="244982" y="76290"/>
                    <a:pt x="244982" y="76290"/>
                    <a:pt x="89472" y="76290"/>
                  </a:cubicBezTo>
                  <a:cubicBezTo>
                    <a:pt x="84288" y="76290"/>
                    <a:pt x="81696" y="73704"/>
                    <a:pt x="81696" y="69825"/>
                  </a:cubicBezTo>
                  <a:cubicBezTo>
                    <a:pt x="81696" y="69825"/>
                    <a:pt x="81696" y="69825"/>
                    <a:pt x="81696" y="15517"/>
                  </a:cubicBezTo>
                  <a:cubicBezTo>
                    <a:pt x="81696" y="15517"/>
                    <a:pt x="81696" y="15517"/>
                    <a:pt x="33747" y="15517"/>
                  </a:cubicBezTo>
                  <a:cubicBezTo>
                    <a:pt x="33747" y="15517"/>
                    <a:pt x="33747" y="15517"/>
                    <a:pt x="33747" y="107323"/>
                  </a:cubicBezTo>
                  <a:cubicBezTo>
                    <a:pt x="33747" y="107323"/>
                    <a:pt x="33747" y="107323"/>
                    <a:pt x="51890" y="134477"/>
                  </a:cubicBezTo>
                  <a:cubicBezTo>
                    <a:pt x="54482" y="138356"/>
                    <a:pt x="54482" y="142235"/>
                    <a:pt x="50594" y="144822"/>
                  </a:cubicBezTo>
                  <a:cubicBezTo>
                    <a:pt x="46706" y="147408"/>
                    <a:pt x="42818" y="146115"/>
                    <a:pt x="40227" y="143529"/>
                  </a:cubicBezTo>
                  <a:cubicBezTo>
                    <a:pt x="40227" y="143529"/>
                    <a:pt x="40227" y="143529"/>
                    <a:pt x="33747" y="134477"/>
                  </a:cubicBezTo>
                  <a:cubicBezTo>
                    <a:pt x="33747" y="134477"/>
                    <a:pt x="33747" y="134477"/>
                    <a:pt x="33747" y="152580"/>
                  </a:cubicBezTo>
                  <a:cubicBezTo>
                    <a:pt x="33747" y="157752"/>
                    <a:pt x="29859" y="160338"/>
                    <a:pt x="25972" y="160338"/>
                  </a:cubicBezTo>
                  <a:cubicBezTo>
                    <a:pt x="22084" y="160338"/>
                    <a:pt x="18196" y="157752"/>
                    <a:pt x="18196" y="152580"/>
                  </a:cubicBezTo>
                  <a:cubicBezTo>
                    <a:pt x="18196" y="152580"/>
                    <a:pt x="18196" y="152580"/>
                    <a:pt x="18196" y="138356"/>
                  </a:cubicBezTo>
                  <a:cubicBezTo>
                    <a:pt x="18196" y="138356"/>
                    <a:pt x="18196" y="138356"/>
                    <a:pt x="14308" y="146115"/>
                  </a:cubicBezTo>
                  <a:cubicBezTo>
                    <a:pt x="13012" y="147408"/>
                    <a:pt x="10421" y="149994"/>
                    <a:pt x="7829" y="149994"/>
                  </a:cubicBezTo>
                  <a:cubicBezTo>
                    <a:pt x="6533" y="149994"/>
                    <a:pt x="5237" y="148701"/>
                    <a:pt x="3941" y="148701"/>
                  </a:cubicBezTo>
                  <a:cubicBezTo>
                    <a:pt x="53" y="146115"/>
                    <a:pt x="-1243" y="142235"/>
                    <a:pt x="1349" y="138356"/>
                  </a:cubicBezTo>
                  <a:cubicBezTo>
                    <a:pt x="1349" y="138356"/>
                    <a:pt x="1349" y="138356"/>
                    <a:pt x="18196" y="107323"/>
                  </a:cubicBezTo>
                  <a:cubicBezTo>
                    <a:pt x="18196" y="107323"/>
                    <a:pt x="18196" y="107323"/>
                    <a:pt x="18196" y="7758"/>
                  </a:cubicBezTo>
                  <a:cubicBezTo>
                    <a:pt x="18196" y="3879"/>
                    <a:pt x="22084" y="0"/>
                    <a:pt x="2597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52DE053-448D-D9FA-CD18-6EC0BF4A1D90}"/>
              </a:ext>
            </a:extLst>
          </p:cNvPr>
          <p:cNvGrpSpPr/>
          <p:nvPr/>
        </p:nvGrpSpPr>
        <p:grpSpPr>
          <a:xfrm>
            <a:off x="7699190" y="4244353"/>
            <a:ext cx="3789831" cy="922073"/>
            <a:chOff x="1039083" y="1941056"/>
            <a:chExt cx="3167978" cy="770775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6CE9FBB-117B-627C-A7C1-B197CC41007F}"/>
                </a:ext>
              </a:extLst>
            </p:cNvPr>
            <p:cNvSpPr/>
            <p:nvPr/>
          </p:nvSpPr>
          <p:spPr>
            <a:xfrm>
              <a:off x="1965087" y="1941056"/>
              <a:ext cx="2241974" cy="50554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zh-CN" altLang="en-US" sz="32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多分支</a:t>
              </a:r>
              <a:r>
                <a:rPr lang="en-US" altLang="zh-CN" sz="32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if</a:t>
              </a:r>
              <a:r>
                <a:rPr lang="zh-CN" altLang="en-US" sz="32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结构</a:t>
              </a: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AA1EA632-07FA-4627-2227-5A27E21229F4}"/>
                </a:ext>
              </a:extLst>
            </p:cNvPr>
            <p:cNvSpPr/>
            <p:nvPr/>
          </p:nvSpPr>
          <p:spPr>
            <a:xfrm>
              <a:off x="1039083" y="1941056"/>
              <a:ext cx="770775" cy="770775"/>
            </a:xfrm>
            <a:prstGeom prst="ellipse">
              <a:avLst/>
            </a:prstGeom>
            <a:solidFill>
              <a:srgbClr val="ACC0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/>
            </a:p>
          </p:txBody>
        </p:sp>
        <p:sp>
          <p:nvSpPr>
            <p:cNvPr id="51" name="椭圆 158">
              <a:extLst>
                <a:ext uri="{FF2B5EF4-FFF2-40B4-BE49-F238E27FC236}">
                  <a16:creationId xmlns:a16="http://schemas.microsoft.com/office/drawing/2014/main" id="{008B39A6-969F-A5A1-5C7A-FF2DA8D9556B}"/>
                </a:ext>
              </a:extLst>
            </p:cNvPr>
            <p:cNvSpPr/>
            <p:nvPr/>
          </p:nvSpPr>
          <p:spPr>
            <a:xfrm>
              <a:off x="1194312" y="2098487"/>
              <a:ext cx="460318" cy="455913"/>
            </a:xfrm>
            <a:custGeom>
              <a:avLst/>
              <a:gdLst>
                <a:gd name="connsiteX0" fmla="*/ 242094 w 331788"/>
                <a:gd name="connsiteY0" fmla="*/ 203585 h 328613"/>
                <a:gd name="connsiteX1" fmla="*/ 214264 w 331788"/>
                <a:gd name="connsiteY1" fmla="*/ 214264 h 328613"/>
                <a:gd name="connsiteX2" fmla="*/ 214264 w 331788"/>
                <a:gd name="connsiteY2" fmla="*/ 269924 h 328613"/>
                <a:gd name="connsiteX3" fmla="*/ 269924 w 331788"/>
                <a:gd name="connsiteY3" fmla="*/ 269924 h 328613"/>
                <a:gd name="connsiteX4" fmla="*/ 269924 w 331788"/>
                <a:gd name="connsiteY4" fmla="*/ 214264 h 328613"/>
                <a:gd name="connsiteX5" fmla="*/ 242094 w 331788"/>
                <a:gd name="connsiteY5" fmla="*/ 203585 h 328613"/>
                <a:gd name="connsiteX6" fmla="*/ 85725 w 331788"/>
                <a:gd name="connsiteY6" fmla="*/ 200752 h 328613"/>
                <a:gd name="connsiteX7" fmla="*/ 136525 w 331788"/>
                <a:gd name="connsiteY7" fmla="*/ 207698 h 328613"/>
                <a:gd name="connsiteX8" fmla="*/ 132667 w 331788"/>
                <a:gd name="connsiteY8" fmla="*/ 222250 h 328613"/>
                <a:gd name="connsiteX9" fmla="*/ 38783 w 331788"/>
                <a:gd name="connsiteY9" fmla="*/ 222250 h 328613"/>
                <a:gd name="connsiteX10" fmla="*/ 34925 w 331788"/>
                <a:gd name="connsiteY10" fmla="*/ 207698 h 328613"/>
                <a:gd name="connsiteX11" fmla="*/ 85725 w 331788"/>
                <a:gd name="connsiteY11" fmla="*/ 200752 h 328613"/>
                <a:gd name="connsiteX12" fmla="*/ 86038 w 331788"/>
                <a:gd name="connsiteY12" fmla="*/ 150283 h 328613"/>
                <a:gd name="connsiteX13" fmla="*/ 136525 w 331788"/>
                <a:gd name="connsiteY13" fmla="*/ 158221 h 328613"/>
                <a:gd name="connsiteX14" fmla="*/ 132678 w 331788"/>
                <a:gd name="connsiteY14" fmla="*/ 171450 h 328613"/>
                <a:gd name="connsiteX15" fmla="*/ 39076 w 331788"/>
                <a:gd name="connsiteY15" fmla="*/ 171450 h 328613"/>
                <a:gd name="connsiteX16" fmla="*/ 36512 w 331788"/>
                <a:gd name="connsiteY16" fmla="*/ 158221 h 328613"/>
                <a:gd name="connsiteX17" fmla="*/ 86038 w 331788"/>
                <a:gd name="connsiteY17" fmla="*/ 150283 h 328613"/>
                <a:gd name="connsiteX18" fmla="*/ 243681 w 331788"/>
                <a:gd name="connsiteY18" fmla="*/ 148724 h 328613"/>
                <a:gd name="connsiteX19" fmla="*/ 295275 w 331788"/>
                <a:gd name="connsiteY19" fmla="*/ 156745 h 328613"/>
                <a:gd name="connsiteX20" fmla="*/ 292663 w 331788"/>
                <a:gd name="connsiteY20" fmla="*/ 171450 h 328613"/>
                <a:gd name="connsiteX21" fmla="*/ 197312 w 331788"/>
                <a:gd name="connsiteY21" fmla="*/ 171450 h 328613"/>
                <a:gd name="connsiteX22" fmla="*/ 192087 w 331788"/>
                <a:gd name="connsiteY22" fmla="*/ 156745 h 328613"/>
                <a:gd name="connsiteX23" fmla="*/ 243681 w 331788"/>
                <a:gd name="connsiteY23" fmla="*/ 148724 h 328613"/>
                <a:gd name="connsiteX24" fmla="*/ 86038 w 331788"/>
                <a:gd name="connsiteY24" fmla="*/ 99483 h 328613"/>
                <a:gd name="connsiteX25" fmla="*/ 136525 w 331788"/>
                <a:gd name="connsiteY25" fmla="*/ 107421 h 328613"/>
                <a:gd name="connsiteX26" fmla="*/ 132678 w 331788"/>
                <a:gd name="connsiteY26" fmla="*/ 120650 h 328613"/>
                <a:gd name="connsiteX27" fmla="*/ 39076 w 331788"/>
                <a:gd name="connsiteY27" fmla="*/ 120650 h 328613"/>
                <a:gd name="connsiteX28" fmla="*/ 36512 w 331788"/>
                <a:gd name="connsiteY28" fmla="*/ 107421 h 328613"/>
                <a:gd name="connsiteX29" fmla="*/ 86038 w 331788"/>
                <a:gd name="connsiteY29" fmla="*/ 99483 h 328613"/>
                <a:gd name="connsiteX30" fmla="*/ 243681 w 331788"/>
                <a:gd name="connsiteY30" fmla="*/ 99152 h 328613"/>
                <a:gd name="connsiteX31" fmla="*/ 295275 w 331788"/>
                <a:gd name="connsiteY31" fmla="*/ 106098 h 328613"/>
                <a:gd name="connsiteX32" fmla="*/ 292663 w 331788"/>
                <a:gd name="connsiteY32" fmla="*/ 120650 h 328613"/>
                <a:gd name="connsiteX33" fmla="*/ 196006 w 331788"/>
                <a:gd name="connsiteY33" fmla="*/ 120650 h 328613"/>
                <a:gd name="connsiteX34" fmla="*/ 192087 w 331788"/>
                <a:gd name="connsiteY34" fmla="*/ 106098 h 328613"/>
                <a:gd name="connsiteX35" fmla="*/ 243681 w 331788"/>
                <a:gd name="connsiteY35" fmla="*/ 99152 h 328613"/>
                <a:gd name="connsiteX36" fmla="*/ 243681 w 331788"/>
                <a:gd name="connsiteY36" fmla="*/ 48711 h 328613"/>
                <a:gd name="connsiteX37" fmla="*/ 295275 w 331788"/>
                <a:gd name="connsiteY37" fmla="*/ 56732 h 328613"/>
                <a:gd name="connsiteX38" fmla="*/ 292663 w 331788"/>
                <a:gd name="connsiteY38" fmla="*/ 71437 h 328613"/>
                <a:gd name="connsiteX39" fmla="*/ 197312 w 331788"/>
                <a:gd name="connsiteY39" fmla="*/ 71437 h 328613"/>
                <a:gd name="connsiteX40" fmla="*/ 192087 w 331788"/>
                <a:gd name="connsiteY40" fmla="*/ 56732 h 328613"/>
                <a:gd name="connsiteX41" fmla="*/ 243681 w 331788"/>
                <a:gd name="connsiteY41" fmla="*/ 48711 h 328613"/>
                <a:gd name="connsiteX42" fmla="*/ 85725 w 331788"/>
                <a:gd name="connsiteY42" fmla="*/ 48683 h 328613"/>
                <a:gd name="connsiteX43" fmla="*/ 136525 w 331788"/>
                <a:gd name="connsiteY43" fmla="*/ 56621 h 328613"/>
                <a:gd name="connsiteX44" fmla="*/ 132667 w 331788"/>
                <a:gd name="connsiteY44" fmla="*/ 69850 h 328613"/>
                <a:gd name="connsiteX45" fmla="*/ 38783 w 331788"/>
                <a:gd name="connsiteY45" fmla="*/ 69850 h 328613"/>
                <a:gd name="connsiteX46" fmla="*/ 34925 w 331788"/>
                <a:gd name="connsiteY46" fmla="*/ 56621 h 328613"/>
                <a:gd name="connsiteX47" fmla="*/ 85725 w 331788"/>
                <a:gd name="connsiteY47" fmla="*/ 48683 h 328613"/>
                <a:gd name="connsiteX48" fmla="*/ 245779 w 331788"/>
                <a:gd name="connsiteY48" fmla="*/ 12700 h 328613"/>
                <a:gd name="connsiteX49" fmla="*/ 171450 w 331788"/>
                <a:gd name="connsiteY49" fmla="*/ 28215 h 328613"/>
                <a:gd name="connsiteX50" fmla="*/ 171450 w 331788"/>
                <a:gd name="connsiteY50" fmla="*/ 263525 h 328613"/>
                <a:gd name="connsiteX51" fmla="*/ 192314 w 331788"/>
                <a:gd name="connsiteY51" fmla="*/ 257061 h 328613"/>
                <a:gd name="connsiteX52" fmla="*/ 205355 w 331788"/>
                <a:gd name="connsiteY52" fmla="*/ 205344 h 328613"/>
                <a:gd name="connsiteX53" fmla="*/ 279684 w 331788"/>
                <a:gd name="connsiteY53" fmla="*/ 205344 h 328613"/>
                <a:gd name="connsiteX54" fmla="*/ 294028 w 331788"/>
                <a:gd name="connsiteY54" fmla="*/ 257061 h 328613"/>
                <a:gd name="connsiteX55" fmla="*/ 317500 w 331788"/>
                <a:gd name="connsiteY55" fmla="*/ 263525 h 328613"/>
                <a:gd name="connsiteX56" fmla="*/ 317500 w 331788"/>
                <a:gd name="connsiteY56" fmla="*/ 28215 h 328613"/>
                <a:gd name="connsiteX57" fmla="*/ 245779 w 331788"/>
                <a:gd name="connsiteY57" fmla="*/ 12700 h 328613"/>
                <a:gd name="connsiteX58" fmla="*/ 84931 w 331788"/>
                <a:gd name="connsiteY58" fmla="*/ 12700 h 328613"/>
                <a:gd name="connsiteX59" fmla="*/ 12700 w 331788"/>
                <a:gd name="connsiteY59" fmla="*/ 28215 h 328613"/>
                <a:gd name="connsiteX60" fmla="*/ 12700 w 331788"/>
                <a:gd name="connsiteY60" fmla="*/ 263525 h 328613"/>
                <a:gd name="connsiteX61" fmla="*/ 84931 w 331788"/>
                <a:gd name="connsiteY61" fmla="*/ 249303 h 328613"/>
                <a:gd name="connsiteX62" fmla="*/ 157163 w 331788"/>
                <a:gd name="connsiteY62" fmla="*/ 263525 h 328613"/>
                <a:gd name="connsiteX63" fmla="*/ 157163 w 331788"/>
                <a:gd name="connsiteY63" fmla="*/ 28215 h 328613"/>
                <a:gd name="connsiteX64" fmla="*/ 84931 w 331788"/>
                <a:gd name="connsiteY64" fmla="*/ 12700 h 328613"/>
                <a:gd name="connsiteX65" fmla="*/ 86835 w 331788"/>
                <a:gd name="connsiteY65" fmla="*/ 0 h 328613"/>
                <a:gd name="connsiteX66" fmla="*/ 165894 w 331788"/>
                <a:gd name="connsiteY66" fmla="*/ 15525 h 328613"/>
                <a:gd name="connsiteX67" fmla="*/ 244953 w 331788"/>
                <a:gd name="connsiteY67" fmla="*/ 0 h 328613"/>
                <a:gd name="connsiteX68" fmla="*/ 326604 w 331788"/>
                <a:gd name="connsiteY68" fmla="*/ 16819 h 328613"/>
                <a:gd name="connsiteX69" fmla="*/ 331788 w 331788"/>
                <a:gd name="connsiteY69" fmla="*/ 23288 h 328613"/>
                <a:gd name="connsiteX70" fmla="*/ 331788 w 331788"/>
                <a:gd name="connsiteY70" fmla="*/ 274276 h 328613"/>
                <a:gd name="connsiteX71" fmla="*/ 322716 w 331788"/>
                <a:gd name="connsiteY71" fmla="*/ 280744 h 328613"/>
                <a:gd name="connsiteX72" fmla="*/ 289019 w 331788"/>
                <a:gd name="connsiteY72" fmla="*/ 269101 h 328613"/>
                <a:gd name="connsiteX73" fmla="*/ 285130 w 331788"/>
                <a:gd name="connsiteY73" fmla="*/ 274276 h 328613"/>
                <a:gd name="connsiteX74" fmla="*/ 329196 w 331788"/>
                <a:gd name="connsiteY74" fmla="*/ 318263 h 328613"/>
                <a:gd name="connsiteX75" fmla="*/ 318828 w 331788"/>
                <a:gd name="connsiteY75" fmla="*/ 328613 h 328613"/>
                <a:gd name="connsiteX76" fmla="*/ 274762 w 331788"/>
                <a:gd name="connsiteY76" fmla="*/ 284626 h 328613"/>
                <a:gd name="connsiteX77" fmla="*/ 206072 w 331788"/>
                <a:gd name="connsiteY77" fmla="*/ 279451 h 328613"/>
                <a:gd name="connsiteX78" fmla="*/ 198295 w 331788"/>
                <a:gd name="connsiteY78" fmla="*/ 270394 h 328613"/>
                <a:gd name="connsiteX79" fmla="*/ 167190 w 331788"/>
                <a:gd name="connsiteY79" fmla="*/ 280744 h 328613"/>
                <a:gd name="connsiteX80" fmla="*/ 163302 w 331788"/>
                <a:gd name="connsiteY80" fmla="*/ 280744 h 328613"/>
                <a:gd name="connsiteX81" fmla="*/ 85539 w 331788"/>
                <a:gd name="connsiteY81" fmla="*/ 263926 h 328613"/>
                <a:gd name="connsiteX82" fmla="*/ 9072 w 331788"/>
                <a:gd name="connsiteY82" fmla="*/ 280744 h 328613"/>
                <a:gd name="connsiteX83" fmla="*/ 0 w 331788"/>
                <a:gd name="connsiteY83" fmla="*/ 274276 h 328613"/>
                <a:gd name="connsiteX84" fmla="*/ 0 w 331788"/>
                <a:gd name="connsiteY84" fmla="*/ 23288 h 328613"/>
                <a:gd name="connsiteX85" fmla="*/ 5184 w 331788"/>
                <a:gd name="connsiteY85" fmla="*/ 16819 h 328613"/>
                <a:gd name="connsiteX86" fmla="*/ 86835 w 331788"/>
                <a:gd name="connsiteY86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1788" h="328613">
                  <a:moveTo>
                    <a:pt x="242094" y="203585"/>
                  </a:moveTo>
                  <a:cubicBezTo>
                    <a:pt x="232062" y="203585"/>
                    <a:pt x="222031" y="207145"/>
                    <a:pt x="214264" y="214264"/>
                  </a:cubicBezTo>
                  <a:cubicBezTo>
                    <a:pt x="200025" y="229797"/>
                    <a:pt x="200025" y="254391"/>
                    <a:pt x="214264" y="269924"/>
                  </a:cubicBezTo>
                  <a:cubicBezTo>
                    <a:pt x="229797" y="284163"/>
                    <a:pt x="254391" y="284163"/>
                    <a:pt x="269924" y="269924"/>
                  </a:cubicBezTo>
                  <a:cubicBezTo>
                    <a:pt x="284163" y="254391"/>
                    <a:pt x="284163" y="229797"/>
                    <a:pt x="269924" y="214264"/>
                  </a:cubicBezTo>
                  <a:cubicBezTo>
                    <a:pt x="262158" y="207145"/>
                    <a:pt x="252126" y="203585"/>
                    <a:pt x="242094" y="203585"/>
                  </a:cubicBezTo>
                  <a:close/>
                  <a:moveTo>
                    <a:pt x="85725" y="200752"/>
                  </a:moveTo>
                  <a:cubicBezTo>
                    <a:pt x="102122" y="200752"/>
                    <a:pt x="118520" y="203067"/>
                    <a:pt x="136525" y="207698"/>
                  </a:cubicBezTo>
                  <a:cubicBezTo>
                    <a:pt x="136525" y="207698"/>
                    <a:pt x="136525" y="207698"/>
                    <a:pt x="132667" y="222250"/>
                  </a:cubicBezTo>
                  <a:cubicBezTo>
                    <a:pt x="99229" y="211667"/>
                    <a:pt x="72221" y="211667"/>
                    <a:pt x="38783" y="222250"/>
                  </a:cubicBezTo>
                  <a:cubicBezTo>
                    <a:pt x="38783" y="222250"/>
                    <a:pt x="38783" y="222250"/>
                    <a:pt x="34925" y="207698"/>
                  </a:cubicBezTo>
                  <a:cubicBezTo>
                    <a:pt x="52930" y="203067"/>
                    <a:pt x="69327" y="200752"/>
                    <a:pt x="85725" y="200752"/>
                  </a:cubicBezTo>
                  <a:close/>
                  <a:moveTo>
                    <a:pt x="86038" y="150283"/>
                  </a:moveTo>
                  <a:cubicBezTo>
                    <a:pt x="102226" y="150283"/>
                    <a:pt x="118574" y="152929"/>
                    <a:pt x="136525" y="158221"/>
                  </a:cubicBezTo>
                  <a:cubicBezTo>
                    <a:pt x="136525" y="158221"/>
                    <a:pt x="136525" y="158221"/>
                    <a:pt x="132678" y="171450"/>
                  </a:cubicBezTo>
                  <a:cubicBezTo>
                    <a:pt x="99341" y="162190"/>
                    <a:pt x="72414" y="162190"/>
                    <a:pt x="39076" y="171450"/>
                  </a:cubicBezTo>
                  <a:cubicBezTo>
                    <a:pt x="39076" y="171450"/>
                    <a:pt x="39076" y="171450"/>
                    <a:pt x="36512" y="158221"/>
                  </a:cubicBezTo>
                  <a:cubicBezTo>
                    <a:pt x="53822" y="152929"/>
                    <a:pt x="69850" y="150283"/>
                    <a:pt x="86038" y="150283"/>
                  </a:cubicBezTo>
                  <a:close/>
                  <a:moveTo>
                    <a:pt x="243681" y="148724"/>
                  </a:moveTo>
                  <a:cubicBezTo>
                    <a:pt x="260335" y="148724"/>
                    <a:pt x="276989" y="151398"/>
                    <a:pt x="295275" y="156745"/>
                  </a:cubicBezTo>
                  <a:cubicBezTo>
                    <a:pt x="295275" y="156745"/>
                    <a:pt x="295275" y="156745"/>
                    <a:pt x="292663" y="171450"/>
                  </a:cubicBezTo>
                  <a:cubicBezTo>
                    <a:pt x="257396" y="162092"/>
                    <a:pt x="231272" y="162092"/>
                    <a:pt x="197312" y="171450"/>
                  </a:cubicBezTo>
                  <a:cubicBezTo>
                    <a:pt x="197312" y="171450"/>
                    <a:pt x="197312" y="171450"/>
                    <a:pt x="192087" y="156745"/>
                  </a:cubicBezTo>
                  <a:cubicBezTo>
                    <a:pt x="210374" y="151398"/>
                    <a:pt x="227027" y="148724"/>
                    <a:pt x="243681" y="148724"/>
                  </a:cubicBezTo>
                  <a:close/>
                  <a:moveTo>
                    <a:pt x="86038" y="99483"/>
                  </a:moveTo>
                  <a:cubicBezTo>
                    <a:pt x="102226" y="99483"/>
                    <a:pt x="118574" y="102129"/>
                    <a:pt x="136525" y="107421"/>
                  </a:cubicBezTo>
                  <a:cubicBezTo>
                    <a:pt x="136525" y="107421"/>
                    <a:pt x="136525" y="107421"/>
                    <a:pt x="132678" y="120650"/>
                  </a:cubicBezTo>
                  <a:cubicBezTo>
                    <a:pt x="99341" y="111390"/>
                    <a:pt x="72414" y="111390"/>
                    <a:pt x="39076" y="120650"/>
                  </a:cubicBezTo>
                  <a:cubicBezTo>
                    <a:pt x="39076" y="120650"/>
                    <a:pt x="39076" y="120650"/>
                    <a:pt x="36512" y="107421"/>
                  </a:cubicBezTo>
                  <a:cubicBezTo>
                    <a:pt x="53822" y="102129"/>
                    <a:pt x="69850" y="99483"/>
                    <a:pt x="86038" y="99483"/>
                  </a:cubicBezTo>
                  <a:close/>
                  <a:moveTo>
                    <a:pt x="243681" y="99152"/>
                  </a:moveTo>
                  <a:cubicBezTo>
                    <a:pt x="260335" y="99152"/>
                    <a:pt x="276989" y="101467"/>
                    <a:pt x="295275" y="106098"/>
                  </a:cubicBezTo>
                  <a:cubicBezTo>
                    <a:pt x="295275" y="106098"/>
                    <a:pt x="295275" y="106098"/>
                    <a:pt x="292663" y="120650"/>
                  </a:cubicBezTo>
                  <a:cubicBezTo>
                    <a:pt x="257396" y="111390"/>
                    <a:pt x="231272" y="111390"/>
                    <a:pt x="196006" y="120650"/>
                  </a:cubicBezTo>
                  <a:cubicBezTo>
                    <a:pt x="196006" y="120650"/>
                    <a:pt x="196006" y="120650"/>
                    <a:pt x="192087" y="106098"/>
                  </a:cubicBezTo>
                  <a:cubicBezTo>
                    <a:pt x="210374" y="101467"/>
                    <a:pt x="227027" y="99152"/>
                    <a:pt x="243681" y="99152"/>
                  </a:cubicBezTo>
                  <a:close/>
                  <a:moveTo>
                    <a:pt x="243681" y="48711"/>
                  </a:moveTo>
                  <a:cubicBezTo>
                    <a:pt x="260335" y="48711"/>
                    <a:pt x="276989" y="51385"/>
                    <a:pt x="295275" y="56732"/>
                  </a:cubicBezTo>
                  <a:cubicBezTo>
                    <a:pt x="295275" y="56732"/>
                    <a:pt x="295275" y="56732"/>
                    <a:pt x="292663" y="71437"/>
                  </a:cubicBezTo>
                  <a:cubicBezTo>
                    <a:pt x="257396" y="60742"/>
                    <a:pt x="231272" y="60742"/>
                    <a:pt x="197312" y="71437"/>
                  </a:cubicBezTo>
                  <a:cubicBezTo>
                    <a:pt x="197312" y="71437"/>
                    <a:pt x="197312" y="71437"/>
                    <a:pt x="192087" y="56732"/>
                  </a:cubicBezTo>
                  <a:cubicBezTo>
                    <a:pt x="210374" y="51385"/>
                    <a:pt x="227027" y="48711"/>
                    <a:pt x="243681" y="48711"/>
                  </a:cubicBezTo>
                  <a:close/>
                  <a:moveTo>
                    <a:pt x="85725" y="48683"/>
                  </a:moveTo>
                  <a:cubicBezTo>
                    <a:pt x="102122" y="48683"/>
                    <a:pt x="118520" y="51329"/>
                    <a:pt x="136525" y="56621"/>
                  </a:cubicBezTo>
                  <a:cubicBezTo>
                    <a:pt x="136525" y="56621"/>
                    <a:pt x="136525" y="56621"/>
                    <a:pt x="132667" y="69850"/>
                  </a:cubicBezTo>
                  <a:cubicBezTo>
                    <a:pt x="99229" y="60590"/>
                    <a:pt x="72221" y="60590"/>
                    <a:pt x="38783" y="69850"/>
                  </a:cubicBezTo>
                  <a:lnTo>
                    <a:pt x="34925" y="56621"/>
                  </a:lnTo>
                  <a:cubicBezTo>
                    <a:pt x="52930" y="51329"/>
                    <a:pt x="69327" y="48683"/>
                    <a:pt x="85725" y="48683"/>
                  </a:cubicBezTo>
                  <a:close/>
                  <a:moveTo>
                    <a:pt x="245779" y="12700"/>
                  </a:moveTo>
                  <a:cubicBezTo>
                    <a:pt x="224915" y="12700"/>
                    <a:pt x="201443" y="16579"/>
                    <a:pt x="171450" y="28215"/>
                  </a:cubicBezTo>
                  <a:cubicBezTo>
                    <a:pt x="171450" y="28215"/>
                    <a:pt x="171450" y="28215"/>
                    <a:pt x="171450" y="263525"/>
                  </a:cubicBezTo>
                  <a:cubicBezTo>
                    <a:pt x="176666" y="262232"/>
                    <a:pt x="185794" y="259646"/>
                    <a:pt x="192314" y="257061"/>
                  </a:cubicBezTo>
                  <a:cubicBezTo>
                    <a:pt x="185794" y="238960"/>
                    <a:pt x="191010" y="219566"/>
                    <a:pt x="205355" y="205344"/>
                  </a:cubicBezTo>
                  <a:cubicBezTo>
                    <a:pt x="226219" y="184657"/>
                    <a:pt x="258819" y="184657"/>
                    <a:pt x="279684" y="205344"/>
                  </a:cubicBezTo>
                  <a:cubicBezTo>
                    <a:pt x="294028" y="218273"/>
                    <a:pt x="299244" y="238960"/>
                    <a:pt x="294028" y="257061"/>
                  </a:cubicBezTo>
                  <a:cubicBezTo>
                    <a:pt x="301852" y="258353"/>
                    <a:pt x="312284" y="262232"/>
                    <a:pt x="317500" y="263525"/>
                  </a:cubicBezTo>
                  <a:lnTo>
                    <a:pt x="317500" y="28215"/>
                  </a:lnTo>
                  <a:cubicBezTo>
                    <a:pt x="288812" y="17872"/>
                    <a:pt x="266643" y="12700"/>
                    <a:pt x="245779" y="12700"/>
                  </a:cubicBezTo>
                  <a:close/>
                  <a:moveTo>
                    <a:pt x="84931" y="12700"/>
                  </a:moveTo>
                  <a:cubicBezTo>
                    <a:pt x="63004" y="12700"/>
                    <a:pt x="42366" y="17872"/>
                    <a:pt x="12700" y="28215"/>
                  </a:cubicBezTo>
                  <a:cubicBezTo>
                    <a:pt x="12700" y="28215"/>
                    <a:pt x="12700" y="28215"/>
                    <a:pt x="12700" y="263525"/>
                  </a:cubicBezTo>
                  <a:cubicBezTo>
                    <a:pt x="41077" y="254475"/>
                    <a:pt x="63004" y="249303"/>
                    <a:pt x="84931" y="249303"/>
                  </a:cubicBezTo>
                  <a:cubicBezTo>
                    <a:pt x="106859" y="249303"/>
                    <a:pt x="128786" y="254475"/>
                    <a:pt x="157163" y="263525"/>
                  </a:cubicBezTo>
                  <a:lnTo>
                    <a:pt x="157163" y="28215"/>
                  </a:lnTo>
                  <a:cubicBezTo>
                    <a:pt x="128786" y="17872"/>
                    <a:pt x="106859" y="12700"/>
                    <a:pt x="84931" y="12700"/>
                  </a:cubicBezTo>
                  <a:close/>
                  <a:moveTo>
                    <a:pt x="86835" y="0"/>
                  </a:moveTo>
                  <a:cubicBezTo>
                    <a:pt x="110164" y="0"/>
                    <a:pt x="133493" y="5175"/>
                    <a:pt x="165894" y="15525"/>
                  </a:cubicBezTo>
                  <a:cubicBezTo>
                    <a:pt x="198295" y="5175"/>
                    <a:pt x="221624" y="0"/>
                    <a:pt x="244953" y="0"/>
                  </a:cubicBezTo>
                  <a:cubicBezTo>
                    <a:pt x="269578" y="0"/>
                    <a:pt x="294203" y="5175"/>
                    <a:pt x="326604" y="16819"/>
                  </a:cubicBezTo>
                  <a:cubicBezTo>
                    <a:pt x="329196" y="18113"/>
                    <a:pt x="331788" y="20700"/>
                    <a:pt x="331788" y="23288"/>
                  </a:cubicBezTo>
                  <a:cubicBezTo>
                    <a:pt x="331788" y="23288"/>
                    <a:pt x="331788" y="23288"/>
                    <a:pt x="331788" y="274276"/>
                  </a:cubicBezTo>
                  <a:cubicBezTo>
                    <a:pt x="331788" y="280744"/>
                    <a:pt x="325308" y="280744"/>
                    <a:pt x="322716" y="280744"/>
                  </a:cubicBezTo>
                  <a:cubicBezTo>
                    <a:pt x="313643" y="276863"/>
                    <a:pt x="299387" y="272982"/>
                    <a:pt x="289019" y="269101"/>
                  </a:cubicBezTo>
                  <a:cubicBezTo>
                    <a:pt x="287723" y="271688"/>
                    <a:pt x="286427" y="272982"/>
                    <a:pt x="285130" y="274276"/>
                  </a:cubicBezTo>
                  <a:cubicBezTo>
                    <a:pt x="285130" y="274276"/>
                    <a:pt x="285130" y="274276"/>
                    <a:pt x="329196" y="318263"/>
                  </a:cubicBezTo>
                  <a:cubicBezTo>
                    <a:pt x="329196" y="318263"/>
                    <a:pt x="329196" y="318263"/>
                    <a:pt x="318828" y="328613"/>
                  </a:cubicBezTo>
                  <a:cubicBezTo>
                    <a:pt x="318828" y="328613"/>
                    <a:pt x="318828" y="328613"/>
                    <a:pt x="274762" y="284626"/>
                  </a:cubicBezTo>
                  <a:cubicBezTo>
                    <a:pt x="254025" y="300151"/>
                    <a:pt x="224216" y="298857"/>
                    <a:pt x="206072" y="279451"/>
                  </a:cubicBezTo>
                  <a:cubicBezTo>
                    <a:pt x="202183" y="276863"/>
                    <a:pt x="200887" y="274276"/>
                    <a:pt x="198295" y="270394"/>
                  </a:cubicBezTo>
                  <a:cubicBezTo>
                    <a:pt x="189223" y="272982"/>
                    <a:pt x="174966" y="278157"/>
                    <a:pt x="167190" y="280744"/>
                  </a:cubicBezTo>
                  <a:cubicBezTo>
                    <a:pt x="165894" y="280744"/>
                    <a:pt x="164598" y="280744"/>
                    <a:pt x="163302" y="280744"/>
                  </a:cubicBezTo>
                  <a:cubicBezTo>
                    <a:pt x="130901" y="269101"/>
                    <a:pt x="108868" y="263926"/>
                    <a:pt x="85539" y="263926"/>
                  </a:cubicBezTo>
                  <a:cubicBezTo>
                    <a:pt x="63506" y="263926"/>
                    <a:pt x="40177" y="269101"/>
                    <a:pt x="9072" y="280744"/>
                  </a:cubicBezTo>
                  <a:cubicBezTo>
                    <a:pt x="6480" y="280744"/>
                    <a:pt x="0" y="280744"/>
                    <a:pt x="0" y="274276"/>
                  </a:cubicBezTo>
                  <a:cubicBezTo>
                    <a:pt x="0" y="274276"/>
                    <a:pt x="0" y="274276"/>
                    <a:pt x="0" y="23288"/>
                  </a:cubicBezTo>
                  <a:cubicBezTo>
                    <a:pt x="0" y="20700"/>
                    <a:pt x="2592" y="18113"/>
                    <a:pt x="5184" y="16819"/>
                  </a:cubicBezTo>
                  <a:cubicBezTo>
                    <a:pt x="37585" y="5175"/>
                    <a:pt x="62210" y="0"/>
                    <a:pt x="8683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/>
            </a:p>
          </p:txBody>
        </p:sp>
      </p:grpSp>
      <p:pic>
        <p:nvPicPr>
          <p:cNvPr id="52" name="图片占位符 181">
            <a:extLst>
              <a:ext uri="{FF2B5EF4-FFF2-40B4-BE49-F238E27FC236}">
                <a16:creationId xmlns:a16="http://schemas.microsoft.com/office/drawing/2014/main" id="{349AC4E6-47EC-E096-AD76-E3F5FED4D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82" b="16482"/>
          <a:stretch>
            <a:fillRect/>
          </a:stretch>
        </p:blipFill>
        <p:spPr>
          <a:xfrm>
            <a:off x="623397" y="1531278"/>
            <a:ext cx="5860020" cy="314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0797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5BBB698E-A283-175F-D6E9-5B833BEED684}"/>
              </a:ext>
            </a:extLst>
          </p:cNvPr>
          <p:cNvGrpSpPr/>
          <p:nvPr/>
        </p:nvGrpSpPr>
        <p:grpSpPr>
          <a:xfrm>
            <a:off x="455269" y="369186"/>
            <a:ext cx="11736731" cy="584775"/>
            <a:chOff x="455269" y="369186"/>
            <a:chExt cx="11736731" cy="584775"/>
          </a:xfrm>
        </p:grpSpPr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56F82EF4-7816-7B0E-811B-97A5B0C65176}"/>
                </a:ext>
              </a:extLst>
            </p:cNvPr>
            <p:cNvSpPr txBox="1"/>
            <p:nvPr/>
          </p:nvSpPr>
          <p:spPr>
            <a:xfrm>
              <a:off x="455269" y="430741"/>
              <a:ext cx="697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01-1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81CB6526-5EC5-EA7E-C642-407A3E7736E0}"/>
                </a:ext>
              </a:extLst>
            </p:cNvPr>
            <p:cNvSpPr txBox="1"/>
            <p:nvPr/>
          </p:nvSpPr>
          <p:spPr>
            <a:xfrm>
              <a:off x="1301499" y="369186"/>
              <a:ext cx="25250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单分支</a:t>
              </a: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</a:t>
              </a:r>
            </a:p>
          </p:txBody>
        </p: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AB169944-18BE-6084-FC8B-AD66904CF9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7739" y="664311"/>
              <a:ext cx="8124261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rgbClr val="9D6BAB">
                      <a:alpha val="0"/>
                    </a:srgbClr>
                  </a:gs>
                  <a:gs pos="100000">
                    <a:srgbClr val="9D6BAB"/>
                  </a:gs>
                </a:gsLst>
                <a:lin ang="0" scaled="1"/>
                <a:tileRect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69F36975-97D0-B157-3E09-C9FAA2CC3932}"/>
              </a:ext>
            </a:extLst>
          </p:cNvPr>
          <p:cNvGrpSpPr/>
          <p:nvPr/>
        </p:nvGrpSpPr>
        <p:grpSpPr>
          <a:xfrm>
            <a:off x="1341832" y="1277983"/>
            <a:ext cx="3264037" cy="770775"/>
            <a:chOff x="427432" y="1277983"/>
            <a:chExt cx="3264037" cy="770775"/>
          </a:xfrm>
        </p:grpSpPr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53296150-E561-DFC6-3A0F-8ECF4DA1830F}"/>
                </a:ext>
              </a:extLst>
            </p:cNvPr>
            <p:cNvSpPr/>
            <p:nvPr/>
          </p:nvSpPr>
          <p:spPr>
            <a:xfrm>
              <a:off x="1449495" y="1321738"/>
              <a:ext cx="224197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语法格式</a:t>
              </a:r>
            </a:p>
          </p:txBody>
        </p:sp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7A3124BC-6390-57D9-3E1B-56194781CAF9}"/>
                </a:ext>
              </a:extLst>
            </p:cNvPr>
            <p:cNvGrpSpPr/>
            <p:nvPr/>
          </p:nvGrpSpPr>
          <p:grpSpPr>
            <a:xfrm>
              <a:off x="427432" y="1277983"/>
              <a:ext cx="770775" cy="770775"/>
              <a:chOff x="427432" y="1636357"/>
              <a:chExt cx="770775" cy="770775"/>
            </a:xfrm>
          </p:grpSpPr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282911EC-EA87-D5BD-F245-EE6FA56D20F0}"/>
                  </a:ext>
                </a:extLst>
              </p:cNvPr>
              <p:cNvSpPr/>
              <p:nvPr/>
            </p:nvSpPr>
            <p:spPr>
              <a:xfrm>
                <a:off x="427432" y="1636357"/>
                <a:ext cx="770775" cy="770775"/>
              </a:xfrm>
              <a:prstGeom prst="ellipse">
                <a:avLst/>
              </a:prstGeom>
              <a:solidFill>
                <a:srgbClr val="C8AC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椭圆 23">
                <a:extLst>
                  <a:ext uri="{FF2B5EF4-FFF2-40B4-BE49-F238E27FC236}">
                    <a16:creationId xmlns:a16="http://schemas.microsoft.com/office/drawing/2014/main" id="{98172CAC-F30B-2C0D-EAA9-AA7D2081800C}"/>
                  </a:ext>
                </a:extLst>
              </p:cNvPr>
              <p:cNvSpPr/>
              <p:nvPr/>
            </p:nvSpPr>
            <p:spPr>
              <a:xfrm>
                <a:off x="582661" y="1809482"/>
                <a:ext cx="460318" cy="424526"/>
              </a:xfrm>
              <a:custGeom>
                <a:avLst/>
                <a:gdLst>
                  <a:gd name="connsiteX0" fmla="*/ 75173 w 330497"/>
                  <a:gd name="connsiteY0" fmla="*/ 222249 h 304800"/>
                  <a:gd name="connsiteX1" fmla="*/ 56870 w 330497"/>
                  <a:gd name="connsiteY1" fmla="*/ 239535 h 304800"/>
                  <a:gd name="connsiteX2" fmla="*/ 55563 w 330497"/>
                  <a:gd name="connsiteY2" fmla="*/ 242005 h 304800"/>
                  <a:gd name="connsiteX3" fmla="*/ 58178 w 330497"/>
                  <a:gd name="connsiteY3" fmla="*/ 243240 h 304800"/>
                  <a:gd name="connsiteX4" fmla="*/ 67329 w 330497"/>
                  <a:gd name="connsiteY4" fmla="*/ 244474 h 304800"/>
                  <a:gd name="connsiteX5" fmla="*/ 72559 w 330497"/>
                  <a:gd name="connsiteY5" fmla="*/ 240770 h 304800"/>
                  <a:gd name="connsiteX6" fmla="*/ 77788 w 330497"/>
                  <a:gd name="connsiteY6" fmla="*/ 225953 h 304800"/>
                  <a:gd name="connsiteX7" fmla="*/ 77788 w 330497"/>
                  <a:gd name="connsiteY7" fmla="*/ 223484 h 304800"/>
                  <a:gd name="connsiteX8" fmla="*/ 76481 w 330497"/>
                  <a:gd name="connsiteY8" fmla="*/ 222249 h 304800"/>
                  <a:gd name="connsiteX9" fmla="*/ 75173 w 330497"/>
                  <a:gd name="connsiteY9" fmla="*/ 222249 h 304800"/>
                  <a:gd name="connsiteX10" fmla="*/ 226286 w 330497"/>
                  <a:gd name="connsiteY10" fmla="*/ 209549 h 304800"/>
                  <a:gd name="connsiteX11" fmla="*/ 221258 w 330497"/>
                  <a:gd name="connsiteY11" fmla="*/ 213461 h 304800"/>
                  <a:gd name="connsiteX12" fmla="*/ 221258 w 330497"/>
                  <a:gd name="connsiteY12" fmla="*/ 216069 h 304800"/>
                  <a:gd name="connsiteX13" fmla="*/ 220002 w 330497"/>
                  <a:gd name="connsiteY13" fmla="*/ 222589 h 304800"/>
                  <a:gd name="connsiteX14" fmla="*/ 225029 w 330497"/>
                  <a:gd name="connsiteY14" fmla="*/ 223893 h 304800"/>
                  <a:gd name="connsiteX15" fmla="*/ 226286 w 330497"/>
                  <a:gd name="connsiteY15" fmla="*/ 229110 h 304800"/>
                  <a:gd name="connsiteX16" fmla="*/ 218745 w 330497"/>
                  <a:gd name="connsiteY16" fmla="*/ 233022 h 304800"/>
                  <a:gd name="connsiteX17" fmla="*/ 220002 w 330497"/>
                  <a:gd name="connsiteY17" fmla="*/ 236934 h 304800"/>
                  <a:gd name="connsiteX18" fmla="*/ 226286 w 330497"/>
                  <a:gd name="connsiteY18" fmla="*/ 240846 h 304800"/>
                  <a:gd name="connsiteX19" fmla="*/ 222515 w 330497"/>
                  <a:gd name="connsiteY19" fmla="*/ 247366 h 304800"/>
                  <a:gd name="connsiteX20" fmla="*/ 217488 w 330497"/>
                  <a:gd name="connsiteY20" fmla="*/ 252582 h 304800"/>
                  <a:gd name="connsiteX21" fmla="*/ 217488 w 330497"/>
                  <a:gd name="connsiteY21" fmla="*/ 253886 h 304800"/>
                  <a:gd name="connsiteX22" fmla="*/ 218745 w 330497"/>
                  <a:gd name="connsiteY22" fmla="*/ 253886 h 304800"/>
                  <a:gd name="connsiteX23" fmla="*/ 222515 w 330497"/>
                  <a:gd name="connsiteY23" fmla="*/ 252582 h 304800"/>
                  <a:gd name="connsiteX24" fmla="*/ 226286 w 330497"/>
                  <a:gd name="connsiteY24" fmla="*/ 253886 h 304800"/>
                  <a:gd name="connsiteX25" fmla="*/ 226286 w 330497"/>
                  <a:gd name="connsiteY25" fmla="*/ 259102 h 304800"/>
                  <a:gd name="connsiteX26" fmla="*/ 222515 w 330497"/>
                  <a:gd name="connsiteY26" fmla="*/ 265622 h 304800"/>
                  <a:gd name="connsiteX27" fmla="*/ 221258 w 330497"/>
                  <a:gd name="connsiteY27" fmla="*/ 276054 h 304800"/>
                  <a:gd name="connsiteX28" fmla="*/ 223772 w 330497"/>
                  <a:gd name="connsiteY28" fmla="*/ 282574 h 304800"/>
                  <a:gd name="connsiteX29" fmla="*/ 225029 w 330497"/>
                  <a:gd name="connsiteY29" fmla="*/ 282574 h 304800"/>
                  <a:gd name="connsiteX30" fmla="*/ 230056 w 330497"/>
                  <a:gd name="connsiteY30" fmla="*/ 266926 h 304800"/>
                  <a:gd name="connsiteX31" fmla="*/ 237597 w 330497"/>
                  <a:gd name="connsiteY31" fmla="*/ 261710 h 304800"/>
                  <a:gd name="connsiteX32" fmla="*/ 240110 w 330497"/>
                  <a:gd name="connsiteY32" fmla="*/ 264318 h 304800"/>
                  <a:gd name="connsiteX33" fmla="*/ 245137 w 330497"/>
                  <a:gd name="connsiteY33" fmla="*/ 268230 h 304800"/>
                  <a:gd name="connsiteX34" fmla="*/ 247651 w 330497"/>
                  <a:gd name="connsiteY34" fmla="*/ 268230 h 304800"/>
                  <a:gd name="connsiteX35" fmla="*/ 247651 w 330497"/>
                  <a:gd name="connsiteY35" fmla="*/ 266926 h 304800"/>
                  <a:gd name="connsiteX36" fmla="*/ 246394 w 330497"/>
                  <a:gd name="connsiteY36" fmla="*/ 263014 h 304800"/>
                  <a:gd name="connsiteX37" fmla="*/ 236340 w 330497"/>
                  <a:gd name="connsiteY37" fmla="*/ 218677 h 304800"/>
                  <a:gd name="connsiteX38" fmla="*/ 232569 w 330497"/>
                  <a:gd name="connsiteY38" fmla="*/ 209549 h 304800"/>
                  <a:gd name="connsiteX39" fmla="*/ 231313 w 330497"/>
                  <a:gd name="connsiteY39" fmla="*/ 209549 h 304800"/>
                  <a:gd name="connsiteX40" fmla="*/ 226286 w 330497"/>
                  <a:gd name="connsiteY40" fmla="*/ 209549 h 304800"/>
                  <a:gd name="connsiteX41" fmla="*/ 245475 w 330497"/>
                  <a:gd name="connsiteY41" fmla="*/ 204787 h 304800"/>
                  <a:gd name="connsiteX42" fmla="*/ 244182 w 330497"/>
                  <a:gd name="connsiteY42" fmla="*/ 206082 h 304800"/>
                  <a:gd name="connsiteX43" fmla="*/ 245475 w 330497"/>
                  <a:gd name="connsiteY43" fmla="*/ 215148 h 304800"/>
                  <a:gd name="connsiteX44" fmla="*/ 248062 w 330497"/>
                  <a:gd name="connsiteY44" fmla="*/ 221623 h 304800"/>
                  <a:gd name="connsiteX45" fmla="*/ 254530 w 330497"/>
                  <a:gd name="connsiteY45" fmla="*/ 248820 h 304800"/>
                  <a:gd name="connsiteX46" fmla="*/ 255823 w 330497"/>
                  <a:gd name="connsiteY46" fmla="*/ 252705 h 304800"/>
                  <a:gd name="connsiteX47" fmla="*/ 257117 w 330497"/>
                  <a:gd name="connsiteY47" fmla="*/ 254000 h 304800"/>
                  <a:gd name="connsiteX48" fmla="*/ 258410 w 330497"/>
                  <a:gd name="connsiteY48" fmla="*/ 252705 h 304800"/>
                  <a:gd name="connsiteX49" fmla="*/ 259704 w 330497"/>
                  <a:gd name="connsiteY49" fmla="*/ 247525 h 304800"/>
                  <a:gd name="connsiteX50" fmla="*/ 267465 w 330497"/>
                  <a:gd name="connsiteY50" fmla="*/ 241049 h 304800"/>
                  <a:gd name="connsiteX51" fmla="*/ 272639 w 330497"/>
                  <a:gd name="connsiteY51" fmla="*/ 242345 h 304800"/>
                  <a:gd name="connsiteX52" fmla="*/ 276520 w 330497"/>
                  <a:gd name="connsiteY52" fmla="*/ 242345 h 304800"/>
                  <a:gd name="connsiteX53" fmla="*/ 273932 w 330497"/>
                  <a:gd name="connsiteY53" fmla="*/ 238459 h 304800"/>
                  <a:gd name="connsiteX54" fmla="*/ 268758 w 330497"/>
                  <a:gd name="connsiteY54" fmla="*/ 233279 h 304800"/>
                  <a:gd name="connsiteX55" fmla="*/ 250649 w 330497"/>
                  <a:gd name="connsiteY55" fmla="*/ 211263 h 304800"/>
                  <a:gd name="connsiteX56" fmla="*/ 246769 w 330497"/>
                  <a:gd name="connsiteY56" fmla="*/ 204787 h 304800"/>
                  <a:gd name="connsiteX57" fmla="*/ 245475 w 330497"/>
                  <a:gd name="connsiteY57" fmla="*/ 204787 h 304800"/>
                  <a:gd name="connsiteX58" fmla="*/ 63501 w 330497"/>
                  <a:gd name="connsiteY58" fmla="*/ 191786 h 304800"/>
                  <a:gd name="connsiteX59" fmla="*/ 38822 w 330497"/>
                  <a:gd name="connsiteY59" fmla="*/ 193074 h 304800"/>
                  <a:gd name="connsiteX60" fmla="*/ 31029 w 330497"/>
                  <a:gd name="connsiteY60" fmla="*/ 198222 h 304800"/>
                  <a:gd name="connsiteX61" fmla="*/ 20638 w 330497"/>
                  <a:gd name="connsiteY61" fmla="*/ 226540 h 304800"/>
                  <a:gd name="connsiteX62" fmla="*/ 28431 w 330497"/>
                  <a:gd name="connsiteY62" fmla="*/ 260006 h 304800"/>
                  <a:gd name="connsiteX63" fmla="*/ 37523 w 330497"/>
                  <a:gd name="connsiteY63" fmla="*/ 271590 h 304800"/>
                  <a:gd name="connsiteX64" fmla="*/ 79087 w 330497"/>
                  <a:gd name="connsiteY64" fmla="*/ 284462 h 304800"/>
                  <a:gd name="connsiteX65" fmla="*/ 82984 w 330497"/>
                  <a:gd name="connsiteY65" fmla="*/ 284462 h 304800"/>
                  <a:gd name="connsiteX66" fmla="*/ 99869 w 330497"/>
                  <a:gd name="connsiteY66" fmla="*/ 275452 h 304800"/>
                  <a:gd name="connsiteX67" fmla="*/ 108961 w 330497"/>
                  <a:gd name="connsiteY67" fmla="*/ 266442 h 304800"/>
                  <a:gd name="connsiteX68" fmla="*/ 119352 w 330497"/>
                  <a:gd name="connsiteY68" fmla="*/ 240699 h 304800"/>
                  <a:gd name="connsiteX69" fmla="*/ 118053 w 330497"/>
                  <a:gd name="connsiteY69" fmla="*/ 230401 h 304800"/>
                  <a:gd name="connsiteX70" fmla="*/ 118053 w 330497"/>
                  <a:gd name="connsiteY70" fmla="*/ 229114 h 304800"/>
                  <a:gd name="connsiteX71" fmla="*/ 115455 w 330497"/>
                  <a:gd name="connsiteY71" fmla="*/ 230401 h 304800"/>
                  <a:gd name="connsiteX72" fmla="*/ 111559 w 330497"/>
                  <a:gd name="connsiteY72" fmla="*/ 235550 h 304800"/>
                  <a:gd name="connsiteX73" fmla="*/ 92076 w 330497"/>
                  <a:gd name="connsiteY73" fmla="*/ 254857 h 304800"/>
                  <a:gd name="connsiteX74" fmla="*/ 69995 w 330497"/>
                  <a:gd name="connsiteY74" fmla="*/ 260006 h 304800"/>
                  <a:gd name="connsiteX75" fmla="*/ 64800 w 330497"/>
                  <a:gd name="connsiteY75" fmla="*/ 260006 h 304800"/>
                  <a:gd name="connsiteX76" fmla="*/ 51811 w 330497"/>
                  <a:gd name="connsiteY76" fmla="*/ 258719 h 304800"/>
                  <a:gd name="connsiteX77" fmla="*/ 40121 w 330497"/>
                  <a:gd name="connsiteY77" fmla="*/ 249709 h 304800"/>
                  <a:gd name="connsiteX78" fmla="*/ 38822 w 330497"/>
                  <a:gd name="connsiteY78" fmla="*/ 248422 h 304800"/>
                  <a:gd name="connsiteX79" fmla="*/ 34926 w 330497"/>
                  <a:gd name="connsiteY79" fmla="*/ 241986 h 304800"/>
                  <a:gd name="connsiteX80" fmla="*/ 40121 w 330497"/>
                  <a:gd name="connsiteY80" fmla="*/ 230401 h 304800"/>
                  <a:gd name="connsiteX81" fmla="*/ 58305 w 330497"/>
                  <a:gd name="connsiteY81" fmla="*/ 214955 h 304800"/>
                  <a:gd name="connsiteX82" fmla="*/ 68696 w 330497"/>
                  <a:gd name="connsiteY82" fmla="*/ 205945 h 304800"/>
                  <a:gd name="connsiteX83" fmla="*/ 69995 w 330497"/>
                  <a:gd name="connsiteY83" fmla="*/ 200797 h 304800"/>
                  <a:gd name="connsiteX84" fmla="*/ 67397 w 330497"/>
                  <a:gd name="connsiteY84" fmla="*/ 194361 h 304800"/>
                  <a:gd name="connsiteX85" fmla="*/ 63501 w 330497"/>
                  <a:gd name="connsiteY85" fmla="*/ 191786 h 304800"/>
                  <a:gd name="connsiteX86" fmla="*/ 231942 w 330497"/>
                  <a:gd name="connsiteY86" fmla="*/ 166687 h 304800"/>
                  <a:gd name="connsiteX87" fmla="*/ 218574 w 330497"/>
                  <a:gd name="connsiteY87" fmla="*/ 177967 h 304800"/>
                  <a:gd name="connsiteX88" fmla="*/ 217237 w 330497"/>
                  <a:gd name="connsiteY88" fmla="*/ 184234 h 304800"/>
                  <a:gd name="connsiteX89" fmla="*/ 221247 w 330497"/>
                  <a:gd name="connsiteY89" fmla="*/ 180474 h 304800"/>
                  <a:gd name="connsiteX90" fmla="*/ 226595 w 330497"/>
                  <a:gd name="connsiteY90" fmla="*/ 180474 h 304800"/>
                  <a:gd name="connsiteX91" fmla="*/ 227932 w 330497"/>
                  <a:gd name="connsiteY91" fmla="*/ 182980 h 304800"/>
                  <a:gd name="connsiteX92" fmla="*/ 230605 w 330497"/>
                  <a:gd name="connsiteY92" fmla="*/ 189247 h 304800"/>
                  <a:gd name="connsiteX93" fmla="*/ 233279 w 330497"/>
                  <a:gd name="connsiteY93" fmla="*/ 189247 h 304800"/>
                  <a:gd name="connsiteX94" fmla="*/ 241300 w 330497"/>
                  <a:gd name="connsiteY94" fmla="*/ 176714 h 304800"/>
                  <a:gd name="connsiteX95" fmla="*/ 233279 w 330497"/>
                  <a:gd name="connsiteY95" fmla="*/ 166687 h 304800"/>
                  <a:gd name="connsiteX96" fmla="*/ 231942 w 330497"/>
                  <a:gd name="connsiteY96" fmla="*/ 166687 h 304800"/>
                  <a:gd name="connsiteX97" fmla="*/ 173526 w 330497"/>
                  <a:gd name="connsiteY97" fmla="*/ 155277 h 304800"/>
                  <a:gd name="connsiteX98" fmla="*/ 160704 w 330497"/>
                  <a:gd name="connsiteY98" fmla="*/ 165596 h 304800"/>
                  <a:gd name="connsiteX99" fmla="*/ 129931 w 330497"/>
                  <a:gd name="connsiteY99" fmla="*/ 183654 h 304800"/>
                  <a:gd name="connsiteX100" fmla="*/ 124802 w 330497"/>
                  <a:gd name="connsiteY100" fmla="*/ 187523 h 304800"/>
                  <a:gd name="connsiteX101" fmla="*/ 123520 w 330497"/>
                  <a:gd name="connsiteY101" fmla="*/ 190103 h 304800"/>
                  <a:gd name="connsiteX102" fmla="*/ 126085 w 330497"/>
                  <a:gd name="connsiteY102" fmla="*/ 193972 h 304800"/>
                  <a:gd name="connsiteX103" fmla="*/ 137625 w 330497"/>
                  <a:gd name="connsiteY103" fmla="*/ 222349 h 304800"/>
                  <a:gd name="connsiteX104" fmla="*/ 138907 w 330497"/>
                  <a:gd name="connsiteY104" fmla="*/ 233958 h 304800"/>
                  <a:gd name="connsiteX105" fmla="*/ 140189 w 330497"/>
                  <a:gd name="connsiteY105" fmla="*/ 236537 h 304800"/>
                  <a:gd name="connsiteX106" fmla="*/ 142753 w 330497"/>
                  <a:gd name="connsiteY106" fmla="*/ 235247 h 304800"/>
                  <a:gd name="connsiteX107" fmla="*/ 149164 w 330497"/>
                  <a:gd name="connsiteY107" fmla="*/ 226218 h 304800"/>
                  <a:gd name="connsiteX108" fmla="*/ 161987 w 330497"/>
                  <a:gd name="connsiteY108" fmla="*/ 212030 h 304800"/>
                  <a:gd name="connsiteX109" fmla="*/ 170962 w 330497"/>
                  <a:gd name="connsiteY109" fmla="*/ 201711 h 304800"/>
                  <a:gd name="connsiteX110" fmla="*/ 178655 w 330497"/>
                  <a:gd name="connsiteY110" fmla="*/ 193972 h 304800"/>
                  <a:gd name="connsiteX111" fmla="*/ 186349 w 330497"/>
                  <a:gd name="connsiteY111" fmla="*/ 186233 h 304800"/>
                  <a:gd name="connsiteX112" fmla="*/ 188913 w 330497"/>
                  <a:gd name="connsiteY112" fmla="*/ 183654 h 304800"/>
                  <a:gd name="connsiteX113" fmla="*/ 187631 w 330497"/>
                  <a:gd name="connsiteY113" fmla="*/ 182364 h 304800"/>
                  <a:gd name="connsiteX114" fmla="*/ 179937 w 330497"/>
                  <a:gd name="connsiteY114" fmla="*/ 159147 h 304800"/>
                  <a:gd name="connsiteX115" fmla="*/ 177373 w 330497"/>
                  <a:gd name="connsiteY115" fmla="*/ 156567 h 304800"/>
                  <a:gd name="connsiteX116" fmla="*/ 173526 w 330497"/>
                  <a:gd name="connsiteY116" fmla="*/ 155277 h 304800"/>
                  <a:gd name="connsiteX117" fmla="*/ 196118 w 330497"/>
                  <a:gd name="connsiteY117" fmla="*/ 139382 h 304800"/>
                  <a:gd name="connsiteX118" fmla="*/ 193431 w 330497"/>
                  <a:gd name="connsiteY118" fmla="*/ 145732 h 304800"/>
                  <a:gd name="connsiteX119" fmla="*/ 204178 w 330497"/>
                  <a:gd name="connsiteY119" fmla="*/ 160972 h 304800"/>
                  <a:gd name="connsiteX120" fmla="*/ 205521 w 330497"/>
                  <a:gd name="connsiteY120" fmla="*/ 163512 h 304800"/>
                  <a:gd name="connsiteX121" fmla="*/ 206864 w 330497"/>
                  <a:gd name="connsiteY121" fmla="*/ 163512 h 304800"/>
                  <a:gd name="connsiteX122" fmla="*/ 209551 w 330497"/>
                  <a:gd name="connsiteY122" fmla="*/ 160972 h 304800"/>
                  <a:gd name="connsiteX123" fmla="*/ 208208 w 330497"/>
                  <a:gd name="connsiteY123" fmla="*/ 157162 h 304800"/>
                  <a:gd name="connsiteX124" fmla="*/ 197461 w 330497"/>
                  <a:gd name="connsiteY124" fmla="*/ 139382 h 304800"/>
                  <a:gd name="connsiteX125" fmla="*/ 196118 w 330497"/>
                  <a:gd name="connsiteY125" fmla="*/ 139382 h 304800"/>
                  <a:gd name="connsiteX126" fmla="*/ 204470 w 330497"/>
                  <a:gd name="connsiteY126" fmla="*/ 131762 h 304800"/>
                  <a:gd name="connsiteX127" fmla="*/ 203200 w 330497"/>
                  <a:gd name="connsiteY127" fmla="*/ 132896 h 304800"/>
                  <a:gd name="connsiteX128" fmla="*/ 207010 w 330497"/>
                  <a:gd name="connsiteY128" fmla="*/ 135164 h 304800"/>
                  <a:gd name="connsiteX129" fmla="*/ 205740 w 330497"/>
                  <a:gd name="connsiteY129" fmla="*/ 131762 h 304800"/>
                  <a:gd name="connsiteX130" fmla="*/ 204470 w 330497"/>
                  <a:gd name="connsiteY130" fmla="*/ 131762 h 304800"/>
                  <a:gd name="connsiteX131" fmla="*/ 138936 w 330497"/>
                  <a:gd name="connsiteY131" fmla="*/ 117474 h 304800"/>
                  <a:gd name="connsiteX132" fmla="*/ 136349 w 330497"/>
                  <a:gd name="connsiteY132" fmla="*/ 118784 h 304800"/>
                  <a:gd name="connsiteX133" fmla="*/ 126001 w 330497"/>
                  <a:gd name="connsiteY133" fmla="*/ 126642 h 304800"/>
                  <a:gd name="connsiteX134" fmla="*/ 60031 w 330497"/>
                  <a:gd name="connsiteY134" fmla="*/ 172481 h 304800"/>
                  <a:gd name="connsiteX135" fmla="*/ 58738 w 330497"/>
                  <a:gd name="connsiteY135" fmla="*/ 173791 h 304800"/>
                  <a:gd name="connsiteX136" fmla="*/ 60031 w 330497"/>
                  <a:gd name="connsiteY136" fmla="*/ 173791 h 304800"/>
                  <a:gd name="connsiteX137" fmla="*/ 63912 w 330497"/>
                  <a:gd name="connsiteY137" fmla="*/ 173791 h 304800"/>
                  <a:gd name="connsiteX138" fmla="*/ 78141 w 330497"/>
                  <a:gd name="connsiteY138" fmla="*/ 182959 h 304800"/>
                  <a:gd name="connsiteX139" fmla="*/ 82021 w 330497"/>
                  <a:gd name="connsiteY139" fmla="*/ 188197 h 304800"/>
                  <a:gd name="connsiteX140" fmla="*/ 94956 w 330497"/>
                  <a:gd name="connsiteY140" fmla="*/ 214391 h 304800"/>
                  <a:gd name="connsiteX141" fmla="*/ 96250 w 330497"/>
                  <a:gd name="connsiteY141" fmla="*/ 222249 h 304800"/>
                  <a:gd name="connsiteX142" fmla="*/ 102718 w 330497"/>
                  <a:gd name="connsiteY142" fmla="*/ 217010 h 304800"/>
                  <a:gd name="connsiteX143" fmla="*/ 109185 w 330497"/>
                  <a:gd name="connsiteY143" fmla="*/ 209152 h 304800"/>
                  <a:gd name="connsiteX144" fmla="*/ 110479 w 330497"/>
                  <a:gd name="connsiteY144" fmla="*/ 205223 h 304800"/>
                  <a:gd name="connsiteX145" fmla="*/ 97544 w 330497"/>
                  <a:gd name="connsiteY145" fmla="*/ 192126 h 304800"/>
                  <a:gd name="connsiteX146" fmla="*/ 96250 w 330497"/>
                  <a:gd name="connsiteY146" fmla="*/ 188197 h 304800"/>
                  <a:gd name="connsiteX147" fmla="*/ 102718 w 330497"/>
                  <a:gd name="connsiteY147" fmla="*/ 180339 h 304800"/>
                  <a:gd name="connsiteX148" fmla="*/ 115653 w 330497"/>
                  <a:gd name="connsiteY148" fmla="*/ 175100 h 304800"/>
                  <a:gd name="connsiteX149" fmla="*/ 124707 w 330497"/>
                  <a:gd name="connsiteY149" fmla="*/ 169862 h 304800"/>
                  <a:gd name="connsiteX150" fmla="*/ 140230 w 330497"/>
                  <a:gd name="connsiteY150" fmla="*/ 160694 h 304800"/>
                  <a:gd name="connsiteX151" fmla="*/ 162219 w 330497"/>
                  <a:gd name="connsiteY151" fmla="*/ 141049 h 304800"/>
                  <a:gd name="connsiteX152" fmla="*/ 163513 w 330497"/>
                  <a:gd name="connsiteY152" fmla="*/ 138429 h 304800"/>
                  <a:gd name="connsiteX153" fmla="*/ 140230 w 330497"/>
                  <a:gd name="connsiteY153" fmla="*/ 118784 h 304800"/>
                  <a:gd name="connsiteX154" fmla="*/ 138936 w 330497"/>
                  <a:gd name="connsiteY154" fmla="*/ 117474 h 304800"/>
                  <a:gd name="connsiteX155" fmla="*/ 219220 w 330497"/>
                  <a:gd name="connsiteY155" fmla="*/ 115887 h 304800"/>
                  <a:gd name="connsiteX156" fmla="*/ 212725 w 330497"/>
                  <a:gd name="connsiteY156" fmla="*/ 122382 h 304800"/>
                  <a:gd name="connsiteX157" fmla="*/ 215323 w 330497"/>
                  <a:gd name="connsiteY157" fmla="*/ 126278 h 304800"/>
                  <a:gd name="connsiteX158" fmla="*/ 220518 w 330497"/>
                  <a:gd name="connsiteY158" fmla="*/ 134071 h 304800"/>
                  <a:gd name="connsiteX159" fmla="*/ 224415 w 330497"/>
                  <a:gd name="connsiteY159" fmla="*/ 143163 h 304800"/>
                  <a:gd name="connsiteX160" fmla="*/ 225714 w 330497"/>
                  <a:gd name="connsiteY160" fmla="*/ 144462 h 304800"/>
                  <a:gd name="connsiteX161" fmla="*/ 227013 w 330497"/>
                  <a:gd name="connsiteY161" fmla="*/ 141865 h 304800"/>
                  <a:gd name="connsiteX162" fmla="*/ 221817 w 330497"/>
                  <a:gd name="connsiteY162" fmla="*/ 117186 h 304800"/>
                  <a:gd name="connsiteX163" fmla="*/ 220518 w 330497"/>
                  <a:gd name="connsiteY163" fmla="*/ 115887 h 304800"/>
                  <a:gd name="connsiteX164" fmla="*/ 219220 w 330497"/>
                  <a:gd name="connsiteY164" fmla="*/ 115887 h 304800"/>
                  <a:gd name="connsiteX165" fmla="*/ 206375 w 330497"/>
                  <a:gd name="connsiteY165" fmla="*/ 96837 h 304800"/>
                  <a:gd name="connsiteX166" fmla="*/ 206375 w 330497"/>
                  <a:gd name="connsiteY166" fmla="*/ 98425 h 304800"/>
                  <a:gd name="connsiteX167" fmla="*/ 207169 w 330497"/>
                  <a:gd name="connsiteY167" fmla="*/ 101600 h 304800"/>
                  <a:gd name="connsiteX168" fmla="*/ 207963 w 330497"/>
                  <a:gd name="connsiteY168" fmla="*/ 101600 h 304800"/>
                  <a:gd name="connsiteX169" fmla="*/ 207963 w 330497"/>
                  <a:gd name="connsiteY169" fmla="*/ 100013 h 304800"/>
                  <a:gd name="connsiteX170" fmla="*/ 207169 w 330497"/>
                  <a:gd name="connsiteY170" fmla="*/ 98425 h 304800"/>
                  <a:gd name="connsiteX171" fmla="*/ 206375 w 330497"/>
                  <a:gd name="connsiteY171" fmla="*/ 96837 h 304800"/>
                  <a:gd name="connsiteX172" fmla="*/ 307146 w 330497"/>
                  <a:gd name="connsiteY172" fmla="*/ 28272 h 304800"/>
                  <a:gd name="connsiteX173" fmla="*/ 303262 w 330497"/>
                  <a:gd name="connsiteY173" fmla="*/ 33413 h 304800"/>
                  <a:gd name="connsiteX174" fmla="*/ 261841 w 330497"/>
                  <a:gd name="connsiteY174" fmla="*/ 74537 h 304800"/>
                  <a:gd name="connsiteX175" fmla="*/ 235952 w 330497"/>
                  <a:gd name="connsiteY175" fmla="*/ 98954 h 304800"/>
                  <a:gd name="connsiteX176" fmla="*/ 234657 w 330497"/>
                  <a:gd name="connsiteY176" fmla="*/ 105380 h 304800"/>
                  <a:gd name="connsiteX177" fmla="*/ 243718 w 330497"/>
                  <a:gd name="connsiteY177" fmla="*/ 133652 h 304800"/>
                  <a:gd name="connsiteX178" fmla="*/ 246307 w 330497"/>
                  <a:gd name="connsiteY178" fmla="*/ 134937 h 304800"/>
                  <a:gd name="connsiteX179" fmla="*/ 250191 w 330497"/>
                  <a:gd name="connsiteY179" fmla="*/ 131082 h 304800"/>
                  <a:gd name="connsiteX180" fmla="*/ 300673 w 330497"/>
                  <a:gd name="connsiteY180" fmla="*/ 97669 h 304800"/>
                  <a:gd name="connsiteX181" fmla="*/ 313618 w 330497"/>
                  <a:gd name="connsiteY181" fmla="*/ 89958 h 304800"/>
                  <a:gd name="connsiteX182" fmla="*/ 317501 w 330497"/>
                  <a:gd name="connsiteY182" fmla="*/ 82247 h 304800"/>
                  <a:gd name="connsiteX183" fmla="*/ 317501 w 330497"/>
                  <a:gd name="connsiteY183" fmla="*/ 74537 h 304800"/>
                  <a:gd name="connsiteX184" fmla="*/ 316207 w 330497"/>
                  <a:gd name="connsiteY184" fmla="*/ 61685 h 304800"/>
                  <a:gd name="connsiteX185" fmla="*/ 311029 w 330497"/>
                  <a:gd name="connsiteY185" fmla="*/ 33413 h 304800"/>
                  <a:gd name="connsiteX186" fmla="*/ 309734 w 330497"/>
                  <a:gd name="connsiteY186" fmla="*/ 28272 h 304800"/>
                  <a:gd name="connsiteX187" fmla="*/ 307146 w 330497"/>
                  <a:gd name="connsiteY187" fmla="*/ 28272 h 304800"/>
                  <a:gd name="connsiteX188" fmla="*/ 228600 w 330497"/>
                  <a:gd name="connsiteY188" fmla="*/ 17173 h 304800"/>
                  <a:gd name="connsiteX189" fmla="*/ 220861 w 330497"/>
                  <a:gd name="connsiteY189" fmla="*/ 22368 h 304800"/>
                  <a:gd name="connsiteX190" fmla="*/ 216991 w 330497"/>
                  <a:gd name="connsiteY190" fmla="*/ 27564 h 304800"/>
                  <a:gd name="connsiteX191" fmla="*/ 211832 w 330497"/>
                  <a:gd name="connsiteY191" fmla="*/ 34058 h 304800"/>
                  <a:gd name="connsiteX192" fmla="*/ 201513 w 330497"/>
                  <a:gd name="connsiteY192" fmla="*/ 50944 h 304800"/>
                  <a:gd name="connsiteX193" fmla="*/ 192484 w 330497"/>
                  <a:gd name="connsiteY193" fmla="*/ 63933 h 304800"/>
                  <a:gd name="connsiteX194" fmla="*/ 188615 w 330497"/>
                  <a:gd name="connsiteY194" fmla="*/ 67829 h 304800"/>
                  <a:gd name="connsiteX195" fmla="*/ 188615 w 330497"/>
                  <a:gd name="connsiteY195" fmla="*/ 70427 h 304800"/>
                  <a:gd name="connsiteX196" fmla="*/ 219571 w 330497"/>
                  <a:gd name="connsiteY196" fmla="*/ 86013 h 304800"/>
                  <a:gd name="connsiteX197" fmla="*/ 223441 w 330497"/>
                  <a:gd name="connsiteY197" fmla="*/ 86013 h 304800"/>
                  <a:gd name="connsiteX198" fmla="*/ 226020 w 330497"/>
                  <a:gd name="connsiteY198" fmla="*/ 84715 h 304800"/>
                  <a:gd name="connsiteX199" fmla="*/ 267295 w 330497"/>
                  <a:gd name="connsiteY199" fmla="*/ 45748 h 304800"/>
                  <a:gd name="connsiteX200" fmla="*/ 268585 w 330497"/>
                  <a:gd name="connsiteY200" fmla="*/ 39254 h 304800"/>
                  <a:gd name="connsiteX201" fmla="*/ 228600 w 330497"/>
                  <a:gd name="connsiteY201" fmla="*/ 17173 h 304800"/>
                  <a:gd name="connsiteX202" fmla="*/ 223344 w 330497"/>
                  <a:gd name="connsiteY202" fmla="*/ 0 h 304800"/>
                  <a:gd name="connsiteX203" fmla="*/ 233672 w 330497"/>
                  <a:gd name="connsiteY203" fmla="*/ 1297 h 304800"/>
                  <a:gd name="connsiteX204" fmla="*/ 246582 w 330497"/>
                  <a:gd name="connsiteY204" fmla="*/ 3891 h 304800"/>
                  <a:gd name="connsiteX205" fmla="*/ 281439 w 330497"/>
                  <a:gd name="connsiteY205" fmla="*/ 27238 h 304800"/>
                  <a:gd name="connsiteX206" fmla="*/ 285312 w 330497"/>
                  <a:gd name="connsiteY206" fmla="*/ 27238 h 304800"/>
                  <a:gd name="connsiteX207" fmla="*/ 300804 w 330497"/>
                  <a:gd name="connsiteY207" fmla="*/ 11673 h 304800"/>
                  <a:gd name="connsiteX208" fmla="*/ 315005 w 330497"/>
                  <a:gd name="connsiteY208" fmla="*/ 12970 h 304800"/>
                  <a:gd name="connsiteX209" fmla="*/ 318878 w 330497"/>
                  <a:gd name="connsiteY209" fmla="*/ 22049 h 304800"/>
                  <a:gd name="connsiteX210" fmla="*/ 329206 w 330497"/>
                  <a:gd name="connsiteY210" fmla="*/ 71336 h 304800"/>
                  <a:gd name="connsiteX211" fmla="*/ 329206 w 330497"/>
                  <a:gd name="connsiteY211" fmla="*/ 75227 h 304800"/>
                  <a:gd name="connsiteX212" fmla="*/ 330497 w 330497"/>
                  <a:gd name="connsiteY212" fmla="*/ 89495 h 304800"/>
                  <a:gd name="connsiteX213" fmla="*/ 327915 w 330497"/>
                  <a:gd name="connsiteY213" fmla="*/ 101168 h 304800"/>
                  <a:gd name="connsiteX214" fmla="*/ 325333 w 330497"/>
                  <a:gd name="connsiteY214" fmla="*/ 103762 h 304800"/>
                  <a:gd name="connsiteX215" fmla="*/ 316296 w 330497"/>
                  <a:gd name="connsiteY215" fmla="*/ 108950 h 304800"/>
                  <a:gd name="connsiteX216" fmla="*/ 305968 w 330497"/>
                  <a:gd name="connsiteY216" fmla="*/ 114138 h 304800"/>
                  <a:gd name="connsiteX217" fmla="*/ 277566 w 330497"/>
                  <a:gd name="connsiteY217" fmla="*/ 127108 h 304800"/>
                  <a:gd name="connsiteX218" fmla="*/ 247873 w 330497"/>
                  <a:gd name="connsiteY218" fmla="*/ 151752 h 304800"/>
                  <a:gd name="connsiteX219" fmla="*/ 246582 w 330497"/>
                  <a:gd name="connsiteY219" fmla="*/ 155643 h 304800"/>
                  <a:gd name="connsiteX220" fmla="*/ 249164 w 330497"/>
                  <a:gd name="connsiteY220" fmla="*/ 158237 h 304800"/>
                  <a:gd name="connsiteX221" fmla="*/ 253037 w 330497"/>
                  <a:gd name="connsiteY221" fmla="*/ 175098 h 304800"/>
                  <a:gd name="connsiteX222" fmla="*/ 251746 w 330497"/>
                  <a:gd name="connsiteY222" fmla="*/ 186771 h 304800"/>
                  <a:gd name="connsiteX223" fmla="*/ 253037 w 330497"/>
                  <a:gd name="connsiteY223" fmla="*/ 197147 h 304800"/>
                  <a:gd name="connsiteX224" fmla="*/ 273693 w 330497"/>
                  <a:gd name="connsiteY224" fmla="*/ 223088 h 304800"/>
                  <a:gd name="connsiteX225" fmla="*/ 293058 w 330497"/>
                  <a:gd name="connsiteY225" fmla="*/ 239949 h 304800"/>
                  <a:gd name="connsiteX226" fmla="*/ 295640 w 330497"/>
                  <a:gd name="connsiteY226" fmla="*/ 242543 h 304800"/>
                  <a:gd name="connsiteX227" fmla="*/ 296931 w 330497"/>
                  <a:gd name="connsiteY227" fmla="*/ 250325 h 304800"/>
                  <a:gd name="connsiteX228" fmla="*/ 293058 w 330497"/>
                  <a:gd name="connsiteY228" fmla="*/ 252919 h 304800"/>
                  <a:gd name="connsiteX229" fmla="*/ 280148 w 330497"/>
                  <a:gd name="connsiteY229" fmla="*/ 254216 h 304800"/>
                  <a:gd name="connsiteX230" fmla="*/ 273693 w 330497"/>
                  <a:gd name="connsiteY230" fmla="*/ 255513 h 304800"/>
                  <a:gd name="connsiteX231" fmla="*/ 274984 w 330497"/>
                  <a:gd name="connsiteY231" fmla="*/ 260702 h 304800"/>
                  <a:gd name="connsiteX232" fmla="*/ 265947 w 330497"/>
                  <a:gd name="connsiteY232" fmla="*/ 268484 h 304800"/>
                  <a:gd name="connsiteX233" fmla="*/ 263365 w 330497"/>
                  <a:gd name="connsiteY233" fmla="*/ 268484 h 304800"/>
                  <a:gd name="connsiteX234" fmla="*/ 262074 w 330497"/>
                  <a:gd name="connsiteY234" fmla="*/ 269781 h 304800"/>
                  <a:gd name="connsiteX235" fmla="*/ 264656 w 330497"/>
                  <a:gd name="connsiteY235" fmla="*/ 273672 h 304800"/>
                  <a:gd name="connsiteX236" fmla="*/ 265947 w 330497"/>
                  <a:gd name="connsiteY236" fmla="*/ 284048 h 304800"/>
                  <a:gd name="connsiteX237" fmla="*/ 255619 w 330497"/>
                  <a:gd name="connsiteY237" fmla="*/ 287939 h 304800"/>
                  <a:gd name="connsiteX238" fmla="*/ 244000 w 330497"/>
                  <a:gd name="connsiteY238" fmla="*/ 281454 h 304800"/>
                  <a:gd name="connsiteX239" fmla="*/ 240127 w 330497"/>
                  <a:gd name="connsiteY239" fmla="*/ 280157 h 304800"/>
                  <a:gd name="connsiteX240" fmla="*/ 238836 w 330497"/>
                  <a:gd name="connsiteY240" fmla="*/ 281454 h 304800"/>
                  <a:gd name="connsiteX241" fmla="*/ 238836 w 330497"/>
                  <a:gd name="connsiteY241" fmla="*/ 284048 h 304800"/>
                  <a:gd name="connsiteX242" fmla="*/ 238836 w 330497"/>
                  <a:gd name="connsiteY242" fmla="*/ 298315 h 304800"/>
                  <a:gd name="connsiteX243" fmla="*/ 232381 w 330497"/>
                  <a:gd name="connsiteY243" fmla="*/ 304800 h 304800"/>
                  <a:gd name="connsiteX244" fmla="*/ 227217 w 330497"/>
                  <a:gd name="connsiteY244" fmla="*/ 304800 h 304800"/>
                  <a:gd name="connsiteX245" fmla="*/ 223344 w 330497"/>
                  <a:gd name="connsiteY245" fmla="*/ 303503 h 304800"/>
                  <a:gd name="connsiteX246" fmla="*/ 211725 w 330497"/>
                  <a:gd name="connsiteY246" fmla="*/ 289236 h 304800"/>
                  <a:gd name="connsiteX247" fmla="*/ 202688 w 330497"/>
                  <a:gd name="connsiteY247" fmla="*/ 263296 h 304800"/>
                  <a:gd name="connsiteX248" fmla="*/ 209143 w 330497"/>
                  <a:gd name="connsiteY248" fmla="*/ 219197 h 304800"/>
                  <a:gd name="connsiteX249" fmla="*/ 210434 w 330497"/>
                  <a:gd name="connsiteY249" fmla="*/ 214009 h 304800"/>
                  <a:gd name="connsiteX250" fmla="*/ 209143 w 330497"/>
                  <a:gd name="connsiteY250" fmla="*/ 208821 h 304800"/>
                  <a:gd name="connsiteX251" fmla="*/ 198815 w 330497"/>
                  <a:gd name="connsiteY251" fmla="*/ 202336 h 304800"/>
                  <a:gd name="connsiteX252" fmla="*/ 193651 w 330497"/>
                  <a:gd name="connsiteY252" fmla="*/ 201039 h 304800"/>
                  <a:gd name="connsiteX253" fmla="*/ 162666 w 330497"/>
                  <a:gd name="connsiteY253" fmla="*/ 230870 h 304800"/>
                  <a:gd name="connsiteX254" fmla="*/ 148465 w 330497"/>
                  <a:gd name="connsiteY254" fmla="*/ 249028 h 304800"/>
                  <a:gd name="connsiteX255" fmla="*/ 127809 w 330497"/>
                  <a:gd name="connsiteY255" fmla="*/ 269781 h 304800"/>
                  <a:gd name="connsiteX256" fmla="*/ 126518 w 330497"/>
                  <a:gd name="connsiteY256" fmla="*/ 272375 h 304800"/>
                  <a:gd name="connsiteX257" fmla="*/ 100698 w 330497"/>
                  <a:gd name="connsiteY257" fmla="*/ 294424 h 304800"/>
                  <a:gd name="connsiteX258" fmla="*/ 96825 w 330497"/>
                  <a:gd name="connsiteY258" fmla="*/ 297018 h 304800"/>
                  <a:gd name="connsiteX259" fmla="*/ 72296 w 330497"/>
                  <a:gd name="connsiteY259" fmla="*/ 303503 h 304800"/>
                  <a:gd name="connsiteX260" fmla="*/ 54222 w 330497"/>
                  <a:gd name="connsiteY260" fmla="*/ 300909 h 304800"/>
                  <a:gd name="connsiteX261" fmla="*/ 45185 w 330497"/>
                  <a:gd name="connsiteY261" fmla="*/ 298315 h 304800"/>
                  <a:gd name="connsiteX262" fmla="*/ 14201 w 330497"/>
                  <a:gd name="connsiteY262" fmla="*/ 273672 h 304800"/>
                  <a:gd name="connsiteX263" fmla="*/ 6455 w 330497"/>
                  <a:gd name="connsiteY263" fmla="*/ 260702 h 304800"/>
                  <a:gd name="connsiteX264" fmla="*/ 0 w 330497"/>
                  <a:gd name="connsiteY264" fmla="*/ 238652 h 304800"/>
                  <a:gd name="connsiteX265" fmla="*/ 0 w 330497"/>
                  <a:gd name="connsiteY265" fmla="*/ 236058 h 304800"/>
                  <a:gd name="connsiteX266" fmla="*/ 5164 w 330497"/>
                  <a:gd name="connsiteY266" fmla="*/ 202336 h 304800"/>
                  <a:gd name="connsiteX267" fmla="*/ 16783 w 330497"/>
                  <a:gd name="connsiteY267" fmla="*/ 188068 h 304800"/>
                  <a:gd name="connsiteX268" fmla="*/ 24529 w 330497"/>
                  <a:gd name="connsiteY268" fmla="*/ 180286 h 304800"/>
                  <a:gd name="connsiteX269" fmla="*/ 29693 w 330497"/>
                  <a:gd name="connsiteY269" fmla="*/ 176395 h 304800"/>
                  <a:gd name="connsiteX270" fmla="*/ 37439 w 330497"/>
                  <a:gd name="connsiteY270" fmla="*/ 172504 h 304800"/>
                  <a:gd name="connsiteX271" fmla="*/ 112317 w 330497"/>
                  <a:gd name="connsiteY271" fmla="*/ 118029 h 304800"/>
                  <a:gd name="connsiteX272" fmla="*/ 138137 w 330497"/>
                  <a:gd name="connsiteY272" fmla="*/ 95980 h 304800"/>
                  <a:gd name="connsiteX273" fmla="*/ 153629 w 330497"/>
                  <a:gd name="connsiteY273" fmla="*/ 81713 h 304800"/>
                  <a:gd name="connsiteX274" fmla="*/ 171703 w 330497"/>
                  <a:gd name="connsiteY274" fmla="*/ 63554 h 304800"/>
                  <a:gd name="connsiteX275" fmla="*/ 182032 w 330497"/>
                  <a:gd name="connsiteY275" fmla="*/ 51881 h 304800"/>
                  <a:gd name="connsiteX276" fmla="*/ 187196 w 330497"/>
                  <a:gd name="connsiteY276" fmla="*/ 44099 h 304800"/>
                  <a:gd name="connsiteX277" fmla="*/ 205270 w 330497"/>
                  <a:gd name="connsiteY277" fmla="*/ 16861 h 304800"/>
                  <a:gd name="connsiteX278" fmla="*/ 209143 w 330497"/>
                  <a:gd name="connsiteY278" fmla="*/ 9079 h 304800"/>
                  <a:gd name="connsiteX279" fmla="*/ 214307 w 330497"/>
                  <a:gd name="connsiteY279" fmla="*/ 2594 h 304800"/>
                  <a:gd name="connsiteX280" fmla="*/ 223344 w 330497"/>
                  <a:gd name="connsiteY280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</a:cxnLst>
                <a:rect l="l" t="t" r="r" b="b"/>
                <a:pathLst>
                  <a:path w="330497" h="304800">
                    <a:moveTo>
                      <a:pt x="75173" y="222249"/>
                    </a:moveTo>
                    <a:cubicBezTo>
                      <a:pt x="68636" y="228423"/>
                      <a:pt x="63407" y="233362"/>
                      <a:pt x="56870" y="239535"/>
                    </a:cubicBezTo>
                    <a:cubicBezTo>
                      <a:pt x="55563" y="239535"/>
                      <a:pt x="55563" y="240770"/>
                      <a:pt x="55563" y="242005"/>
                    </a:cubicBezTo>
                    <a:cubicBezTo>
                      <a:pt x="55563" y="242005"/>
                      <a:pt x="56870" y="243240"/>
                      <a:pt x="58178" y="243240"/>
                    </a:cubicBezTo>
                    <a:cubicBezTo>
                      <a:pt x="60792" y="244474"/>
                      <a:pt x="64714" y="244474"/>
                      <a:pt x="67329" y="244474"/>
                    </a:cubicBezTo>
                    <a:cubicBezTo>
                      <a:pt x="69944" y="244474"/>
                      <a:pt x="71251" y="243240"/>
                      <a:pt x="72559" y="240770"/>
                    </a:cubicBezTo>
                    <a:cubicBezTo>
                      <a:pt x="76481" y="237066"/>
                      <a:pt x="77788" y="232127"/>
                      <a:pt x="77788" y="225953"/>
                    </a:cubicBezTo>
                    <a:cubicBezTo>
                      <a:pt x="77788" y="225953"/>
                      <a:pt x="77788" y="224719"/>
                      <a:pt x="77788" y="223484"/>
                    </a:cubicBezTo>
                    <a:cubicBezTo>
                      <a:pt x="77788" y="223484"/>
                      <a:pt x="76481" y="222249"/>
                      <a:pt x="76481" y="222249"/>
                    </a:cubicBezTo>
                    <a:cubicBezTo>
                      <a:pt x="76481" y="222249"/>
                      <a:pt x="75173" y="222249"/>
                      <a:pt x="75173" y="222249"/>
                    </a:cubicBezTo>
                    <a:close/>
                    <a:moveTo>
                      <a:pt x="226286" y="209549"/>
                    </a:moveTo>
                    <a:cubicBezTo>
                      <a:pt x="223772" y="209549"/>
                      <a:pt x="222515" y="210853"/>
                      <a:pt x="221258" y="213461"/>
                    </a:cubicBezTo>
                    <a:cubicBezTo>
                      <a:pt x="221258" y="214765"/>
                      <a:pt x="221258" y="214765"/>
                      <a:pt x="221258" y="216069"/>
                    </a:cubicBezTo>
                    <a:cubicBezTo>
                      <a:pt x="220002" y="218677"/>
                      <a:pt x="218745" y="221285"/>
                      <a:pt x="220002" y="222589"/>
                    </a:cubicBezTo>
                    <a:cubicBezTo>
                      <a:pt x="220002" y="223893"/>
                      <a:pt x="222515" y="223893"/>
                      <a:pt x="225029" y="223893"/>
                    </a:cubicBezTo>
                    <a:cubicBezTo>
                      <a:pt x="226286" y="225197"/>
                      <a:pt x="227542" y="227805"/>
                      <a:pt x="226286" y="229110"/>
                    </a:cubicBezTo>
                    <a:cubicBezTo>
                      <a:pt x="223772" y="230414"/>
                      <a:pt x="221258" y="231718"/>
                      <a:pt x="218745" y="233022"/>
                    </a:cubicBezTo>
                    <a:cubicBezTo>
                      <a:pt x="217488" y="234326"/>
                      <a:pt x="218745" y="236934"/>
                      <a:pt x="220002" y="236934"/>
                    </a:cubicBezTo>
                    <a:cubicBezTo>
                      <a:pt x="222515" y="236934"/>
                      <a:pt x="226286" y="238238"/>
                      <a:pt x="226286" y="240846"/>
                    </a:cubicBezTo>
                    <a:cubicBezTo>
                      <a:pt x="227542" y="244758"/>
                      <a:pt x="225029" y="246062"/>
                      <a:pt x="222515" y="247366"/>
                    </a:cubicBezTo>
                    <a:cubicBezTo>
                      <a:pt x="220002" y="248670"/>
                      <a:pt x="218745" y="251278"/>
                      <a:pt x="217488" y="252582"/>
                    </a:cubicBezTo>
                    <a:cubicBezTo>
                      <a:pt x="217488" y="252582"/>
                      <a:pt x="217488" y="253886"/>
                      <a:pt x="217488" y="253886"/>
                    </a:cubicBezTo>
                    <a:cubicBezTo>
                      <a:pt x="217488" y="255190"/>
                      <a:pt x="217488" y="255190"/>
                      <a:pt x="218745" y="253886"/>
                    </a:cubicBezTo>
                    <a:cubicBezTo>
                      <a:pt x="220002" y="253886"/>
                      <a:pt x="221258" y="252582"/>
                      <a:pt x="222515" y="252582"/>
                    </a:cubicBezTo>
                    <a:cubicBezTo>
                      <a:pt x="223772" y="252582"/>
                      <a:pt x="225029" y="252582"/>
                      <a:pt x="226286" y="253886"/>
                    </a:cubicBezTo>
                    <a:cubicBezTo>
                      <a:pt x="227542" y="255190"/>
                      <a:pt x="227542" y="257798"/>
                      <a:pt x="226286" y="259102"/>
                    </a:cubicBezTo>
                    <a:cubicBezTo>
                      <a:pt x="225029" y="261710"/>
                      <a:pt x="223772" y="263014"/>
                      <a:pt x="222515" y="265622"/>
                    </a:cubicBezTo>
                    <a:cubicBezTo>
                      <a:pt x="218745" y="268230"/>
                      <a:pt x="218745" y="272142"/>
                      <a:pt x="221258" y="276054"/>
                    </a:cubicBezTo>
                    <a:cubicBezTo>
                      <a:pt x="221258" y="278662"/>
                      <a:pt x="222515" y="279966"/>
                      <a:pt x="223772" y="282574"/>
                    </a:cubicBezTo>
                    <a:cubicBezTo>
                      <a:pt x="223772" y="282574"/>
                      <a:pt x="225029" y="282574"/>
                      <a:pt x="225029" y="282574"/>
                    </a:cubicBezTo>
                    <a:cubicBezTo>
                      <a:pt x="226286" y="277358"/>
                      <a:pt x="228799" y="272142"/>
                      <a:pt x="230056" y="266926"/>
                    </a:cubicBezTo>
                    <a:cubicBezTo>
                      <a:pt x="230056" y="261710"/>
                      <a:pt x="233826" y="260406"/>
                      <a:pt x="237597" y="261710"/>
                    </a:cubicBezTo>
                    <a:cubicBezTo>
                      <a:pt x="238853" y="263014"/>
                      <a:pt x="240110" y="263014"/>
                      <a:pt x="240110" y="264318"/>
                    </a:cubicBezTo>
                    <a:cubicBezTo>
                      <a:pt x="242624" y="265622"/>
                      <a:pt x="243881" y="266926"/>
                      <a:pt x="245137" y="268230"/>
                    </a:cubicBezTo>
                    <a:cubicBezTo>
                      <a:pt x="246394" y="268230"/>
                      <a:pt x="247651" y="268230"/>
                      <a:pt x="247651" y="268230"/>
                    </a:cubicBezTo>
                    <a:cubicBezTo>
                      <a:pt x="247651" y="268230"/>
                      <a:pt x="247651" y="266926"/>
                      <a:pt x="247651" y="266926"/>
                    </a:cubicBezTo>
                    <a:cubicBezTo>
                      <a:pt x="247651" y="265622"/>
                      <a:pt x="247651" y="264318"/>
                      <a:pt x="246394" y="263014"/>
                    </a:cubicBezTo>
                    <a:cubicBezTo>
                      <a:pt x="241367" y="248670"/>
                      <a:pt x="237597" y="234326"/>
                      <a:pt x="236340" y="218677"/>
                    </a:cubicBezTo>
                    <a:cubicBezTo>
                      <a:pt x="236340" y="214765"/>
                      <a:pt x="235083" y="212157"/>
                      <a:pt x="232569" y="209549"/>
                    </a:cubicBezTo>
                    <a:cubicBezTo>
                      <a:pt x="232569" y="209549"/>
                      <a:pt x="231313" y="209549"/>
                      <a:pt x="231313" y="209549"/>
                    </a:cubicBezTo>
                    <a:cubicBezTo>
                      <a:pt x="228799" y="209549"/>
                      <a:pt x="227542" y="209549"/>
                      <a:pt x="226286" y="209549"/>
                    </a:cubicBezTo>
                    <a:close/>
                    <a:moveTo>
                      <a:pt x="245475" y="204787"/>
                    </a:moveTo>
                    <a:cubicBezTo>
                      <a:pt x="245475" y="204787"/>
                      <a:pt x="244182" y="204787"/>
                      <a:pt x="244182" y="206082"/>
                    </a:cubicBezTo>
                    <a:cubicBezTo>
                      <a:pt x="242888" y="208672"/>
                      <a:pt x="244182" y="211263"/>
                      <a:pt x="245475" y="215148"/>
                    </a:cubicBezTo>
                    <a:cubicBezTo>
                      <a:pt x="245475" y="216443"/>
                      <a:pt x="246769" y="219033"/>
                      <a:pt x="248062" y="221623"/>
                    </a:cubicBezTo>
                    <a:cubicBezTo>
                      <a:pt x="248062" y="230689"/>
                      <a:pt x="251943" y="239754"/>
                      <a:pt x="254530" y="248820"/>
                    </a:cubicBezTo>
                    <a:cubicBezTo>
                      <a:pt x="254530" y="250115"/>
                      <a:pt x="254530" y="251410"/>
                      <a:pt x="255823" y="252705"/>
                    </a:cubicBezTo>
                    <a:cubicBezTo>
                      <a:pt x="255823" y="252705"/>
                      <a:pt x="257117" y="254000"/>
                      <a:pt x="257117" y="254000"/>
                    </a:cubicBezTo>
                    <a:cubicBezTo>
                      <a:pt x="257117" y="254000"/>
                      <a:pt x="258410" y="252705"/>
                      <a:pt x="258410" y="252705"/>
                    </a:cubicBezTo>
                    <a:cubicBezTo>
                      <a:pt x="258410" y="250115"/>
                      <a:pt x="258410" y="248820"/>
                      <a:pt x="259704" y="247525"/>
                    </a:cubicBezTo>
                    <a:cubicBezTo>
                      <a:pt x="259704" y="242345"/>
                      <a:pt x="263584" y="241049"/>
                      <a:pt x="267465" y="241049"/>
                    </a:cubicBezTo>
                    <a:cubicBezTo>
                      <a:pt x="268758" y="242345"/>
                      <a:pt x="271345" y="242345"/>
                      <a:pt x="272639" y="242345"/>
                    </a:cubicBezTo>
                    <a:cubicBezTo>
                      <a:pt x="273932" y="242345"/>
                      <a:pt x="275226" y="242345"/>
                      <a:pt x="276520" y="242345"/>
                    </a:cubicBezTo>
                    <a:cubicBezTo>
                      <a:pt x="277813" y="241049"/>
                      <a:pt x="275226" y="239754"/>
                      <a:pt x="273932" y="238459"/>
                    </a:cubicBezTo>
                    <a:cubicBezTo>
                      <a:pt x="272639" y="237164"/>
                      <a:pt x="270052" y="234574"/>
                      <a:pt x="268758" y="233279"/>
                    </a:cubicBezTo>
                    <a:cubicBezTo>
                      <a:pt x="260997" y="226804"/>
                      <a:pt x="255823" y="219033"/>
                      <a:pt x="250649" y="211263"/>
                    </a:cubicBezTo>
                    <a:cubicBezTo>
                      <a:pt x="249356" y="208672"/>
                      <a:pt x="248062" y="207377"/>
                      <a:pt x="246769" y="204787"/>
                    </a:cubicBezTo>
                    <a:cubicBezTo>
                      <a:pt x="246769" y="204787"/>
                      <a:pt x="245475" y="204787"/>
                      <a:pt x="245475" y="204787"/>
                    </a:cubicBezTo>
                    <a:close/>
                    <a:moveTo>
                      <a:pt x="63501" y="191786"/>
                    </a:moveTo>
                    <a:cubicBezTo>
                      <a:pt x="55707" y="190499"/>
                      <a:pt x="47914" y="191786"/>
                      <a:pt x="38822" y="193074"/>
                    </a:cubicBezTo>
                    <a:cubicBezTo>
                      <a:pt x="36224" y="193074"/>
                      <a:pt x="33627" y="195648"/>
                      <a:pt x="31029" y="198222"/>
                    </a:cubicBezTo>
                    <a:cubicBezTo>
                      <a:pt x="21937" y="205945"/>
                      <a:pt x="20638" y="216242"/>
                      <a:pt x="20638" y="226540"/>
                    </a:cubicBezTo>
                    <a:cubicBezTo>
                      <a:pt x="21937" y="238124"/>
                      <a:pt x="24535" y="249709"/>
                      <a:pt x="28431" y="260006"/>
                    </a:cubicBezTo>
                    <a:cubicBezTo>
                      <a:pt x="31029" y="263867"/>
                      <a:pt x="33627" y="267729"/>
                      <a:pt x="37523" y="271590"/>
                    </a:cubicBezTo>
                    <a:cubicBezTo>
                      <a:pt x="49213" y="281888"/>
                      <a:pt x="63501" y="285749"/>
                      <a:pt x="79087" y="284462"/>
                    </a:cubicBezTo>
                    <a:cubicBezTo>
                      <a:pt x="80386" y="284462"/>
                      <a:pt x="81685" y="284462"/>
                      <a:pt x="82984" y="284462"/>
                    </a:cubicBezTo>
                    <a:cubicBezTo>
                      <a:pt x="89478" y="281888"/>
                      <a:pt x="94674" y="278026"/>
                      <a:pt x="99869" y="275452"/>
                    </a:cubicBezTo>
                    <a:cubicBezTo>
                      <a:pt x="103766" y="272878"/>
                      <a:pt x="106363" y="269016"/>
                      <a:pt x="108961" y="266442"/>
                    </a:cubicBezTo>
                    <a:cubicBezTo>
                      <a:pt x="116754" y="260006"/>
                      <a:pt x="120651" y="250996"/>
                      <a:pt x="119352" y="240699"/>
                    </a:cubicBezTo>
                    <a:cubicBezTo>
                      <a:pt x="119352" y="236837"/>
                      <a:pt x="119352" y="234263"/>
                      <a:pt x="118053" y="230401"/>
                    </a:cubicBezTo>
                    <a:cubicBezTo>
                      <a:pt x="118053" y="230401"/>
                      <a:pt x="118053" y="229114"/>
                      <a:pt x="118053" y="229114"/>
                    </a:cubicBezTo>
                    <a:cubicBezTo>
                      <a:pt x="116754" y="229114"/>
                      <a:pt x="115455" y="230401"/>
                      <a:pt x="115455" y="230401"/>
                    </a:cubicBezTo>
                    <a:cubicBezTo>
                      <a:pt x="114157" y="231688"/>
                      <a:pt x="112858" y="234263"/>
                      <a:pt x="111559" y="235550"/>
                    </a:cubicBezTo>
                    <a:cubicBezTo>
                      <a:pt x="106363" y="243273"/>
                      <a:pt x="99869" y="249709"/>
                      <a:pt x="92076" y="254857"/>
                    </a:cubicBezTo>
                    <a:cubicBezTo>
                      <a:pt x="84283" y="258719"/>
                      <a:pt x="77788" y="261293"/>
                      <a:pt x="69995" y="260006"/>
                    </a:cubicBezTo>
                    <a:cubicBezTo>
                      <a:pt x="67397" y="260006"/>
                      <a:pt x="66098" y="260006"/>
                      <a:pt x="64800" y="260006"/>
                    </a:cubicBezTo>
                    <a:cubicBezTo>
                      <a:pt x="60903" y="260006"/>
                      <a:pt x="55707" y="258719"/>
                      <a:pt x="51811" y="258719"/>
                    </a:cubicBezTo>
                    <a:cubicBezTo>
                      <a:pt x="47914" y="256145"/>
                      <a:pt x="44018" y="252283"/>
                      <a:pt x="40121" y="249709"/>
                    </a:cubicBezTo>
                    <a:cubicBezTo>
                      <a:pt x="38822" y="248422"/>
                      <a:pt x="38822" y="248422"/>
                      <a:pt x="38822" y="248422"/>
                    </a:cubicBezTo>
                    <a:cubicBezTo>
                      <a:pt x="36224" y="245847"/>
                      <a:pt x="34926" y="244560"/>
                      <a:pt x="34926" y="241986"/>
                    </a:cubicBezTo>
                    <a:cubicBezTo>
                      <a:pt x="34926" y="236837"/>
                      <a:pt x="36224" y="232976"/>
                      <a:pt x="40121" y="230401"/>
                    </a:cubicBezTo>
                    <a:cubicBezTo>
                      <a:pt x="47914" y="226540"/>
                      <a:pt x="53110" y="220104"/>
                      <a:pt x="58305" y="214955"/>
                    </a:cubicBezTo>
                    <a:cubicBezTo>
                      <a:pt x="62202" y="211094"/>
                      <a:pt x="64800" y="208520"/>
                      <a:pt x="68696" y="205945"/>
                    </a:cubicBezTo>
                    <a:cubicBezTo>
                      <a:pt x="69995" y="203371"/>
                      <a:pt x="71294" y="203371"/>
                      <a:pt x="69995" y="200797"/>
                    </a:cubicBezTo>
                    <a:cubicBezTo>
                      <a:pt x="69995" y="198222"/>
                      <a:pt x="68696" y="196935"/>
                      <a:pt x="67397" y="194361"/>
                    </a:cubicBezTo>
                    <a:cubicBezTo>
                      <a:pt x="67397" y="193074"/>
                      <a:pt x="66098" y="193074"/>
                      <a:pt x="63501" y="191786"/>
                    </a:cubicBezTo>
                    <a:close/>
                    <a:moveTo>
                      <a:pt x="231942" y="166687"/>
                    </a:moveTo>
                    <a:cubicBezTo>
                      <a:pt x="226595" y="170447"/>
                      <a:pt x="222584" y="174207"/>
                      <a:pt x="218574" y="177967"/>
                    </a:cubicBezTo>
                    <a:cubicBezTo>
                      <a:pt x="215900" y="179220"/>
                      <a:pt x="215900" y="181727"/>
                      <a:pt x="217237" y="184234"/>
                    </a:cubicBezTo>
                    <a:cubicBezTo>
                      <a:pt x="218574" y="182980"/>
                      <a:pt x="219910" y="181727"/>
                      <a:pt x="221247" y="180474"/>
                    </a:cubicBezTo>
                    <a:cubicBezTo>
                      <a:pt x="222584" y="179220"/>
                      <a:pt x="226595" y="179220"/>
                      <a:pt x="226595" y="180474"/>
                    </a:cubicBezTo>
                    <a:cubicBezTo>
                      <a:pt x="227932" y="181727"/>
                      <a:pt x="227932" y="182980"/>
                      <a:pt x="227932" y="182980"/>
                    </a:cubicBezTo>
                    <a:cubicBezTo>
                      <a:pt x="229268" y="185487"/>
                      <a:pt x="229268" y="186740"/>
                      <a:pt x="230605" y="189247"/>
                    </a:cubicBezTo>
                    <a:cubicBezTo>
                      <a:pt x="230605" y="190500"/>
                      <a:pt x="231942" y="190500"/>
                      <a:pt x="233279" y="189247"/>
                    </a:cubicBezTo>
                    <a:cubicBezTo>
                      <a:pt x="238626" y="186740"/>
                      <a:pt x="239963" y="181727"/>
                      <a:pt x="241300" y="176714"/>
                    </a:cubicBezTo>
                    <a:cubicBezTo>
                      <a:pt x="241300" y="171701"/>
                      <a:pt x="237290" y="167941"/>
                      <a:pt x="233279" y="166687"/>
                    </a:cubicBezTo>
                    <a:cubicBezTo>
                      <a:pt x="233279" y="166687"/>
                      <a:pt x="231942" y="166687"/>
                      <a:pt x="231942" y="166687"/>
                    </a:cubicBezTo>
                    <a:close/>
                    <a:moveTo>
                      <a:pt x="173526" y="155277"/>
                    </a:moveTo>
                    <a:cubicBezTo>
                      <a:pt x="169680" y="159147"/>
                      <a:pt x="165833" y="161726"/>
                      <a:pt x="160704" y="165596"/>
                    </a:cubicBezTo>
                    <a:cubicBezTo>
                      <a:pt x="151729" y="172045"/>
                      <a:pt x="141471" y="178494"/>
                      <a:pt x="129931" y="183654"/>
                    </a:cubicBezTo>
                    <a:cubicBezTo>
                      <a:pt x="128649" y="184943"/>
                      <a:pt x="126085" y="186233"/>
                      <a:pt x="124802" y="187523"/>
                    </a:cubicBezTo>
                    <a:cubicBezTo>
                      <a:pt x="123520" y="188813"/>
                      <a:pt x="122238" y="188813"/>
                      <a:pt x="123520" y="190103"/>
                    </a:cubicBezTo>
                    <a:cubicBezTo>
                      <a:pt x="124802" y="191393"/>
                      <a:pt x="126085" y="192683"/>
                      <a:pt x="126085" y="193972"/>
                    </a:cubicBezTo>
                    <a:cubicBezTo>
                      <a:pt x="132496" y="203001"/>
                      <a:pt x="137625" y="212030"/>
                      <a:pt x="137625" y="222349"/>
                    </a:cubicBezTo>
                    <a:cubicBezTo>
                      <a:pt x="137625" y="226218"/>
                      <a:pt x="138907" y="230088"/>
                      <a:pt x="138907" y="233958"/>
                    </a:cubicBezTo>
                    <a:cubicBezTo>
                      <a:pt x="138907" y="235247"/>
                      <a:pt x="140189" y="235247"/>
                      <a:pt x="140189" y="236537"/>
                    </a:cubicBezTo>
                    <a:cubicBezTo>
                      <a:pt x="141471" y="235247"/>
                      <a:pt x="141471" y="235247"/>
                      <a:pt x="142753" y="235247"/>
                    </a:cubicBezTo>
                    <a:cubicBezTo>
                      <a:pt x="144036" y="231378"/>
                      <a:pt x="146600" y="228798"/>
                      <a:pt x="149164" y="226218"/>
                    </a:cubicBezTo>
                    <a:cubicBezTo>
                      <a:pt x="153011" y="222349"/>
                      <a:pt x="158140" y="217190"/>
                      <a:pt x="161987" y="212030"/>
                    </a:cubicBezTo>
                    <a:cubicBezTo>
                      <a:pt x="164551" y="208161"/>
                      <a:pt x="168398" y="205581"/>
                      <a:pt x="170962" y="201711"/>
                    </a:cubicBezTo>
                    <a:cubicBezTo>
                      <a:pt x="173526" y="199132"/>
                      <a:pt x="176091" y="196552"/>
                      <a:pt x="178655" y="193972"/>
                    </a:cubicBezTo>
                    <a:cubicBezTo>
                      <a:pt x="181220" y="191393"/>
                      <a:pt x="183784" y="187523"/>
                      <a:pt x="186349" y="186233"/>
                    </a:cubicBezTo>
                    <a:cubicBezTo>
                      <a:pt x="187631" y="186233"/>
                      <a:pt x="187631" y="184943"/>
                      <a:pt x="188913" y="183654"/>
                    </a:cubicBezTo>
                    <a:cubicBezTo>
                      <a:pt x="188913" y="183654"/>
                      <a:pt x="188913" y="182364"/>
                      <a:pt x="187631" y="182364"/>
                    </a:cubicBezTo>
                    <a:cubicBezTo>
                      <a:pt x="185066" y="174625"/>
                      <a:pt x="182502" y="166886"/>
                      <a:pt x="179937" y="159147"/>
                    </a:cubicBezTo>
                    <a:cubicBezTo>
                      <a:pt x="178655" y="157857"/>
                      <a:pt x="178655" y="157857"/>
                      <a:pt x="177373" y="156567"/>
                    </a:cubicBezTo>
                    <a:cubicBezTo>
                      <a:pt x="176091" y="153987"/>
                      <a:pt x="174809" y="153987"/>
                      <a:pt x="173526" y="155277"/>
                    </a:cubicBezTo>
                    <a:close/>
                    <a:moveTo>
                      <a:pt x="196118" y="139382"/>
                    </a:moveTo>
                    <a:cubicBezTo>
                      <a:pt x="192088" y="140652"/>
                      <a:pt x="192088" y="143192"/>
                      <a:pt x="193431" y="145732"/>
                    </a:cubicBezTo>
                    <a:cubicBezTo>
                      <a:pt x="197461" y="150812"/>
                      <a:pt x="200148" y="155892"/>
                      <a:pt x="204178" y="160972"/>
                    </a:cubicBezTo>
                    <a:cubicBezTo>
                      <a:pt x="204178" y="162242"/>
                      <a:pt x="205521" y="163512"/>
                      <a:pt x="205521" y="163512"/>
                    </a:cubicBezTo>
                    <a:cubicBezTo>
                      <a:pt x="205521" y="163512"/>
                      <a:pt x="206864" y="163512"/>
                      <a:pt x="206864" y="163512"/>
                    </a:cubicBezTo>
                    <a:cubicBezTo>
                      <a:pt x="208208" y="162242"/>
                      <a:pt x="208208" y="162242"/>
                      <a:pt x="209551" y="160972"/>
                    </a:cubicBezTo>
                    <a:cubicBezTo>
                      <a:pt x="208208" y="159702"/>
                      <a:pt x="208208" y="158432"/>
                      <a:pt x="208208" y="157162"/>
                    </a:cubicBezTo>
                    <a:cubicBezTo>
                      <a:pt x="206864" y="149542"/>
                      <a:pt x="201491" y="144462"/>
                      <a:pt x="197461" y="139382"/>
                    </a:cubicBezTo>
                    <a:cubicBezTo>
                      <a:pt x="197461" y="138112"/>
                      <a:pt x="196118" y="138112"/>
                      <a:pt x="196118" y="139382"/>
                    </a:cubicBezTo>
                    <a:close/>
                    <a:moveTo>
                      <a:pt x="204470" y="131762"/>
                    </a:moveTo>
                    <a:cubicBezTo>
                      <a:pt x="203200" y="131762"/>
                      <a:pt x="203200" y="132896"/>
                      <a:pt x="203200" y="132896"/>
                    </a:cubicBezTo>
                    <a:cubicBezTo>
                      <a:pt x="204470" y="134030"/>
                      <a:pt x="205740" y="135164"/>
                      <a:pt x="207010" y="135164"/>
                    </a:cubicBezTo>
                    <a:cubicBezTo>
                      <a:pt x="208280" y="134030"/>
                      <a:pt x="207010" y="132896"/>
                      <a:pt x="205740" y="131762"/>
                    </a:cubicBezTo>
                    <a:cubicBezTo>
                      <a:pt x="205740" y="131762"/>
                      <a:pt x="204470" y="131762"/>
                      <a:pt x="204470" y="131762"/>
                    </a:cubicBezTo>
                    <a:close/>
                    <a:moveTo>
                      <a:pt x="138936" y="117474"/>
                    </a:moveTo>
                    <a:cubicBezTo>
                      <a:pt x="137643" y="117474"/>
                      <a:pt x="137643" y="118784"/>
                      <a:pt x="136349" y="118784"/>
                    </a:cubicBezTo>
                    <a:cubicBezTo>
                      <a:pt x="132469" y="121403"/>
                      <a:pt x="129881" y="124023"/>
                      <a:pt x="126001" y="126642"/>
                    </a:cubicBezTo>
                    <a:cubicBezTo>
                      <a:pt x="104011" y="142358"/>
                      <a:pt x="82021" y="156765"/>
                      <a:pt x="60031" y="172481"/>
                    </a:cubicBezTo>
                    <a:cubicBezTo>
                      <a:pt x="60031" y="172481"/>
                      <a:pt x="58738" y="173791"/>
                      <a:pt x="58738" y="173791"/>
                    </a:cubicBezTo>
                    <a:cubicBezTo>
                      <a:pt x="58738" y="173791"/>
                      <a:pt x="60031" y="173791"/>
                      <a:pt x="60031" y="173791"/>
                    </a:cubicBezTo>
                    <a:cubicBezTo>
                      <a:pt x="61325" y="173791"/>
                      <a:pt x="62619" y="173791"/>
                      <a:pt x="63912" y="173791"/>
                    </a:cubicBezTo>
                    <a:cubicBezTo>
                      <a:pt x="70380" y="173791"/>
                      <a:pt x="75554" y="177720"/>
                      <a:pt x="78141" y="182959"/>
                    </a:cubicBezTo>
                    <a:cubicBezTo>
                      <a:pt x="79434" y="184268"/>
                      <a:pt x="80728" y="186888"/>
                      <a:pt x="82021" y="188197"/>
                    </a:cubicBezTo>
                    <a:cubicBezTo>
                      <a:pt x="88489" y="196055"/>
                      <a:pt x="92369" y="205223"/>
                      <a:pt x="94956" y="214391"/>
                    </a:cubicBezTo>
                    <a:cubicBezTo>
                      <a:pt x="94956" y="217010"/>
                      <a:pt x="94956" y="219630"/>
                      <a:pt x="96250" y="222249"/>
                    </a:cubicBezTo>
                    <a:cubicBezTo>
                      <a:pt x="100131" y="222249"/>
                      <a:pt x="101424" y="218320"/>
                      <a:pt x="102718" y="217010"/>
                    </a:cubicBezTo>
                    <a:cubicBezTo>
                      <a:pt x="105305" y="214391"/>
                      <a:pt x="107892" y="211772"/>
                      <a:pt x="109185" y="209152"/>
                    </a:cubicBezTo>
                    <a:cubicBezTo>
                      <a:pt x="111772" y="207843"/>
                      <a:pt x="111772" y="206533"/>
                      <a:pt x="110479" y="205223"/>
                    </a:cubicBezTo>
                    <a:cubicBezTo>
                      <a:pt x="106598" y="199985"/>
                      <a:pt x="102718" y="194746"/>
                      <a:pt x="97544" y="192126"/>
                    </a:cubicBezTo>
                    <a:cubicBezTo>
                      <a:pt x="96250" y="190817"/>
                      <a:pt x="96250" y="189507"/>
                      <a:pt x="96250" y="188197"/>
                    </a:cubicBezTo>
                    <a:cubicBezTo>
                      <a:pt x="97544" y="184268"/>
                      <a:pt x="98837" y="181649"/>
                      <a:pt x="102718" y="180339"/>
                    </a:cubicBezTo>
                    <a:cubicBezTo>
                      <a:pt x="107892" y="179030"/>
                      <a:pt x="111772" y="176410"/>
                      <a:pt x="115653" y="175100"/>
                    </a:cubicBezTo>
                    <a:cubicBezTo>
                      <a:pt x="118240" y="173791"/>
                      <a:pt x="122120" y="172481"/>
                      <a:pt x="124707" y="169862"/>
                    </a:cubicBezTo>
                    <a:cubicBezTo>
                      <a:pt x="129881" y="167242"/>
                      <a:pt x="135056" y="163313"/>
                      <a:pt x="140230" y="160694"/>
                    </a:cubicBezTo>
                    <a:cubicBezTo>
                      <a:pt x="147991" y="154145"/>
                      <a:pt x="155752" y="148907"/>
                      <a:pt x="162219" y="141049"/>
                    </a:cubicBezTo>
                    <a:cubicBezTo>
                      <a:pt x="163513" y="139739"/>
                      <a:pt x="163513" y="139739"/>
                      <a:pt x="163513" y="138429"/>
                    </a:cubicBezTo>
                    <a:cubicBezTo>
                      <a:pt x="155752" y="130571"/>
                      <a:pt x="147991" y="124023"/>
                      <a:pt x="140230" y="118784"/>
                    </a:cubicBezTo>
                    <a:cubicBezTo>
                      <a:pt x="140230" y="117474"/>
                      <a:pt x="138936" y="117474"/>
                      <a:pt x="138936" y="117474"/>
                    </a:cubicBezTo>
                    <a:close/>
                    <a:moveTo>
                      <a:pt x="219220" y="115887"/>
                    </a:moveTo>
                    <a:cubicBezTo>
                      <a:pt x="216622" y="117186"/>
                      <a:pt x="214024" y="118485"/>
                      <a:pt x="212725" y="122382"/>
                    </a:cubicBezTo>
                    <a:cubicBezTo>
                      <a:pt x="212725" y="123680"/>
                      <a:pt x="215323" y="124979"/>
                      <a:pt x="215323" y="126278"/>
                    </a:cubicBezTo>
                    <a:cubicBezTo>
                      <a:pt x="216622" y="128876"/>
                      <a:pt x="219220" y="131474"/>
                      <a:pt x="220518" y="134071"/>
                    </a:cubicBezTo>
                    <a:cubicBezTo>
                      <a:pt x="221817" y="136669"/>
                      <a:pt x="223116" y="140566"/>
                      <a:pt x="224415" y="143163"/>
                    </a:cubicBezTo>
                    <a:cubicBezTo>
                      <a:pt x="224415" y="143163"/>
                      <a:pt x="225714" y="144462"/>
                      <a:pt x="225714" y="144462"/>
                    </a:cubicBezTo>
                    <a:cubicBezTo>
                      <a:pt x="225714" y="143163"/>
                      <a:pt x="225714" y="143163"/>
                      <a:pt x="227013" y="141865"/>
                    </a:cubicBezTo>
                    <a:cubicBezTo>
                      <a:pt x="225714" y="134071"/>
                      <a:pt x="224415" y="124979"/>
                      <a:pt x="221817" y="117186"/>
                    </a:cubicBezTo>
                    <a:cubicBezTo>
                      <a:pt x="220518" y="117186"/>
                      <a:pt x="220518" y="115887"/>
                      <a:pt x="220518" y="115887"/>
                    </a:cubicBezTo>
                    <a:cubicBezTo>
                      <a:pt x="220518" y="115887"/>
                      <a:pt x="219220" y="115887"/>
                      <a:pt x="219220" y="115887"/>
                    </a:cubicBezTo>
                    <a:close/>
                    <a:moveTo>
                      <a:pt x="206375" y="96837"/>
                    </a:moveTo>
                    <a:cubicBezTo>
                      <a:pt x="206375" y="96837"/>
                      <a:pt x="206375" y="98425"/>
                      <a:pt x="206375" y="98425"/>
                    </a:cubicBezTo>
                    <a:cubicBezTo>
                      <a:pt x="206375" y="100013"/>
                      <a:pt x="206375" y="100013"/>
                      <a:pt x="207169" y="101600"/>
                    </a:cubicBezTo>
                    <a:cubicBezTo>
                      <a:pt x="207169" y="101600"/>
                      <a:pt x="207169" y="101600"/>
                      <a:pt x="207963" y="101600"/>
                    </a:cubicBezTo>
                    <a:cubicBezTo>
                      <a:pt x="207963" y="101600"/>
                      <a:pt x="207963" y="101600"/>
                      <a:pt x="207963" y="100013"/>
                    </a:cubicBezTo>
                    <a:cubicBezTo>
                      <a:pt x="207963" y="100013"/>
                      <a:pt x="207963" y="98425"/>
                      <a:pt x="207169" y="98425"/>
                    </a:cubicBezTo>
                    <a:cubicBezTo>
                      <a:pt x="207169" y="96837"/>
                      <a:pt x="207169" y="96837"/>
                      <a:pt x="206375" y="96837"/>
                    </a:cubicBezTo>
                    <a:close/>
                    <a:moveTo>
                      <a:pt x="307146" y="28272"/>
                    </a:moveTo>
                    <a:cubicBezTo>
                      <a:pt x="305851" y="29557"/>
                      <a:pt x="304557" y="30843"/>
                      <a:pt x="303262" y="33413"/>
                    </a:cubicBezTo>
                    <a:cubicBezTo>
                      <a:pt x="290318" y="47549"/>
                      <a:pt x="276079" y="60400"/>
                      <a:pt x="261841" y="74537"/>
                    </a:cubicBezTo>
                    <a:cubicBezTo>
                      <a:pt x="252779" y="82247"/>
                      <a:pt x="245013" y="91243"/>
                      <a:pt x="235952" y="98954"/>
                    </a:cubicBezTo>
                    <a:cubicBezTo>
                      <a:pt x="233363" y="100239"/>
                      <a:pt x="233363" y="102809"/>
                      <a:pt x="234657" y="105380"/>
                    </a:cubicBezTo>
                    <a:cubicBezTo>
                      <a:pt x="238541" y="114375"/>
                      <a:pt x="242424" y="123371"/>
                      <a:pt x="243718" y="133652"/>
                    </a:cubicBezTo>
                    <a:cubicBezTo>
                      <a:pt x="243718" y="134937"/>
                      <a:pt x="245013" y="134937"/>
                      <a:pt x="246307" y="134937"/>
                    </a:cubicBezTo>
                    <a:cubicBezTo>
                      <a:pt x="247602" y="133652"/>
                      <a:pt x="248896" y="132367"/>
                      <a:pt x="250191" y="131082"/>
                    </a:cubicBezTo>
                    <a:cubicBezTo>
                      <a:pt x="264429" y="115660"/>
                      <a:pt x="281257" y="105380"/>
                      <a:pt x="300673" y="97669"/>
                    </a:cubicBezTo>
                    <a:cubicBezTo>
                      <a:pt x="304557" y="95099"/>
                      <a:pt x="308440" y="92528"/>
                      <a:pt x="313618" y="89958"/>
                    </a:cubicBezTo>
                    <a:cubicBezTo>
                      <a:pt x="316207" y="88673"/>
                      <a:pt x="317501" y="86103"/>
                      <a:pt x="317501" y="82247"/>
                    </a:cubicBezTo>
                    <a:cubicBezTo>
                      <a:pt x="317501" y="79677"/>
                      <a:pt x="317501" y="77107"/>
                      <a:pt x="317501" y="74537"/>
                    </a:cubicBezTo>
                    <a:cubicBezTo>
                      <a:pt x="317501" y="70681"/>
                      <a:pt x="317501" y="65541"/>
                      <a:pt x="316207" y="61685"/>
                    </a:cubicBezTo>
                    <a:cubicBezTo>
                      <a:pt x="314912" y="52690"/>
                      <a:pt x="313618" y="42409"/>
                      <a:pt x="311029" y="33413"/>
                    </a:cubicBezTo>
                    <a:cubicBezTo>
                      <a:pt x="311029" y="32128"/>
                      <a:pt x="311029" y="29557"/>
                      <a:pt x="309734" y="28272"/>
                    </a:cubicBezTo>
                    <a:cubicBezTo>
                      <a:pt x="309734" y="26987"/>
                      <a:pt x="308440" y="26987"/>
                      <a:pt x="307146" y="28272"/>
                    </a:cubicBezTo>
                    <a:close/>
                    <a:moveTo>
                      <a:pt x="228600" y="17173"/>
                    </a:moveTo>
                    <a:cubicBezTo>
                      <a:pt x="226020" y="15874"/>
                      <a:pt x="223441" y="18471"/>
                      <a:pt x="220861" y="22368"/>
                    </a:cubicBezTo>
                    <a:cubicBezTo>
                      <a:pt x="220861" y="24966"/>
                      <a:pt x="218281" y="26265"/>
                      <a:pt x="216991" y="27564"/>
                    </a:cubicBezTo>
                    <a:cubicBezTo>
                      <a:pt x="215702" y="30162"/>
                      <a:pt x="214412" y="31461"/>
                      <a:pt x="211832" y="34058"/>
                    </a:cubicBezTo>
                    <a:cubicBezTo>
                      <a:pt x="209252" y="39254"/>
                      <a:pt x="205383" y="45748"/>
                      <a:pt x="201513" y="50944"/>
                    </a:cubicBezTo>
                    <a:cubicBezTo>
                      <a:pt x="198934" y="56139"/>
                      <a:pt x="196354" y="60036"/>
                      <a:pt x="192484" y="63933"/>
                    </a:cubicBezTo>
                    <a:cubicBezTo>
                      <a:pt x="191194" y="65231"/>
                      <a:pt x="189905" y="66530"/>
                      <a:pt x="188615" y="67829"/>
                    </a:cubicBezTo>
                    <a:cubicBezTo>
                      <a:pt x="187325" y="69128"/>
                      <a:pt x="187325" y="70427"/>
                      <a:pt x="188615" y="70427"/>
                    </a:cubicBezTo>
                    <a:cubicBezTo>
                      <a:pt x="200223" y="74324"/>
                      <a:pt x="210542" y="78220"/>
                      <a:pt x="219571" y="86013"/>
                    </a:cubicBezTo>
                    <a:cubicBezTo>
                      <a:pt x="220861" y="87312"/>
                      <a:pt x="222151" y="87312"/>
                      <a:pt x="223441" y="86013"/>
                    </a:cubicBezTo>
                    <a:cubicBezTo>
                      <a:pt x="224730" y="86013"/>
                      <a:pt x="224730" y="86013"/>
                      <a:pt x="226020" y="84715"/>
                    </a:cubicBezTo>
                    <a:cubicBezTo>
                      <a:pt x="238919" y="71726"/>
                      <a:pt x="253107" y="58737"/>
                      <a:pt x="267295" y="45748"/>
                    </a:cubicBezTo>
                    <a:cubicBezTo>
                      <a:pt x="269875" y="43151"/>
                      <a:pt x="269875" y="43151"/>
                      <a:pt x="268585" y="39254"/>
                    </a:cubicBezTo>
                    <a:cubicBezTo>
                      <a:pt x="259556" y="26265"/>
                      <a:pt x="246658" y="19770"/>
                      <a:pt x="228600" y="17173"/>
                    </a:cubicBezTo>
                    <a:close/>
                    <a:moveTo>
                      <a:pt x="223344" y="0"/>
                    </a:moveTo>
                    <a:cubicBezTo>
                      <a:pt x="227217" y="1297"/>
                      <a:pt x="229799" y="1297"/>
                      <a:pt x="233672" y="1297"/>
                    </a:cubicBezTo>
                    <a:cubicBezTo>
                      <a:pt x="237545" y="1297"/>
                      <a:pt x="242709" y="2594"/>
                      <a:pt x="246582" y="3891"/>
                    </a:cubicBezTo>
                    <a:cubicBezTo>
                      <a:pt x="260783" y="9079"/>
                      <a:pt x="272402" y="16861"/>
                      <a:pt x="281439" y="27238"/>
                    </a:cubicBezTo>
                    <a:cubicBezTo>
                      <a:pt x="282730" y="28535"/>
                      <a:pt x="284021" y="28535"/>
                      <a:pt x="285312" y="27238"/>
                    </a:cubicBezTo>
                    <a:cubicBezTo>
                      <a:pt x="290476" y="22049"/>
                      <a:pt x="295640" y="16861"/>
                      <a:pt x="300804" y="11673"/>
                    </a:cubicBezTo>
                    <a:cubicBezTo>
                      <a:pt x="304677" y="7782"/>
                      <a:pt x="311132" y="7782"/>
                      <a:pt x="315005" y="12970"/>
                    </a:cubicBezTo>
                    <a:cubicBezTo>
                      <a:pt x="316296" y="15564"/>
                      <a:pt x="317587" y="18158"/>
                      <a:pt x="318878" y="22049"/>
                    </a:cubicBezTo>
                    <a:cubicBezTo>
                      <a:pt x="324042" y="37614"/>
                      <a:pt x="329206" y="54475"/>
                      <a:pt x="329206" y="71336"/>
                    </a:cubicBezTo>
                    <a:cubicBezTo>
                      <a:pt x="329206" y="72633"/>
                      <a:pt x="329206" y="73930"/>
                      <a:pt x="329206" y="75227"/>
                    </a:cubicBezTo>
                    <a:cubicBezTo>
                      <a:pt x="331788" y="79119"/>
                      <a:pt x="329206" y="84307"/>
                      <a:pt x="330497" y="89495"/>
                    </a:cubicBezTo>
                    <a:cubicBezTo>
                      <a:pt x="330497" y="93386"/>
                      <a:pt x="329206" y="97277"/>
                      <a:pt x="327915" y="101168"/>
                    </a:cubicBezTo>
                    <a:cubicBezTo>
                      <a:pt x="326624" y="102465"/>
                      <a:pt x="326624" y="102465"/>
                      <a:pt x="325333" y="103762"/>
                    </a:cubicBezTo>
                    <a:cubicBezTo>
                      <a:pt x="321460" y="103762"/>
                      <a:pt x="318878" y="107653"/>
                      <a:pt x="316296" y="108950"/>
                    </a:cubicBezTo>
                    <a:cubicBezTo>
                      <a:pt x="312423" y="111544"/>
                      <a:pt x="309841" y="112841"/>
                      <a:pt x="305968" y="114138"/>
                    </a:cubicBezTo>
                    <a:cubicBezTo>
                      <a:pt x="295640" y="116732"/>
                      <a:pt x="286603" y="120623"/>
                      <a:pt x="277566" y="127108"/>
                    </a:cubicBezTo>
                    <a:cubicBezTo>
                      <a:pt x="267238" y="134890"/>
                      <a:pt x="258201" y="143970"/>
                      <a:pt x="247873" y="151752"/>
                    </a:cubicBezTo>
                    <a:cubicBezTo>
                      <a:pt x="246582" y="153049"/>
                      <a:pt x="245291" y="154346"/>
                      <a:pt x="246582" y="155643"/>
                    </a:cubicBezTo>
                    <a:cubicBezTo>
                      <a:pt x="247873" y="156940"/>
                      <a:pt x="247873" y="158237"/>
                      <a:pt x="249164" y="158237"/>
                    </a:cubicBezTo>
                    <a:cubicBezTo>
                      <a:pt x="253037" y="163425"/>
                      <a:pt x="254328" y="169910"/>
                      <a:pt x="253037" y="175098"/>
                    </a:cubicBezTo>
                    <a:cubicBezTo>
                      <a:pt x="253037" y="178989"/>
                      <a:pt x="253037" y="182880"/>
                      <a:pt x="251746" y="186771"/>
                    </a:cubicBezTo>
                    <a:cubicBezTo>
                      <a:pt x="251746" y="190662"/>
                      <a:pt x="251746" y="194553"/>
                      <a:pt x="253037" y="197147"/>
                    </a:cubicBezTo>
                    <a:cubicBezTo>
                      <a:pt x="259492" y="206227"/>
                      <a:pt x="264656" y="215306"/>
                      <a:pt x="273693" y="223088"/>
                    </a:cubicBezTo>
                    <a:cubicBezTo>
                      <a:pt x="278857" y="229573"/>
                      <a:pt x="285312" y="236058"/>
                      <a:pt x="293058" y="239949"/>
                    </a:cubicBezTo>
                    <a:cubicBezTo>
                      <a:pt x="294349" y="241246"/>
                      <a:pt x="295640" y="242543"/>
                      <a:pt x="295640" y="242543"/>
                    </a:cubicBezTo>
                    <a:cubicBezTo>
                      <a:pt x="298222" y="245137"/>
                      <a:pt x="298222" y="247731"/>
                      <a:pt x="296931" y="250325"/>
                    </a:cubicBezTo>
                    <a:cubicBezTo>
                      <a:pt x="296931" y="251622"/>
                      <a:pt x="294349" y="252919"/>
                      <a:pt x="293058" y="252919"/>
                    </a:cubicBezTo>
                    <a:cubicBezTo>
                      <a:pt x="287894" y="252919"/>
                      <a:pt x="284021" y="252919"/>
                      <a:pt x="280148" y="254216"/>
                    </a:cubicBezTo>
                    <a:cubicBezTo>
                      <a:pt x="277566" y="254216"/>
                      <a:pt x="274984" y="252919"/>
                      <a:pt x="273693" y="255513"/>
                    </a:cubicBezTo>
                    <a:cubicBezTo>
                      <a:pt x="273693" y="256810"/>
                      <a:pt x="274984" y="259404"/>
                      <a:pt x="274984" y="260702"/>
                    </a:cubicBezTo>
                    <a:cubicBezTo>
                      <a:pt x="274984" y="265890"/>
                      <a:pt x="272402" y="269781"/>
                      <a:pt x="265947" y="268484"/>
                    </a:cubicBezTo>
                    <a:cubicBezTo>
                      <a:pt x="265947" y="268484"/>
                      <a:pt x="264656" y="268484"/>
                      <a:pt x="263365" y="268484"/>
                    </a:cubicBezTo>
                    <a:cubicBezTo>
                      <a:pt x="263365" y="269781"/>
                      <a:pt x="262074" y="269781"/>
                      <a:pt x="262074" y="269781"/>
                    </a:cubicBezTo>
                    <a:cubicBezTo>
                      <a:pt x="263365" y="271078"/>
                      <a:pt x="264656" y="272375"/>
                      <a:pt x="264656" y="273672"/>
                    </a:cubicBezTo>
                    <a:cubicBezTo>
                      <a:pt x="267238" y="277563"/>
                      <a:pt x="267238" y="280157"/>
                      <a:pt x="265947" y="284048"/>
                    </a:cubicBezTo>
                    <a:cubicBezTo>
                      <a:pt x="263365" y="287939"/>
                      <a:pt x="259492" y="290533"/>
                      <a:pt x="255619" y="287939"/>
                    </a:cubicBezTo>
                    <a:cubicBezTo>
                      <a:pt x="251746" y="286642"/>
                      <a:pt x="247873" y="284048"/>
                      <a:pt x="244000" y="281454"/>
                    </a:cubicBezTo>
                    <a:cubicBezTo>
                      <a:pt x="242709" y="281454"/>
                      <a:pt x="241418" y="280157"/>
                      <a:pt x="240127" y="280157"/>
                    </a:cubicBezTo>
                    <a:cubicBezTo>
                      <a:pt x="240127" y="280157"/>
                      <a:pt x="238836" y="281454"/>
                      <a:pt x="238836" y="281454"/>
                    </a:cubicBezTo>
                    <a:cubicBezTo>
                      <a:pt x="238836" y="282751"/>
                      <a:pt x="238836" y="282751"/>
                      <a:pt x="238836" y="284048"/>
                    </a:cubicBezTo>
                    <a:cubicBezTo>
                      <a:pt x="238836" y="289236"/>
                      <a:pt x="238836" y="293127"/>
                      <a:pt x="238836" y="298315"/>
                    </a:cubicBezTo>
                    <a:cubicBezTo>
                      <a:pt x="238836" y="302206"/>
                      <a:pt x="236254" y="303503"/>
                      <a:pt x="232381" y="304800"/>
                    </a:cubicBezTo>
                    <a:cubicBezTo>
                      <a:pt x="231090" y="304800"/>
                      <a:pt x="228508" y="304800"/>
                      <a:pt x="227217" y="304800"/>
                    </a:cubicBezTo>
                    <a:cubicBezTo>
                      <a:pt x="225926" y="304800"/>
                      <a:pt x="224635" y="304800"/>
                      <a:pt x="223344" y="303503"/>
                    </a:cubicBezTo>
                    <a:cubicBezTo>
                      <a:pt x="219471" y="298315"/>
                      <a:pt x="214307" y="295721"/>
                      <a:pt x="211725" y="289236"/>
                    </a:cubicBezTo>
                    <a:cubicBezTo>
                      <a:pt x="206561" y="281454"/>
                      <a:pt x="202688" y="273672"/>
                      <a:pt x="202688" y="263296"/>
                    </a:cubicBezTo>
                    <a:cubicBezTo>
                      <a:pt x="202688" y="249028"/>
                      <a:pt x="203979" y="233464"/>
                      <a:pt x="209143" y="219197"/>
                    </a:cubicBezTo>
                    <a:cubicBezTo>
                      <a:pt x="209143" y="216603"/>
                      <a:pt x="210434" y="215306"/>
                      <a:pt x="210434" y="214009"/>
                    </a:cubicBezTo>
                    <a:cubicBezTo>
                      <a:pt x="211725" y="211415"/>
                      <a:pt x="210434" y="210118"/>
                      <a:pt x="209143" y="208821"/>
                    </a:cubicBezTo>
                    <a:cubicBezTo>
                      <a:pt x="203979" y="207524"/>
                      <a:pt x="201397" y="206227"/>
                      <a:pt x="198815" y="202336"/>
                    </a:cubicBezTo>
                    <a:cubicBezTo>
                      <a:pt x="197524" y="201039"/>
                      <a:pt x="196233" y="199742"/>
                      <a:pt x="193651" y="201039"/>
                    </a:cubicBezTo>
                    <a:cubicBezTo>
                      <a:pt x="182032" y="210118"/>
                      <a:pt x="171703" y="219197"/>
                      <a:pt x="162666" y="230870"/>
                    </a:cubicBezTo>
                    <a:cubicBezTo>
                      <a:pt x="158793" y="237355"/>
                      <a:pt x="153629" y="243840"/>
                      <a:pt x="148465" y="249028"/>
                    </a:cubicBezTo>
                    <a:cubicBezTo>
                      <a:pt x="140719" y="255513"/>
                      <a:pt x="134264" y="263296"/>
                      <a:pt x="127809" y="269781"/>
                    </a:cubicBezTo>
                    <a:cubicBezTo>
                      <a:pt x="127809" y="271078"/>
                      <a:pt x="126518" y="272375"/>
                      <a:pt x="126518" y="272375"/>
                    </a:cubicBezTo>
                    <a:cubicBezTo>
                      <a:pt x="117481" y="278860"/>
                      <a:pt x="109735" y="287939"/>
                      <a:pt x="100698" y="294424"/>
                    </a:cubicBezTo>
                    <a:cubicBezTo>
                      <a:pt x="99407" y="295721"/>
                      <a:pt x="98116" y="297018"/>
                      <a:pt x="96825" y="297018"/>
                    </a:cubicBezTo>
                    <a:cubicBezTo>
                      <a:pt x="90370" y="302206"/>
                      <a:pt x="81333" y="303503"/>
                      <a:pt x="72296" y="303503"/>
                    </a:cubicBezTo>
                    <a:cubicBezTo>
                      <a:pt x="65841" y="303503"/>
                      <a:pt x="60677" y="302206"/>
                      <a:pt x="54222" y="300909"/>
                    </a:cubicBezTo>
                    <a:cubicBezTo>
                      <a:pt x="50349" y="300909"/>
                      <a:pt x="47767" y="299612"/>
                      <a:pt x="45185" y="298315"/>
                    </a:cubicBezTo>
                    <a:cubicBezTo>
                      <a:pt x="33566" y="291830"/>
                      <a:pt x="23238" y="284048"/>
                      <a:pt x="14201" y="273672"/>
                    </a:cubicBezTo>
                    <a:cubicBezTo>
                      <a:pt x="11619" y="269781"/>
                      <a:pt x="9037" y="265890"/>
                      <a:pt x="6455" y="260702"/>
                    </a:cubicBezTo>
                    <a:cubicBezTo>
                      <a:pt x="3873" y="252919"/>
                      <a:pt x="2582" y="245137"/>
                      <a:pt x="0" y="238652"/>
                    </a:cubicBezTo>
                    <a:cubicBezTo>
                      <a:pt x="0" y="237355"/>
                      <a:pt x="0" y="236058"/>
                      <a:pt x="0" y="236058"/>
                    </a:cubicBezTo>
                    <a:cubicBezTo>
                      <a:pt x="0" y="224385"/>
                      <a:pt x="1291" y="212712"/>
                      <a:pt x="5164" y="202336"/>
                    </a:cubicBezTo>
                    <a:cubicBezTo>
                      <a:pt x="7746" y="197147"/>
                      <a:pt x="11619" y="191959"/>
                      <a:pt x="16783" y="188068"/>
                    </a:cubicBezTo>
                    <a:cubicBezTo>
                      <a:pt x="19365" y="185474"/>
                      <a:pt x="21947" y="182880"/>
                      <a:pt x="24529" y="180286"/>
                    </a:cubicBezTo>
                    <a:cubicBezTo>
                      <a:pt x="25820" y="178989"/>
                      <a:pt x="28402" y="177692"/>
                      <a:pt x="29693" y="176395"/>
                    </a:cubicBezTo>
                    <a:cubicBezTo>
                      <a:pt x="32275" y="175098"/>
                      <a:pt x="34857" y="175098"/>
                      <a:pt x="37439" y="172504"/>
                    </a:cubicBezTo>
                    <a:cubicBezTo>
                      <a:pt x="60677" y="153049"/>
                      <a:pt x="86497" y="134890"/>
                      <a:pt x="112317" y="118029"/>
                    </a:cubicBezTo>
                    <a:cubicBezTo>
                      <a:pt x="121354" y="111544"/>
                      <a:pt x="130391" y="105059"/>
                      <a:pt x="138137" y="95980"/>
                    </a:cubicBezTo>
                    <a:cubicBezTo>
                      <a:pt x="143301" y="90792"/>
                      <a:pt x="148465" y="86901"/>
                      <a:pt x="153629" y="81713"/>
                    </a:cubicBezTo>
                    <a:cubicBezTo>
                      <a:pt x="160084" y="75227"/>
                      <a:pt x="165248" y="70039"/>
                      <a:pt x="171703" y="63554"/>
                    </a:cubicBezTo>
                    <a:cubicBezTo>
                      <a:pt x="175576" y="59663"/>
                      <a:pt x="178158" y="55772"/>
                      <a:pt x="182032" y="51881"/>
                    </a:cubicBezTo>
                    <a:cubicBezTo>
                      <a:pt x="184614" y="49287"/>
                      <a:pt x="185905" y="46693"/>
                      <a:pt x="187196" y="44099"/>
                    </a:cubicBezTo>
                    <a:cubicBezTo>
                      <a:pt x="193651" y="35020"/>
                      <a:pt x="198815" y="25940"/>
                      <a:pt x="205270" y="16861"/>
                    </a:cubicBezTo>
                    <a:cubicBezTo>
                      <a:pt x="206561" y="14267"/>
                      <a:pt x="207852" y="11673"/>
                      <a:pt x="209143" y="9079"/>
                    </a:cubicBezTo>
                    <a:cubicBezTo>
                      <a:pt x="210434" y="6485"/>
                      <a:pt x="211725" y="3891"/>
                      <a:pt x="214307" y="2594"/>
                    </a:cubicBezTo>
                    <a:cubicBezTo>
                      <a:pt x="216889" y="0"/>
                      <a:pt x="219471" y="0"/>
                      <a:pt x="22334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E065FF7E-5E31-3514-B22D-6CA7A9CEEC6E}"/>
              </a:ext>
            </a:extLst>
          </p:cNvPr>
          <p:cNvGrpSpPr/>
          <p:nvPr/>
        </p:nvGrpSpPr>
        <p:grpSpPr>
          <a:xfrm>
            <a:off x="6827014" y="1277983"/>
            <a:ext cx="3264037" cy="770775"/>
            <a:chOff x="5436364" y="1277983"/>
            <a:chExt cx="3264037" cy="770775"/>
          </a:xfrm>
        </p:grpSpPr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92CE96CC-8BCE-D192-A2DC-D4DFC20A8308}"/>
                </a:ext>
              </a:extLst>
            </p:cNvPr>
            <p:cNvSpPr/>
            <p:nvPr/>
          </p:nvSpPr>
          <p:spPr>
            <a:xfrm>
              <a:off x="6458427" y="1321738"/>
              <a:ext cx="224197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执行流程</a:t>
              </a:r>
            </a:p>
          </p:txBody>
        </p: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D0D6DCBA-979D-C4D7-1553-B9802F5B3F10}"/>
                </a:ext>
              </a:extLst>
            </p:cNvPr>
            <p:cNvGrpSpPr/>
            <p:nvPr/>
          </p:nvGrpSpPr>
          <p:grpSpPr>
            <a:xfrm>
              <a:off x="5436364" y="1277983"/>
              <a:ext cx="770775" cy="770775"/>
              <a:chOff x="5436364" y="1438395"/>
              <a:chExt cx="770775" cy="770775"/>
            </a:xfrm>
          </p:grpSpPr>
          <p:sp>
            <p:nvSpPr>
              <p:cNvPr id="200" name="椭圆 199">
                <a:extLst>
                  <a:ext uri="{FF2B5EF4-FFF2-40B4-BE49-F238E27FC236}">
                    <a16:creationId xmlns:a16="http://schemas.microsoft.com/office/drawing/2014/main" id="{01881B29-C0A4-76B8-A03C-F7BE8181D1A3}"/>
                  </a:ext>
                </a:extLst>
              </p:cNvPr>
              <p:cNvSpPr/>
              <p:nvPr/>
            </p:nvSpPr>
            <p:spPr>
              <a:xfrm>
                <a:off x="5436364" y="1438395"/>
                <a:ext cx="770775" cy="770775"/>
              </a:xfrm>
              <a:prstGeom prst="ellipse">
                <a:avLst/>
              </a:prstGeom>
              <a:solidFill>
                <a:srgbClr val="B1B5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椭圆 24">
                <a:extLst>
                  <a:ext uri="{FF2B5EF4-FFF2-40B4-BE49-F238E27FC236}">
                    <a16:creationId xmlns:a16="http://schemas.microsoft.com/office/drawing/2014/main" id="{F6C263E7-201E-4088-79E7-57E0A7C7F4DD}"/>
                  </a:ext>
                </a:extLst>
              </p:cNvPr>
              <p:cNvSpPr/>
              <p:nvPr/>
            </p:nvSpPr>
            <p:spPr>
              <a:xfrm>
                <a:off x="5591593" y="1659081"/>
                <a:ext cx="460318" cy="329404"/>
              </a:xfrm>
              <a:custGeom>
                <a:avLst/>
                <a:gdLst>
                  <a:gd name="connsiteX0" fmla="*/ 71046 w 330544"/>
                  <a:gd name="connsiteY0" fmla="*/ 161925 h 236538"/>
                  <a:gd name="connsiteX1" fmla="*/ 289130 w 330544"/>
                  <a:gd name="connsiteY1" fmla="*/ 161925 h 236538"/>
                  <a:gd name="connsiteX2" fmla="*/ 295620 w 330544"/>
                  <a:gd name="connsiteY2" fmla="*/ 169644 h 236538"/>
                  <a:gd name="connsiteX3" fmla="*/ 289130 w 330544"/>
                  <a:gd name="connsiteY3" fmla="*/ 177362 h 236538"/>
                  <a:gd name="connsiteX4" fmla="*/ 282639 w 330544"/>
                  <a:gd name="connsiteY4" fmla="*/ 177362 h 236538"/>
                  <a:gd name="connsiteX5" fmla="*/ 282639 w 330544"/>
                  <a:gd name="connsiteY5" fmla="*/ 222387 h 236538"/>
                  <a:gd name="connsiteX6" fmla="*/ 289130 w 330544"/>
                  <a:gd name="connsiteY6" fmla="*/ 222387 h 236538"/>
                  <a:gd name="connsiteX7" fmla="*/ 295620 w 330544"/>
                  <a:gd name="connsiteY7" fmla="*/ 230106 h 236538"/>
                  <a:gd name="connsiteX8" fmla="*/ 289130 w 330544"/>
                  <a:gd name="connsiteY8" fmla="*/ 236538 h 236538"/>
                  <a:gd name="connsiteX9" fmla="*/ 71046 w 330544"/>
                  <a:gd name="connsiteY9" fmla="*/ 236538 h 236538"/>
                  <a:gd name="connsiteX10" fmla="*/ 46382 w 330544"/>
                  <a:gd name="connsiteY10" fmla="*/ 213382 h 236538"/>
                  <a:gd name="connsiteX11" fmla="*/ 46382 w 330544"/>
                  <a:gd name="connsiteY11" fmla="*/ 186367 h 236538"/>
                  <a:gd name="connsiteX12" fmla="*/ 71046 w 330544"/>
                  <a:gd name="connsiteY12" fmla="*/ 161925 h 236538"/>
                  <a:gd name="connsiteX13" fmla="*/ 94007 w 330544"/>
                  <a:gd name="connsiteY13" fmla="*/ 104775 h 236538"/>
                  <a:gd name="connsiteX14" fmla="*/ 94007 w 330544"/>
                  <a:gd name="connsiteY14" fmla="*/ 134938 h 236538"/>
                  <a:gd name="connsiteX15" fmla="*/ 304347 w 330544"/>
                  <a:gd name="connsiteY15" fmla="*/ 134938 h 236538"/>
                  <a:gd name="connsiteX16" fmla="*/ 314670 w 330544"/>
                  <a:gd name="connsiteY16" fmla="*/ 123135 h 236538"/>
                  <a:gd name="connsiteX17" fmla="*/ 314670 w 330544"/>
                  <a:gd name="connsiteY17" fmla="*/ 115267 h 236538"/>
                  <a:gd name="connsiteX18" fmla="*/ 304347 w 330544"/>
                  <a:gd name="connsiteY18" fmla="*/ 104775 h 236538"/>
                  <a:gd name="connsiteX19" fmla="*/ 94007 w 330544"/>
                  <a:gd name="connsiteY19" fmla="*/ 104775 h 236538"/>
                  <a:gd name="connsiteX20" fmla="*/ 74808 w 330544"/>
                  <a:gd name="connsiteY20" fmla="*/ 88900 h 236538"/>
                  <a:gd name="connsiteX21" fmla="*/ 304581 w 330544"/>
                  <a:gd name="connsiteY21" fmla="*/ 88900 h 236538"/>
                  <a:gd name="connsiteX22" fmla="*/ 330544 w 330544"/>
                  <a:gd name="connsiteY22" fmla="*/ 114570 h 236538"/>
                  <a:gd name="connsiteX23" fmla="*/ 330544 w 330544"/>
                  <a:gd name="connsiteY23" fmla="*/ 122271 h 236538"/>
                  <a:gd name="connsiteX24" fmla="*/ 304581 w 330544"/>
                  <a:gd name="connsiteY24" fmla="*/ 149225 h 236538"/>
                  <a:gd name="connsiteX25" fmla="*/ 74808 w 330544"/>
                  <a:gd name="connsiteY25" fmla="*/ 149225 h 236538"/>
                  <a:gd name="connsiteX26" fmla="*/ 67019 w 330544"/>
                  <a:gd name="connsiteY26" fmla="*/ 141524 h 236538"/>
                  <a:gd name="connsiteX27" fmla="*/ 74808 w 330544"/>
                  <a:gd name="connsiteY27" fmla="*/ 133823 h 236538"/>
                  <a:gd name="connsiteX28" fmla="*/ 77404 w 330544"/>
                  <a:gd name="connsiteY28" fmla="*/ 133823 h 236538"/>
                  <a:gd name="connsiteX29" fmla="*/ 77404 w 330544"/>
                  <a:gd name="connsiteY29" fmla="*/ 104302 h 236538"/>
                  <a:gd name="connsiteX30" fmla="*/ 74808 w 330544"/>
                  <a:gd name="connsiteY30" fmla="*/ 104302 h 236538"/>
                  <a:gd name="connsiteX31" fmla="*/ 67019 w 330544"/>
                  <a:gd name="connsiteY31" fmla="*/ 96601 h 236538"/>
                  <a:gd name="connsiteX32" fmla="*/ 74808 w 330544"/>
                  <a:gd name="connsiteY32" fmla="*/ 88900 h 236538"/>
                  <a:gd name="connsiteX33" fmla="*/ 25972 w 330544"/>
                  <a:gd name="connsiteY33" fmla="*/ 0 h 236538"/>
                  <a:gd name="connsiteX34" fmla="*/ 308482 w 330544"/>
                  <a:gd name="connsiteY34" fmla="*/ 0 h 236538"/>
                  <a:gd name="connsiteX35" fmla="*/ 316257 w 330544"/>
                  <a:gd name="connsiteY35" fmla="*/ 7758 h 236538"/>
                  <a:gd name="connsiteX36" fmla="*/ 308482 w 330544"/>
                  <a:gd name="connsiteY36" fmla="*/ 15517 h 236538"/>
                  <a:gd name="connsiteX37" fmla="*/ 252757 w 330544"/>
                  <a:gd name="connsiteY37" fmla="*/ 15517 h 236538"/>
                  <a:gd name="connsiteX38" fmla="*/ 252757 w 330544"/>
                  <a:gd name="connsiteY38" fmla="*/ 69825 h 236538"/>
                  <a:gd name="connsiteX39" fmla="*/ 244982 w 330544"/>
                  <a:gd name="connsiteY39" fmla="*/ 76290 h 236538"/>
                  <a:gd name="connsiteX40" fmla="*/ 89472 w 330544"/>
                  <a:gd name="connsiteY40" fmla="*/ 76290 h 236538"/>
                  <a:gd name="connsiteX41" fmla="*/ 81696 w 330544"/>
                  <a:gd name="connsiteY41" fmla="*/ 69825 h 236538"/>
                  <a:gd name="connsiteX42" fmla="*/ 81696 w 330544"/>
                  <a:gd name="connsiteY42" fmla="*/ 15517 h 236538"/>
                  <a:gd name="connsiteX43" fmla="*/ 33747 w 330544"/>
                  <a:gd name="connsiteY43" fmla="*/ 15517 h 236538"/>
                  <a:gd name="connsiteX44" fmla="*/ 33747 w 330544"/>
                  <a:gd name="connsiteY44" fmla="*/ 107323 h 236538"/>
                  <a:gd name="connsiteX45" fmla="*/ 51890 w 330544"/>
                  <a:gd name="connsiteY45" fmla="*/ 134477 h 236538"/>
                  <a:gd name="connsiteX46" fmla="*/ 50594 w 330544"/>
                  <a:gd name="connsiteY46" fmla="*/ 144822 h 236538"/>
                  <a:gd name="connsiteX47" fmla="*/ 40227 w 330544"/>
                  <a:gd name="connsiteY47" fmla="*/ 143529 h 236538"/>
                  <a:gd name="connsiteX48" fmla="*/ 33747 w 330544"/>
                  <a:gd name="connsiteY48" fmla="*/ 134477 h 236538"/>
                  <a:gd name="connsiteX49" fmla="*/ 33747 w 330544"/>
                  <a:gd name="connsiteY49" fmla="*/ 152580 h 236538"/>
                  <a:gd name="connsiteX50" fmla="*/ 25972 w 330544"/>
                  <a:gd name="connsiteY50" fmla="*/ 160338 h 236538"/>
                  <a:gd name="connsiteX51" fmla="*/ 18196 w 330544"/>
                  <a:gd name="connsiteY51" fmla="*/ 152580 h 236538"/>
                  <a:gd name="connsiteX52" fmla="*/ 18196 w 330544"/>
                  <a:gd name="connsiteY52" fmla="*/ 138356 h 236538"/>
                  <a:gd name="connsiteX53" fmla="*/ 14308 w 330544"/>
                  <a:gd name="connsiteY53" fmla="*/ 146115 h 236538"/>
                  <a:gd name="connsiteX54" fmla="*/ 7829 w 330544"/>
                  <a:gd name="connsiteY54" fmla="*/ 149994 h 236538"/>
                  <a:gd name="connsiteX55" fmla="*/ 3941 w 330544"/>
                  <a:gd name="connsiteY55" fmla="*/ 148701 h 236538"/>
                  <a:gd name="connsiteX56" fmla="*/ 1349 w 330544"/>
                  <a:gd name="connsiteY56" fmla="*/ 138356 h 236538"/>
                  <a:gd name="connsiteX57" fmla="*/ 18196 w 330544"/>
                  <a:gd name="connsiteY57" fmla="*/ 107323 h 236538"/>
                  <a:gd name="connsiteX58" fmla="*/ 18196 w 330544"/>
                  <a:gd name="connsiteY58" fmla="*/ 7758 h 236538"/>
                  <a:gd name="connsiteX59" fmla="*/ 25972 w 330544"/>
                  <a:gd name="connsiteY59" fmla="*/ 0 h 23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330544" h="236538">
                    <a:moveTo>
                      <a:pt x="71046" y="161925"/>
                    </a:moveTo>
                    <a:cubicBezTo>
                      <a:pt x="289130" y="161925"/>
                      <a:pt x="289130" y="161925"/>
                      <a:pt x="289130" y="161925"/>
                    </a:cubicBezTo>
                    <a:cubicBezTo>
                      <a:pt x="293024" y="161925"/>
                      <a:pt x="295620" y="165784"/>
                      <a:pt x="295620" y="169644"/>
                    </a:cubicBezTo>
                    <a:cubicBezTo>
                      <a:pt x="295620" y="173503"/>
                      <a:pt x="293024" y="177362"/>
                      <a:pt x="289130" y="177362"/>
                    </a:cubicBezTo>
                    <a:lnTo>
                      <a:pt x="282639" y="177362"/>
                    </a:lnTo>
                    <a:cubicBezTo>
                      <a:pt x="282639" y="222387"/>
                      <a:pt x="282639" y="222387"/>
                      <a:pt x="282639" y="222387"/>
                    </a:cubicBezTo>
                    <a:cubicBezTo>
                      <a:pt x="289130" y="222387"/>
                      <a:pt x="289130" y="222387"/>
                      <a:pt x="289130" y="222387"/>
                    </a:cubicBezTo>
                    <a:cubicBezTo>
                      <a:pt x="293024" y="222387"/>
                      <a:pt x="295620" y="224960"/>
                      <a:pt x="295620" y="230106"/>
                    </a:cubicBezTo>
                    <a:cubicBezTo>
                      <a:pt x="295620" y="233965"/>
                      <a:pt x="293024" y="236538"/>
                      <a:pt x="289130" y="236538"/>
                    </a:cubicBezTo>
                    <a:cubicBezTo>
                      <a:pt x="71046" y="236538"/>
                      <a:pt x="71046" y="236538"/>
                      <a:pt x="71046" y="236538"/>
                    </a:cubicBezTo>
                    <a:cubicBezTo>
                      <a:pt x="56767" y="236538"/>
                      <a:pt x="46382" y="226247"/>
                      <a:pt x="46382" y="213382"/>
                    </a:cubicBezTo>
                    <a:cubicBezTo>
                      <a:pt x="46382" y="186367"/>
                      <a:pt x="46382" y="186367"/>
                      <a:pt x="46382" y="186367"/>
                    </a:cubicBezTo>
                    <a:cubicBezTo>
                      <a:pt x="46382" y="172217"/>
                      <a:pt x="56767" y="161925"/>
                      <a:pt x="71046" y="161925"/>
                    </a:cubicBezTo>
                    <a:close/>
                    <a:moveTo>
                      <a:pt x="94007" y="104775"/>
                    </a:moveTo>
                    <a:cubicBezTo>
                      <a:pt x="94007" y="134938"/>
                      <a:pt x="94007" y="134938"/>
                      <a:pt x="94007" y="134938"/>
                    </a:cubicBezTo>
                    <a:cubicBezTo>
                      <a:pt x="304347" y="134938"/>
                      <a:pt x="304347" y="134938"/>
                      <a:pt x="304347" y="134938"/>
                    </a:cubicBezTo>
                    <a:cubicBezTo>
                      <a:pt x="310799" y="134938"/>
                      <a:pt x="314670" y="129692"/>
                      <a:pt x="314670" y="123135"/>
                    </a:cubicBezTo>
                    <a:lnTo>
                      <a:pt x="314670" y="115267"/>
                    </a:lnTo>
                    <a:cubicBezTo>
                      <a:pt x="314670" y="108709"/>
                      <a:pt x="310799" y="104775"/>
                      <a:pt x="304347" y="104775"/>
                    </a:cubicBezTo>
                    <a:cubicBezTo>
                      <a:pt x="94007" y="104775"/>
                      <a:pt x="94007" y="104775"/>
                      <a:pt x="94007" y="104775"/>
                    </a:cubicBezTo>
                    <a:close/>
                    <a:moveTo>
                      <a:pt x="74808" y="88900"/>
                    </a:moveTo>
                    <a:cubicBezTo>
                      <a:pt x="304581" y="88900"/>
                      <a:pt x="304581" y="88900"/>
                      <a:pt x="304581" y="88900"/>
                    </a:cubicBezTo>
                    <a:cubicBezTo>
                      <a:pt x="318861" y="88900"/>
                      <a:pt x="330544" y="100452"/>
                      <a:pt x="330544" y="114570"/>
                    </a:cubicBezTo>
                    <a:cubicBezTo>
                      <a:pt x="330544" y="122271"/>
                      <a:pt x="330544" y="122271"/>
                      <a:pt x="330544" y="122271"/>
                    </a:cubicBezTo>
                    <a:cubicBezTo>
                      <a:pt x="330544" y="137674"/>
                      <a:pt x="318861" y="149225"/>
                      <a:pt x="304581" y="149225"/>
                    </a:cubicBezTo>
                    <a:cubicBezTo>
                      <a:pt x="74808" y="149225"/>
                      <a:pt x="74808" y="149225"/>
                      <a:pt x="74808" y="149225"/>
                    </a:cubicBezTo>
                    <a:cubicBezTo>
                      <a:pt x="70914" y="149225"/>
                      <a:pt x="67019" y="145375"/>
                      <a:pt x="67019" y="141524"/>
                    </a:cubicBezTo>
                    <a:cubicBezTo>
                      <a:pt x="67019" y="136390"/>
                      <a:pt x="70914" y="133823"/>
                      <a:pt x="74808" y="133823"/>
                    </a:cubicBezTo>
                    <a:cubicBezTo>
                      <a:pt x="77404" y="133823"/>
                      <a:pt x="77404" y="133823"/>
                      <a:pt x="77404" y="133823"/>
                    </a:cubicBezTo>
                    <a:cubicBezTo>
                      <a:pt x="77404" y="104302"/>
                      <a:pt x="77404" y="104302"/>
                      <a:pt x="77404" y="104302"/>
                    </a:cubicBezTo>
                    <a:cubicBezTo>
                      <a:pt x="74808" y="104302"/>
                      <a:pt x="74808" y="104302"/>
                      <a:pt x="74808" y="104302"/>
                    </a:cubicBezTo>
                    <a:cubicBezTo>
                      <a:pt x="70914" y="104302"/>
                      <a:pt x="67019" y="100452"/>
                      <a:pt x="67019" y="96601"/>
                    </a:cubicBezTo>
                    <a:cubicBezTo>
                      <a:pt x="67019" y="92751"/>
                      <a:pt x="70914" y="88900"/>
                      <a:pt x="74808" y="88900"/>
                    </a:cubicBezTo>
                    <a:close/>
                    <a:moveTo>
                      <a:pt x="25972" y="0"/>
                    </a:moveTo>
                    <a:cubicBezTo>
                      <a:pt x="25972" y="0"/>
                      <a:pt x="25972" y="0"/>
                      <a:pt x="308482" y="0"/>
                    </a:cubicBezTo>
                    <a:cubicBezTo>
                      <a:pt x="312369" y="0"/>
                      <a:pt x="316257" y="3879"/>
                      <a:pt x="316257" y="7758"/>
                    </a:cubicBezTo>
                    <a:cubicBezTo>
                      <a:pt x="316257" y="11638"/>
                      <a:pt x="312369" y="15517"/>
                      <a:pt x="308482" y="15517"/>
                    </a:cubicBezTo>
                    <a:cubicBezTo>
                      <a:pt x="308482" y="15517"/>
                      <a:pt x="308482" y="15517"/>
                      <a:pt x="252757" y="15517"/>
                    </a:cubicBezTo>
                    <a:cubicBezTo>
                      <a:pt x="252757" y="15517"/>
                      <a:pt x="252757" y="15517"/>
                      <a:pt x="252757" y="69825"/>
                    </a:cubicBezTo>
                    <a:cubicBezTo>
                      <a:pt x="252757" y="73704"/>
                      <a:pt x="248869" y="76290"/>
                      <a:pt x="244982" y="76290"/>
                    </a:cubicBezTo>
                    <a:cubicBezTo>
                      <a:pt x="244982" y="76290"/>
                      <a:pt x="244982" y="76290"/>
                      <a:pt x="89472" y="76290"/>
                    </a:cubicBezTo>
                    <a:cubicBezTo>
                      <a:pt x="84288" y="76290"/>
                      <a:pt x="81696" y="73704"/>
                      <a:pt x="81696" y="69825"/>
                    </a:cubicBezTo>
                    <a:cubicBezTo>
                      <a:pt x="81696" y="69825"/>
                      <a:pt x="81696" y="69825"/>
                      <a:pt x="81696" y="15517"/>
                    </a:cubicBezTo>
                    <a:cubicBezTo>
                      <a:pt x="81696" y="15517"/>
                      <a:pt x="81696" y="15517"/>
                      <a:pt x="33747" y="15517"/>
                    </a:cubicBezTo>
                    <a:cubicBezTo>
                      <a:pt x="33747" y="15517"/>
                      <a:pt x="33747" y="15517"/>
                      <a:pt x="33747" y="107323"/>
                    </a:cubicBezTo>
                    <a:cubicBezTo>
                      <a:pt x="33747" y="107323"/>
                      <a:pt x="33747" y="107323"/>
                      <a:pt x="51890" y="134477"/>
                    </a:cubicBezTo>
                    <a:cubicBezTo>
                      <a:pt x="54482" y="138356"/>
                      <a:pt x="54482" y="142235"/>
                      <a:pt x="50594" y="144822"/>
                    </a:cubicBezTo>
                    <a:cubicBezTo>
                      <a:pt x="46706" y="147408"/>
                      <a:pt x="42818" y="146115"/>
                      <a:pt x="40227" y="143529"/>
                    </a:cubicBezTo>
                    <a:cubicBezTo>
                      <a:pt x="40227" y="143529"/>
                      <a:pt x="40227" y="143529"/>
                      <a:pt x="33747" y="134477"/>
                    </a:cubicBezTo>
                    <a:cubicBezTo>
                      <a:pt x="33747" y="134477"/>
                      <a:pt x="33747" y="134477"/>
                      <a:pt x="33747" y="152580"/>
                    </a:cubicBezTo>
                    <a:cubicBezTo>
                      <a:pt x="33747" y="157752"/>
                      <a:pt x="29859" y="160338"/>
                      <a:pt x="25972" y="160338"/>
                    </a:cubicBezTo>
                    <a:cubicBezTo>
                      <a:pt x="22084" y="160338"/>
                      <a:pt x="18196" y="157752"/>
                      <a:pt x="18196" y="152580"/>
                    </a:cubicBezTo>
                    <a:cubicBezTo>
                      <a:pt x="18196" y="152580"/>
                      <a:pt x="18196" y="152580"/>
                      <a:pt x="18196" y="138356"/>
                    </a:cubicBezTo>
                    <a:cubicBezTo>
                      <a:pt x="18196" y="138356"/>
                      <a:pt x="18196" y="138356"/>
                      <a:pt x="14308" y="146115"/>
                    </a:cubicBezTo>
                    <a:cubicBezTo>
                      <a:pt x="13012" y="147408"/>
                      <a:pt x="10421" y="149994"/>
                      <a:pt x="7829" y="149994"/>
                    </a:cubicBezTo>
                    <a:cubicBezTo>
                      <a:pt x="6533" y="149994"/>
                      <a:pt x="5237" y="148701"/>
                      <a:pt x="3941" y="148701"/>
                    </a:cubicBezTo>
                    <a:cubicBezTo>
                      <a:pt x="53" y="146115"/>
                      <a:pt x="-1243" y="142235"/>
                      <a:pt x="1349" y="138356"/>
                    </a:cubicBezTo>
                    <a:cubicBezTo>
                      <a:pt x="1349" y="138356"/>
                      <a:pt x="1349" y="138356"/>
                      <a:pt x="18196" y="107323"/>
                    </a:cubicBezTo>
                    <a:cubicBezTo>
                      <a:pt x="18196" y="107323"/>
                      <a:pt x="18196" y="107323"/>
                      <a:pt x="18196" y="7758"/>
                    </a:cubicBezTo>
                    <a:cubicBezTo>
                      <a:pt x="18196" y="3879"/>
                      <a:pt x="22084" y="0"/>
                      <a:pt x="2597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202" name="矩形 201">
            <a:extLst>
              <a:ext uri="{FF2B5EF4-FFF2-40B4-BE49-F238E27FC236}">
                <a16:creationId xmlns:a16="http://schemas.microsoft.com/office/drawing/2014/main" id="{E1408861-1014-7B90-992D-5C17B95CDB6C}"/>
              </a:ext>
            </a:extLst>
          </p:cNvPr>
          <p:cNvSpPr/>
          <p:nvPr/>
        </p:nvSpPr>
        <p:spPr>
          <a:xfrm>
            <a:off x="1497061" y="2362884"/>
            <a:ext cx="372263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800" dirty="0">
                <a:latin typeface="+mn-ea"/>
              </a:rPr>
              <a:t>格式</a:t>
            </a:r>
            <a:r>
              <a:rPr lang="en-US" altLang="zh-CN" sz="2800" dirty="0">
                <a:latin typeface="+mn-ea"/>
              </a:rPr>
              <a:t>1</a:t>
            </a:r>
            <a:r>
              <a:rPr lang="zh-CN" altLang="en-US" sz="2800" dirty="0">
                <a:latin typeface="+mn-ea"/>
              </a:rPr>
              <a:t>：</a:t>
            </a:r>
            <a:endParaRPr lang="en-US" altLang="zh-CN" sz="2800" dirty="0">
              <a:latin typeface="+mn-ea"/>
            </a:endParaRPr>
          </a:p>
          <a:p>
            <a:pPr>
              <a:buNone/>
            </a:pPr>
            <a:endParaRPr lang="en-US" altLang="zh-CN" sz="2800" dirty="0">
              <a:latin typeface="+mn-ea"/>
            </a:endParaRPr>
          </a:p>
          <a:p>
            <a:pPr>
              <a:buNone/>
            </a:pPr>
            <a:r>
              <a:rPr lang="en-US" altLang="zh-CN" sz="2800" dirty="0">
                <a:latin typeface="+mn-ea"/>
              </a:rPr>
              <a:t>if(</a:t>
            </a:r>
            <a:r>
              <a:rPr lang="zh-CN" altLang="en-US" sz="2800" dirty="0">
                <a:latin typeface="+mn-ea"/>
              </a:rPr>
              <a:t>表达式</a:t>
            </a:r>
            <a:r>
              <a:rPr lang="en-US" altLang="zh-CN" sz="2800" dirty="0">
                <a:latin typeface="+mn-ea"/>
              </a:rPr>
              <a:t>)  </a:t>
            </a:r>
            <a:r>
              <a:rPr lang="zh-CN" altLang="en-US" sz="2800" dirty="0">
                <a:latin typeface="+mn-ea"/>
              </a:rPr>
              <a:t>单语句</a:t>
            </a:r>
            <a:endParaRPr lang="en-US" altLang="zh-CN" sz="2800" dirty="0">
              <a:latin typeface="+mn-ea"/>
            </a:endParaRPr>
          </a:p>
          <a:p>
            <a:pPr>
              <a:buNone/>
            </a:pPr>
            <a:endParaRPr lang="zh-CN" altLang="en-US" sz="2800" dirty="0">
              <a:latin typeface="+mn-ea"/>
            </a:endParaRPr>
          </a:p>
          <a:p>
            <a:r>
              <a:rPr lang="zh-CN" altLang="en-US" sz="2800" dirty="0">
                <a:latin typeface="+mn-ea"/>
              </a:rPr>
              <a:t>格式</a:t>
            </a:r>
            <a:r>
              <a:rPr lang="en-US" altLang="zh-CN" sz="2800" dirty="0">
                <a:latin typeface="+mn-ea"/>
              </a:rPr>
              <a:t>2</a:t>
            </a:r>
            <a:r>
              <a:rPr lang="zh-CN" altLang="en-US" sz="2800" dirty="0">
                <a:latin typeface="+mn-ea"/>
              </a:rPr>
              <a:t>：</a:t>
            </a:r>
            <a:endParaRPr lang="en-US" altLang="zh-CN" sz="2800" dirty="0">
              <a:latin typeface="+mn-ea"/>
            </a:endParaRPr>
          </a:p>
          <a:p>
            <a:endParaRPr lang="en-US" altLang="zh-CN" sz="2800" dirty="0">
              <a:latin typeface="+mn-ea"/>
            </a:endParaRPr>
          </a:p>
          <a:p>
            <a:pPr lvl="2"/>
            <a:r>
              <a:rPr lang="en-US" altLang="zh-CN" sz="2800" dirty="0">
                <a:latin typeface="+mn-ea"/>
              </a:rPr>
              <a:t>if(</a:t>
            </a:r>
            <a:r>
              <a:rPr lang="zh-CN" altLang="en-US" sz="2800" dirty="0">
                <a:latin typeface="+mn-ea"/>
              </a:rPr>
              <a:t>表达式</a:t>
            </a:r>
            <a:r>
              <a:rPr lang="en-US" altLang="zh-CN" sz="2800" dirty="0">
                <a:latin typeface="+mn-ea"/>
              </a:rPr>
              <a:t>)</a:t>
            </a:r>
          </a:p>
          <a:p>
            <a:pPr lvl="2"/>
            <a:r>
              <a:rPr lang="en-US" altLang="zh-CN" sz="2800" dirty="0">
                <a:latin typeface="+mn-ea"/>
              </a:rPr>
              <a:t>{</a:t>
            </a:r>
          </a:p>
          <a:p>
            <a:pPr lvl="2"/>
            <a:r>
              <a:rPr lang="zh-CN" altLang="en-US" sz="2800" dirty="0">
                <a:latin typeface="+mn-ea"/>
              </a:rPr>
              <a:t>    语句块</a:t>
            </a:r>
            <a:endParaRPr lang="en-US" altLang="zh-CN" sz="2800" dirty="0">
              <a:latin typeface="+mn-ea"/>
            </a:endParaRPr>
          </a:p>
          <a:p>
            <a:pPr lvl="2"/>
            <a:r>
              <a:rPr lang="en-US" altLang="zh-CN" sz="2800" dirty="0">
                <a:latin typeface="+mn-ea"/>
              </a:rPr>
              <a:t>}</a:t>
            </a:r>
          </a:p>
        </p:txBody>
      </p: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0F4474A5-BA0B-9BD7-AF65-89F6CCDD8429}"/>
              </a:ext>
            </a:extLst>
          </p:cNvPr>
          <p:cNvGrpSpPr/>
          <p:nvPr/>
        </p:nvGrpSpPr>
        <p:grpSpPr>
          <a:xfrm>
            <a:off x="7849077" y="1875634"/>
            <a:ext cx="2522818" cy="4357718"/>
            <a:chOff x="6313406" y="1651456"/>
            <a:chExt cx="2522818" cy="4357718"/>
          </a:xfrm>
        </p:grpSpPr>
        <p:sp>
          <p:nvSpPr>
            <p:cNvPr id="204" name="TextBox 14">
              <a:extLst>
                <a:ext uri="{FF2B5EF4-FFF2-40B4-BE49-F238E27FC236}">
                  <a16:creationId xmlns:a16="http://schemas.microsoft.com/office/drawing/2014/main" id="{C02DA741-3251-7DF9-4A51-60FF63CE9BA2}"/>
                </a:ext>
              </a:extLst>
            </p:cNvPr>
            <p:cNvSpPr txBox="1"/>
            <p:nvPr/>
          </p:nvSpPr>
          <p:spPr>
            <a:xfrm>
              <a:off x="8138597" y="2636912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zh-CN" altLang="en-US" dirty="0"/>
                <a:t>假</a:t>
              </a:r>
              <a:r>
                <a:rPr lang="en-US" altLang="zh-CN" dirty="0"/>
                <a:t>(0)</a:t>
              </a:r>
              <a:endParaRPr lang="zh-CN" altLang="en-US" dirty="0"/>
            </a:p>
          </p:txBody>
        </p:sp>
        <p:grpSp>
          <p:nvGrpSpPr>
            <p:cNvPr id="205" name="组合 204">
              <a:extLst>
                <a:ext uri="{FF2B5EF4-FFF2-40B4-BE49-F238E27FC236}">
                  <a16:creationId xmlns:a16="http://schemas.microsoft.com/office/drawing/2014/main" id="{54D6AA7A-BA93-09AA-4E9A-CA15B7901355}"/>
                </a:ext>
              </a:extLst>
            </p:cNvPr>
            <p:cNvGrpSpPr/>
            <p:nvPr/>
          </p:nvGrpSpPr>
          <p:grpSpPr>
            <a:xfrm>
              <a:off x="6313406" y="1651456"/>
              <a:ext cx="1857388" cy="4357718"/>
              <a:chOff x="6313406" y="1651456"/>
              <a:chExt cx="1857388" cy="4357718"/>
            </a:xfrm>
          </p:grpSpPr>
          <p:cxnSp>
            <p:nvCxnSpPr>
              <p:cNvPr id="206" name="直接箭头连接符 205">
                <a:extLst>
                  <a:ext uri="{FF2B5EF4-FFF2-40B4-BE49-F238E27FC236}">
                    <a16:creationId xmlns:a16="http://schemas.microsoft.com/office/drawing/2014/main" id="{13FD2502-0A05-6BF5-4602-B902FD8BB9A3}"/>
                  </a:ext>
                </a:extLst>
              </p:cNvPr>
              <p:cNvCxnSpPr/>
              <p:nvPr/>
            </p:nvCxnSpPr>
            <p:spPr>
              <a:xfrm rot="5400000">
                <a:off x="6814266" y="2079290"/>
                <a:ext cx="857256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7" name="流程图: 决策 206">
                <a:extLst>
                  <a:ext uri="{FF2B5EF4-FFF2-40B4-BE49-F238E27FC236}">
                    <a16:creationId xmlns:a16="http://schemas.microsoft.com/office/drawing/2014/main" id="{B82686F5-F4EC-D880-E427-8C0A2EA64AF8}"/>
                  </a:ext>
                </a:extLst>
              </p:cNvPr>
              <p:cNvSpPr/>
              <p:nvPr/>
            </p:nvSpPr>
            <p:spPr>
              <a:xfrm>
                <a:off x="6313406" y="2508712"/>
                <a:ext cx="1857388" cy="1071570"/>
              </a:xfrm>
              <a:prstGeom prst="flowChartDecisio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表达式</a:t>
                </a:r>
              </a:p>
            </p:txBody>
          </p:sp>
          <p:cxnSp>
            <p:nvCxnSpPr>
              <p:cNvPr id="208" name="直接箭头连接符 207">
                <a:extLst>
                  <a:ext uri="{FF2B5EF4-FFF2-40B4-BE49-F238E27FC236}">
                    <a16:creationId xmlns:a16="http://schemas.microsoft.com/office/drawing/2014/main" id="{C9122DF9-47BF-3050-058D-3FF8115BA82F}"/>
                  </a:ext>
                </a:extLst>
              </p:cNvPr>
              <p:cNvCxnSpPr/>
              <p:nvPr/>
            </p:nvCxnSpPr>
            <p:spPr>
              <a:xfrm rot="5400000">
                <a:off x="6814266" y="4008116"/>
                <a:ext cx="857256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流程图: 过程 208">
                <a:extLst>
                  <a:ext uri="{FF2B5EF4-FFF2-40B4-BE49-F238E27FC236}">
                    <a16:creationId xmlns:a16="http://schemas.microsoft.com/office/drawing/2014/main" id="{08F14A8E-1242-7C6D-FCB0-37B013132FC2}"/>
                  </a:ext>
                </a:extLst>
              </p:cNvPr>
              <p:cNvSpPr/>
              <p:nvPr/>
            </p:nvSpPr>
            <p:spPr>
              <a:xfrm>
                <a:off x="6527720" y="4437538"/>
                <a:ext cx="1500198" cy="714380"/>
              </a:xfrm>
              <a:prstGeom prst="flowChartProcess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语句</a:t>
                </a:r>
              </a:p>
            </p:txBody>
          </p:sp>
          <p:cxnSp>
            <p:nvCxnSpPr>
              <p:cNvPr id="210" name="直接箭头连接符 209">
                <a:extLst>
                  <a:ext uri="{FF2B5EF4-FFF2-40B4-BE49-F238E27FC236}">
                    <a16:creationId xmlns:a16="http://schemas.microsoft.com/office/drawing/2014/main" id="{DD4D0005-05CC-53A7-0FDD-8D56EA3F0C88}"/>
                  </a:ext>
                </a:extLst>
              </p:cNvPr>
              <p:cNvCxnSpPr/>
              <p:nvPr/>
            </p:nvCxnSpPr>
            <p:spPr>
              <a:xfrm rot="5400000">
                <a:off x="6814266" y="5579752"/>
                <a:ext cx="857256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TextBox 15">
                <a:extLst>
                  <a:ext uri="{FF2B5EF4-FFF2-40B4-BE49-F238E27FC236}">
                    <a16:creationId xmlns:a16="http://schemas.microsoft.com/office/drawing/2014/main" id="{84CF7CD7-F15F-6617-B662-DD058C97743C}"/>
                  </a:ext>
                </a:extLst>
              </p:cNvPr>
              <p:cNvSpPr txBox="1"/>
              <p:nvPr/>
            </p:nvSpPr>
            <p:spPr>
              <a:xfrm>
                <a:off x="6444208" y="3794596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真</a:t>
                </a:r>
                <a:r>
                  <a:rPr lang="en-US" altLang="zh-CN" dirty="0"/>
                  <a:t>(1)</a:t>
                </a:r>
                <a:endParaRPr lang="zh-CN" altLang="en-US" dirty="0"/>
              </a:p>
            </p:txBody>
          </p:sp>
          <p:cxnSp>
            <p:nvCxnSpPr>
              <p:cNvPr id="212" name="形状 54">
                <a:extLst>
                  <a:ext uri="{FF2B5EF4-FFF2-40B4-BE49-F238E27FC236}">
                    <a16:creationId xmlns:a16="http://schemas.microsoft.com/office/drawing/2014/main" id="{3D696188-DF42-3E7F-8469-D5E1617C37A0}"/>
                  </a:ext>
                </a:extLst>
              </p:cNvPr>
              <p:cNvCxnSpPr>
                <a:stCxn id="207" idx="3"/>
              </p:cNvCxnSpPr>
              <p:nvPr/>
            </p:nvCxnSpPr>
            <p:spPr>
              <a:xfrm flipH="1">
                <a:off x="7242100" y="3044497"/>
                <a:ext cx="928694" cy="2607487"/>
              </a:xfrm>
              <a:prstGeom prst="bentConnector4">
                <a:avLst>
                  <a:gd name="adj1" fmla="val -66606"/>
                  <a:gd name="adj2" fmla="val 100499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239013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562bcd6d-4bd7-483c-abca-a75e8e7e9b17">
            <a:extLst>
              <a:ext uri="{FF2B5EF4-FFF2-40B4-BE49-F238E27FC236}">
                <a16:creationId xmlns:a16="http://schemas.microsoft.com/office/drawing/2014/main" id="{FD9CD19C-55DC-FAE9-1360-80A5111C7280}"/>
              </a:ext>
            </a:extLst>
          </p:cNvPr>
          <p:cNvGrpSpPr>
            <a:grpSpLocks noChangeAspect="1"/>
          </p:cNvGrpSpPr>
          <p:nvPr/>
        </p:nvGrpSpPr>
        <p:grpSpPr>
          <a:xfrm>
            <a:off x="2773486" y="1668049"/>
            <a:ext cx="6132147" cy="3907249"/>
            <a:chOff x="3104456" y="1777253"/>
            <a:chExt cx="5160767" cy="3288310"/>
          </a:xfrm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F47A1BE4-C213-1F40-ECFF-F5E9BEFF78C6}"/>
                </a:ext>
              </a:extLst>
            </p:cNvPr>
            <p:cNvSpPr/>
            <p:nvPr/>
          </p:nvSpPr>
          <p:spPr>
            <a:xfrm>
              <a:off x="4511251" y="1777253"/>
              <a:ext cx="3180876" cy="2674452"/>
            </a:xfrm>
            <a:custGeom>
              <a:avLst/>
              <a:gdLst/>
              <a:ahLst/>
              <a:cxnLst/>
              <a:rect l="l" t="t" r="r" b="b"/>
              <a:pathLst>
                <a:path w="209624" h="176250">
                  <a:moveTo>
                    <a:pt x="166650" y="100124"/>
                  </a:moveTo>
                  <a:cubicBezTo>
                    <a:pt x="157348" y="100124"/>
                    <a:pt x="149460" y="103380"/>
                    <a:pt x="142986" y="109891"/>
                  </a:cubicBezTo>
                  <a:cubicBezTo>
                    <a:pt x="136512" y="116403"/>
                    <a:pt x="133275" y="124272"/>
                    <a:pt x="133275" y="133499"/>
                  </a:cubicBezTo>
                  <a:cubicBezTo>
                    <a:pt x="133275" y="142652"/>
                    <a:pt x="136531" y="150466"/>
                    <a:pt x="143042" y="156940"/>
                  </a:cubicBezTo>
                  <a:cubicBezTo>
                    <a:pt x="149553" y="163414"/>
                    <a:pt x="157423" y="166651"/>
                    <a:pt x="166650" y="166651"/>
                  </a:cubicBezTo>
                  <a:cubicBezTo>
                    <a:pt x="175803" y="166651"/>
                    <a:pt x="183654" y="163414"/>
                    <a:pt x="190202" y="156940"/>
                  </a:cubicBezTo>
                  <a:cubicBezTo>
                    <a:pt x="196750" y="150466"/>
                    <a:pt x="200025" y="142652"/>
                    <a:pt x="200025" y="133499"/>
                  </a:cubicBezTo>
                  <a:cubicBezTo>
                    <a:pt x="200025" y="124272"/>
                    <a:pt x="196750" y="116403"/>
                    <a:pt x="190202" y="109891"/>
                  </a:cubicBezTo>
                  <a:cubicBezTo>
                    <a:pt x="183654" y="103380"/>
                    <a:pt x="175803" y="100124"/>
                    <a:pt x="166650" y="100124"/>
                  </a:cubicBezTo>
                  <a:close/>
                  <a:moveTo>
                    <a:pt x="42918" y="100124"/>
                  </a:moveTo>
                  <a:cubicBezTo>
                    <a:pt x="33780" y="100124"/>
                    <a:pt x="25943" y="103380"/>
                    <a:pt x="19405" y="109891"/>
                  </a:cubicBezTo>
                  <a:cubicBezTo>
                    <a:pt x="12868" y="116403"/>
                    <a:pt x="9599" y="124272"/>
                    <a:pt x="9599" y="133499"/>
                  </a:cubicBezTo>
                  <a:cubicBezTo>
                    <a:pt x="9599" y="142652"/>
                    <a:pt x="12868" y="150466"/>
                    <a:pt x="19405" y="156940"/>
                  </a:cubicBezTo>
                  <a:cubicBezTo>
                    <a:pt x="25943" y="163414"/>
                    <a:pt x="33780" y="166651"/>
                    <a:pt x="42918" y="166651"/>
                  </a:cubicBezTo>
                  <a:cubicBezTo>
                    <a:pt x="52130" y="166651"/>
                    <a:pt x="59986" y="163414"/>
                    <a:pt x="66487" y="156940"/>
                  </a:cubicBezTo>
                  <a:cubicBezTo>
                    <a:pt x="72987" y="150466"/>
                    <a:pt x="76237" y="142652"/>
                    <a:pt x="76237" y="133499"/>
                  </a:cubicBezTo>
                  <a:cubicBezTo>
                    <a:pt x="76237" y="124272"/>
                    <a:pt x="73005" y="116403"/>
                    <a:pt x="66542" y="109891"/>
                  </a:cubicBezTo>
                  <a:cubicBezTo>
                    <a:pt x="60079" y="103380"/>
                    <a:pt x="52205" y="100124"/>
                    <a:pt x="42918" y="100124"/>
                  </a:cubicBezTo>
                  <a:close/>
                  <a:moveTo>
                    <a:pt x="166650" y="90525"/>
                  </a:moveTo>
                  <a:cubicBezTo>
                    <a:pt x="178469" y="90525"/>
                    <a:pt x="188586" y="94711"/>
                    <a:pt x="197001" y="103082"/>
                  </a:cubicBezTo>
                  <a:cubicBezTo>
                    <a:pt x="205416" y="111454"/>
                    <a:pt x="209624" y="121593"/>
                    <a:pt x="209624" y="133499"/>
                  </a:cubicBezTo>
                  <a:cubicBezTo>
                    <a:pt x="209624" y="145257"/>
                    <a:pt x="205416" y="155321"/>
                    <a:pt x="197001" y="163693"/>
                  </a:cubicBezTo>
                  <a:cubicBezTo>
                    <a:pt x="188586" y="172064"/>
                    <a:pt x="178469" y="176250"/>
                    <a:pt x="166650" y="176250"/>
                  </a:cubicBezTo>
                  <a:cubicBezTo>
                    <a:pt x="154744" y="176250"/>
                    <a:pt x="144605" y="172064"/>
                    <a:pt x="136233" y="163693"/>
                  </a:cubicBezTo>
                  <a:cubicBezTo>
                    <a:pt x="127862" y="155321"/>
                    <a:pt x="123676" y="145257"/>
                    <a:pt x="123676" y="133499"/>
                  </a:cubicBezTo>
                  <a:cubicBezTo>
                    <a:pt x="123676" y="121593"/>
                    <a:pt x="127862" y="111454"/>
                    <a:pt x="136233" y="103082"/>
                  </a:cubicBezTo>
                  <a:cubicBezTo>
                    <a:pt x="144605" y="94711"/>
                    <a:pt x="154744" y="90525"/>
                    <a:pt x="166650" y="90525"/>
                  </a:cubicBezTo>
                  <a:close/>
                  <a:moveTo>
                    <a:pt x="42918" y="90525"/>
                  </a:moveTo>
                  <a:cubicBezTo>
                    <a:pt x="54809" y="90525"/>
                    <a:pt x="64935" y="94711"/>
                    <a:pt x="73295" y="103082"/>
                  </a:cubicBezTo>
                  <a:cubicBezTo>
                    <a:pt x="81656" y="111454"/>
                    <a:pt x="85836" y="121593"/>
                    <a:pt x="85836" y="133499"/>
                  </a:cubicBezTo>
                  <a:cubicBezTo>
                    <a:pt x="85836" y="145257"/>
                    <a:pt x="81656" y="155321"/>
                    <a:pt x="73295" y="163693"/>
                  </a:cubicBezTo>
                  <a:cubicBezTo>
                    <a:pt x="64935" y="172064"/>
                    <a:pt x="54809" y="176250"/>
                    <a:pt x="42918" y="176250"/>
                  </a:cubicBezTo>
                  <a:cubicBezTo>
                    <a:pt x="31114" y="176250"/>
                    <a:pt x="21010" y="172064"/>
                    <a:pt x="12606" y="163693"/>
                  </a:cubicBezTo>
                  <a:cubicBezTo>
                    <a:pt x="4202" y="155321"/>
                    <a:pt x="0" y="145257"/>
                    <a:pt x="0" y="133499"/>
                  </a:cubicBezTo>
                  <a:cubicBezTo>
                    <a:pt x="0" y="121593"/>
                    <a:pt x="4202" y="111454"/>
                    <a:pt x="12606" y="103082"/>
                  </a:cubicBezTo>
                  <a:cubicBezTo>
                    <a:pt x="21010" y="94711"/>
                    <a:pt x="31114" y="90525"/>
                    <a:pt x="42918" y="90525"/>
                  </a:cubicBezTo>
                  <a:close/>
                  <a:moveTo>
                    <a:pt x="102133" y="19646"/>
                  </a:moveTo>
                  <a:cubicBezTo>
                    <a:pt x="104311" y="19646"/>
                    <a:pt x="105925" y="20278"/>
                    <a:pt x="106976" y="21543"/>
                  </a:cubicBezTo>
                  <a:cubicBezTo>
                    <a:pt x="108103" y="23180"/>
                    <a:pt x="110581" y="27124"/>
                    <a:pt x="114411" y="33375"/>
                  </a:cubicBezTo>
                  <a:lnTo>
                    <a:pt x="127590" y="54695"/>
                  </a:lnTo>
                  <a:lnTo>
                    <a:pt x="152303" y="54695"/>
                  </a:lnTo>
                  <a:cubicBezTo>
                    <a:pt x="154372" y="54695"/>
                    <a:pt x="156108" y="55383"/>
                    <a:pt x="157512" y="56760"/>
                  </a:cubicBezTo>
                  <a:cubicBezTo>
                    <a:pt x="158916" y="58136"/>
                    <a:pt x="159618" y="59866"/>
                    <a:pt x="159618" y="61950"/>
                  </a:cubicBezTo>
                  <a:cubicBezTo>
                    <a:pt x="159618" y="64034"/>
                    <a:pt x="158911" y="65782"/>
                    <a:pt x="157497" y="67196"/>
                  </a:cubicBezTo>
                  <a:cubicBezTo>
                    <a:pt x="156083" y="68610"/>
                    <a:pt x="154334" y="69317"/>
                    <a:pt x="152251" y="69317"/>
                  </a:cubicBezTo>
                  <a:lnTo>
                    <a:pt x="124346" y="69317"/>
                  </a:lnTo>
                  <a:cubicBezTo>
                    <a:pt x="121295" y="69317"/>
                    <a:pt x="119174" y="68387"/>
                    <a:pt x="117983" y="66527"/>
                  </a:cubicBezTo>
                  <a:lnTo>
                    <a:pt x="104700" y="53020"/>
                  </a:lnTo>
                  <a:lnTo>
                    <a:pt x="89476" y="68312"/>
                  </a:lnTo>
                  <a:lnTo>
                    <a:pt x="113026" y="81149"/>
                  </a:lnTo>
                  <a:cubicBezTo>
                    <a:pt x="117268" y="83605"/>
                    <a:pt x="119389" y="86507"/>
                    <a:pt x="119389" y="89855"/>
                  </a:cubicBezTo>
                  <a:cubicBezTo>
                    <a:pt x="119389" y="90376"/>
                    <a:pt x="119313" y="90990"/>
                    <a:pt x="119161" y="91697"/>
                  </a:cubicBezTo>
                  <a:cubicBezTo>
                    <a:pt x="119010" y="92404"/>
                    <a:pt x="118934" y="92795"/>
                    <a:pt x="118934" y="92869"/>
                  </a:cubicBezTo>
                  <a:lnTo>
                    <a:pt x="114300" y="138076"/>
                  </a:lnTo>
                  <a:cubicBezTo>
                    <a:pt x="114300" y="140680"/>
                    <a:pt x="113351" y="142931"/>
                    <a:pt x="111453" y="144829"/>
                  </a:cubicBezTo>
                  <a:cubicBezTo>
                    <a:pt x="109556" y="146726"/>
                    <a:pt x="107305" y="147675"/>
                    <a:pt x="104700" y="147675"/>
                  </a:cubicBezTo>
                  <a:cubicBezTo>
                    <a:pt x="102096" y="147675"/>
                    <a:pt x="99845" y="146726"/>
                    <a:pt x="97947" y="144829"/>
                  </a:cubicBezTo>
                  <a:cubicBezTo>
                    <a:pt x="96050" y="142931"/>
                    <a:pt x="95101" y="140680"/>
                    <a:pt x="95101" y="138076"/>
                  </a:cubicBezTo>
                  <a:lnTo>
                    <a:pt x="99901" y="97669"/>
                  </a:lnTo>
                  <a:lnTo>
                    <a:pt x="65633" y="82935"/>
                  </a:lnTo>
                  <a:cubicBezTo>
                    <a:pt x="62805" y="81670"/>
                    <a:pt x="60610" y="79884"/>
                    <a:pt x="59047" y="77577"/>
                  </a:cubicBezTo>
                  <a:cubicBezTo>
                    <a:pt x="57485" y="75270"/>
                    <a:pt x="56703" y="72740"/>
                    <a:pt x="56703" y="69987"/>
                  </a:cubicBezTo>
                  <a:cubicBezTo>
                    <a:pt x="56703" y="64927"/>
                    <a:pt x="58824" y="60276"/>
                    <a:pt x="63066" y="56034"/>
                  </a:cubicBezTo>
                  <a:lnTo>
                    <a:pt x="97668" y="21543"/>
                  </a:lnTo>
                  <a:cubicBezTo>
                    <a:pt x="98933" y="20278"/>
                    <a:pt x="100421" y="19646"/>
                    <a:pt x="102133" y="19646"/>
                  </a:cubicBezTo>
                  <a:close/>
                  <a:moveTo>
                    <a:pt x="132606" y="0"/>
                  </a:moveTo>
                  <a:cubicBezTo>
                    <a:pt x="137255" y="0"/>
                    <a:pt x="141227" y="1582"/>
                    <a:pt x="144520" y="4744"/>
                  </a:cubicBezTo>
                  <a:cubicBezTo>
                    <a:pt x="147814" y="7907"/>
                    <a:pt x="149460" y="11721"/>
                    <a:pt x="149460" y="16185"/>
                  </a:cubicBezTo>
                  <a:cubicBezTo>
                    <a:pt x="149460" y="20650"/>
                    <a:pt x="147814" y="24483"/>
                    <a:pt x="144520" y="27682"/>
                  </a:cubicBezTo>
                  <a:cubicBezTo>
                    <a:pt x="141227" y="30882"/>
                    <a:pt x="137255" y="32482"/>
                    <a:pt x="132606" y="32482"/>
                  </a:cubicBezTo>
                  <a:cubicBezTo>
                    <a:pt x="128066" y="32482"/>
                    <a:pt x="124178" y="30882"/>
                    <a:pt x="120941" y="27682"/>
                  </a:cubicBezTo>
                  <a:cubicBezTo>
                    <a:pt x="117704" y="24483"/>
                    <a:pt x="116086" y="20650"/>
                    <a:pt x="116086" y="16185"/>
                  </a:cubicBezTo>
                  <a:cubicBezTo>
                    <a:pt x="116086" y="11721"/>
                    <a:pt x="117704" y="7907"/>
                    <a:pt x="120941" y="4744"/>
                  </a:cubicBezTo>
                  <a:cubicBezTo>
                    <a:pt x="124178" y="1582"/>
                    <a:pt x="128066" y="0"/>
                    <a:pt x="132606" y="0"/>
                  </a:cubicBezTo>
                  <a:close/>
                </a:path>
              </a:pathLst>
            </a:custGeom>
            <a:solidFill>
              <a:srgbClr val="9D6BAB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 sz="3200" b="1">
                <a:latin typeface="+mn-ea"/>
              </a:endParaRPr>
            </a:p>
          </p:txBody>
        </p:sp>
        <p:sp>
          <p:nvSpPr>
            <p:cNvPr id="62" name="弧形 61">
              <a:extLst>
                <a:ext uri="{FF2B5EF4-FFF2-40B4-BE49-F238E27FC236}">
                  <a16:creationId xmlns:a16="http://schemas.microsoft.com/office/drawing/2014/main" id="{F88BC890-6701-6167-3399-BE53BBF0E611}"/>
                </a:ext>
              </a:extLst>
            </p:cNvPr>
            <p:cNvSpPr/>
            <p:nvPr/>
          </p:nvSpPr>
          <p:spPr>
            <a:xfrm>
              <a:off x="6594516" y="3364969"/>
              <a:ext cx="870994" cy="870994"/>
            </a:xfrm>
            <a:prstGeom prst="arc">
              <a:avLst>
                <a:gd name="adj1" fmla="val 16200000"/>
                <a:gd name="adj2" fmla="val 11884283"/>
              </a:avLst>
            </a:prstGeom>
            <a:noFill/>
            <a:ln w="101600" cap="rnd">
              <a:solidFill>
                <a:srgbClr val="B1B5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 b="1">
                <a:latin typeface="+mn-ea"/>
              </a:endParaRPr>
            </a:p>
          </p:txBody>
        </p:sp>
        <p:sp>
          <p:nvSpPr>
            <p:cNvPr id="63" name="文本框 9">
              <a:extLst>
                <a:ext uri="{FF2B5EF4-FFF2-40B4-BE49-F238E27FC236}">
                  <a16:creationId xmlns:a16="http://schemas.microsoft.com/office/drawing/2014/main" id="{3D6CA605-A75A-FE7B-BD9E-81E48F983348}"/>
                </a:ext>
              </a:extLst>
            </p:cNvPr>
            <p:cNvSpPr txBox="1"/>
            <p:nvPr/>
          </p:nvSpPr>
          <p:spPr>
            <a:xfrm>
              <a:off x="6750897" y="3640230"/>
              <a:ext cx="548548" cy="338554"/>
            </a:xfrm>
            <a:prstGeom prst="rect">
              <a:avLst/>
            </a:prstGeom>
            <a:noFill/>
          </p:spPr>
          <p:txBody>
            <a:bodyPr wrap="none">
              <a:normAutofit fontScale="92500" lnSpcReduction="10000"/>
            </a:bodyPr>
            <a:lstStyle/>
            <a:p>
              <a:pPr algn="ctr"/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空语句</a:t>
              </a:r>
              <a:r>
                <a: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;</a:t>
              </a:r>
              <a:endPara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64" name="弧形 63">
              <a:extLst>
                <a:ext uri="{FF2B5EF4-FFF2-40B4-BE49-F238E27FC236}">
                  <a16:creationId xmlns:a16="http://schemas.microsoft.com/office/drawing/2014/main" id="{8BA72CD7-79EF-2E13-D8BC-B102E12AC6CE}"/>
                </a:ext>
              </a:extLst>
            </p:cNvPr>
            <p:cNvSpPr/>
            <p:nvPr/>
          </p:nvSpPr>
          <p:spPr>
            <a:xfrm>
              <a:off x="4721577" y="3364969"/>
              <a:ext cx="870994" cy="870994"/>
            </a:xfrm>
            <a:prstGeom prst="arc">
              <a:avLst>
                <a:gd name="adj1" fmla="val 16200000"/>
                <a:gd name="adj2" fmla="val 2102801"/>
              </a:avLst>
            </a:prstGeom>
            <a:noFill/>
            <a:ln w="101600" cap="rnd">
              <a:solidFill>
                <a:srgbClr val="C8AC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 b="1">
                <a:latin typeface="+mn-ea"/>
              </a:endParaRPr>
            </a:p>
          </p:txBody>
        </p:sp>
        <p:sp>
          <p:nvSpPr>
            <p:cNvPr id="65" name="文本框 34">
              <a:extLst>
                <a:ext uri="{FF2B5EF4-FFF2-40B4-BE49-F238E27FC236}">
                  <a16:creationId xmlns:a16="http://schemas.microsoft.com/office/drawing/2014/main" id="{D93C9048-F922-7FA0-129C-42F18A90EC5B}"/>
                </a:ext>
              </a:extLst>
            </p:cNvPr>
            <p:cNvSpPr txBox="1"/>
            <p:nvPr/>
          </p:nvSpPr>
          <p:spPr>
            <a:xfrm>
              <a:off x="4865743" y="3640230"/>
              <a:ext cx="540533" cy="338554"/>
            </a:xfrm>
            <a:prstGeom prst="rect">
              <a:avLst/>
            </a:prstGeom>
            <a:noFill/>
          </p:spPr>
          <p:txBody>
            <a:bodyPr wrap="none">
              <a:normAutofit fontScale="92500" lnSpcReduction="10000"/>
            </a:bodyPr>
            <a:lstStyle/>
            <a:p>
              <a:pPr algn="ctr"/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多语句</a:t>
              </a:r>
              <a:r>
                <a: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{}</a:t>
              </a:r>
              <a:endPara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6A3A0784-3499-2ADB-BCB8-9F610608E680}"/>
                </a:ext>
              </a:extLst>
            </p:cNvPr>
            <p:cNvCxnSpPr>
              <a:cxnSpLocks/>
            </p:cNvCxnSpPr>
            <p:nvPr/>
          </p:nvCxnSpPr>
          <p:spPr>
            <a:xfrm>
              <a:off x="6606101" y="1793202"/>
              <a:ext cx="1659122" cy="0"/>
            </a:xfrm>
            <a:prstGeom prst="line">
              <a:avLst/>
            </a:prstGeom>
            <a:ln>
              <a:solidFill>
                <a:srgbClr val="95A5A6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CB4AEDB0-E581-5F81-0922-5226723DC404}"/>
                </a:ext>
              </a:extLst>
            </p:cNvPr>
            <p:cNvCxnSpPr/>
            <p:nvPr/>
          </p:nvCxnSpPr>
          <p:spPr>
            <a:xfrm flipH="1">
              <a:off x="6096000" y="4451705"/>
              <a:ext cx="731931" cy="613858"/>
            </a:xfrm>
            <a:prstGeom prst="line">
              <a:avLst/>
            </a:prstGeom>
            <a:ln>
              <a:solidFill>
                <a:srgbClr val="95A5A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A674852B-6D30-A95D-531A-B1F3C29DF080}"/>
                </a:ext>
              </a:extLst>
            </p:cNvPr>
            <p:cNvCxnSpPr/>
            <p:nvPr/>
          </p:nvCxnSpPr>
          <p:spPr>
            <a:xfrm>
              <a:off x="5160335" y="5049615"/>
              <a:ext cx="935665" cy="0"/>
            </a:xfrm>
            <a:prstGeom prst="line">
              <a:avLst/>
            </a:prstGeom>
            <a:ln>
              <a:solidFill>
                <a:srgbClr val="95A5A6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6F845E2E-FF37-13E5-15AC-73EEC9FC34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40122" y="3114479"/>
              <a:ext cx="460527" cy="772346"/>
            </a:xfrm>
            <a:prstGeom prst="line">
              <a:avLst/>
            </a:prstGeom>
            <a:ln>
              <a:solidFill>
                <a:srgbClr val="95A5A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6CCBE64B-2E06-0DB4-F98E-83ED3ED168AC}"/>
                </a:ext>
              </a:extLst>
            </p:cNvPr>
            <p:cNvCxnSpPr/>
            <p:nvPr/>
          </p:nvCxnSpPr>
          <p:spPr>
            <a:xfrm>
              <a:off x="3104456" y="3114479"/>
              <a:ext cx="935665" cy="0"/>
            </a:xfrm>
            <a:prstGeom prst="line">
              <a:avLst/>
            </a:prstGeom>
            <a:ln>
              <a:solidFill>
                <a:srgbClr val="95A5A6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FE66E557-620D-3EF3-65E8-8DD89701D34B}"/>
              </a:ext>
            </a:extLst>
          </p:cNvPr>
          <p:cNvGrpSpPr/>
          <p:nvPr/>
        </p:nvGrpSpPr>
        <p:grpSpPr>
          <a:xfrm>
            <a:off x="417599" y="369186"/>
            <a:ext cx="11774404" cy="584775"/>
            <a:chOff x="417599" y="369186"/>
            <a:chExt cx="11774404" cy="584775"/>
          </a:xfrm>
        </p:grpSpPr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38DC5D28-F194-11DC-5FFC-C47D078C7C6E}"/>
                </a:ext>
              </a:extLst>
            </p:cNvPr>
            <p:cNvSpPr txBox="1"/>
            <p:nvPr/>
          </p:nvSpPr>
          <p:spPr>
            <a:xfrm>
              <a:off x="417599" y="430741"/>
              <a:ext cx="7729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+mn-ea"/>
                </a:rPr>
                <a:t>01-1</a:t>
              </a:r>
              <a:endParaRPr lang="zh-CN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2A5DFA7D-8ED1-DF5D-5DDF-3BF49261C4E8}"/>
                </a:ext>
              </a:extLst>
            </p:cNvPr>
            <p:cNvSpPr txBox="1"/>
            <p:nvPr/>
          </p:nvSpPr>
          <p:spPr>
            <a:xfrm>
              <a:off x="1301499" y="369186"/>
              <a:ext cx="42883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单分支</a:t>
              </a: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结构语法要点</a:t>
              </a:r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782E6378-F8B0-833C-4C3A-7F6DF1996308}"/>
                </a:ext>
              </a:extLst>
            </p:cNvPr>
            <p:cNvCxnSpPr>
              <a:cxnSpLocks/>
              <a:endCxn id="73" idx="3"/>
            </p:cNvCxnSpPr>
            <p:nvPr/>
          </p:nvCxnSpPr>
          <p:spPr>
            <a:xfrm flipH="1" flipV="1">
              <a:off x="5589852" y="661574"/>
              <a:ext cx="6602151" cy="2737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rgbClr val="9D6BAB">
                      <a:alpha val="0"/>
                    </a:srgbClr>
                  </a:gs>
                  <a:gs pos="100000">
                    <a:srgbClr val="9D6BAB"/>
                  </a:gs>
                </a:gsLst>
                <a:lin ang="0" scaled="1"/>
                <a:tileRect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D11694C-37C3-08CD-E3A3-7E1F093B5E80}"/>
              </a:ext>
            </a:extLst>
          </p:cNvPr>
          <p:cNvGrpSpPr/>
          <p:nvPr/>
        </p:nvGrpSpPr>
        <p:grpSpPr>
          <a:xfrm>
            <a:off x="8575754" y="2009472"/>
            <a:ext cx="2587546" cy="1658037"/>
            <a:chOff x="6723970" y="2930779"/>
            <a:chExt cx="2587546" cy="1034581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BD06D59D-CC6C-BF46-D8F0-52EC57A04C8C}"/>
                </a:ext>
              </a:extLst>
            </p:cNvPr>
            <p:cNvSpPr/>
            <p:nvPr/>
          </p:nvSpPr>
          <p:spPr>
            <a:xfrm>
              <a:off x="6723970" y="3285516"/>
              <a:ext cx="2587546" cy="67984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如果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后面有分号，</a:t>
              </a:r>
              <a:r>
                <a:rPr lang="zh-CN" altLang="en-US" b="1" dirty="0">
                  <a:solidFill>
                    <a:srgbClr val="9D6BAB"/>
                  </a:solidFill>
                  <a:latin typeface="+mn-ea"/>
                </a:rPr>
                <a:t>分号相当于空语句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，作为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后的语句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B630A722-1BDE-1AE3-E8F2-5B0ED5ECFE6F}"/>
                </a:ext>
              </a:extLst>
            </p:cNvPr>
            <p:cNvSpPr/>
            <p:nvPr/>
          </p:nvSpPr>
          <p:spPr>
            <a:xfrm>
              <a:off x="6723970" y="2930779"/>
              <a:ext cx="2241974" cy="33416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+mn-ea"/>
                </a:rPr>
                <a:t>空语句</a:t>
              </a: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488E3CC7-A141-5A8D-ECFC-03E47FFF921C}"/>
              </a:ext>
            </a:extLst>
          </p:cNvPr>
          <p:cNvGrpSpPr/>
          <p:nvPr/>
        </p:nvGrpSpPr>
        <p:grpSpPr>
          <a:xfrm>
            <a:off x="1790700" y="4963966"/>
            <a:ext cx="3075589" cy="974649"/>
            <a:chOff x="6723970" y="2930779"/>
            <a:chExt cx="2587546" cy="628720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D233DF7-E17F-D592-1FCA-6D2F37138F1A}"/>
                </a:ext>
              </a:extLst>
            </p:cNvPr>
            <p:cNvSpPr/>
            <p:nvPr/>
          </p:nvSpPr>
          <p:spPr>
            <a:xfrm>
              <a:off x="6723970" y="3285516"/>
              <a:ext cx="2587546" cy="2739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多条语句必须使用</a:t>
              </a:r>
              <a:r>
                <a:rPr lang="zh-CN" altLang="en-US" b="1" dirty="0">
                  <a:solidFill>
                    <a:srgbClr val="9D6BAB"/>
                  </a:solidFill>
                  <a:latin typeface="+mn-ea"/>
                </a:rPr>
                <a:t>花括号</a:t>
              </a: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C422A54-C7BF-126B-5F66-A76BB4454337}"/>
                </a:ext>
              </a:extLst>
            </p:cNvPr>
            <p:cNvSpPr/>
            <p:nvPr/>
          </p:nvSpPr>
          <p:spPr>
            <a:xfrm>
              <a:off x="7069542" y="2930779"/>
              <a:ext cx="2241974" cy="34545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+mn-ea"/>
                </a:rPr>
                <a:t>语句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15390BC1-84F5-3118-651E-B120FC949519}"/>
              </a:ext>
            </a:extLst>
          </p:cNvPr>
          <p:cNvGrpSpPr/>
          <p:nvPr/>
        </p:nvGrpSpPr>
        <p:grpSpPr>
          <a:xfrm>
            <a:off x="338687" y="1496500"/>
            <a:ext cx="3406615" cy="1776665"/>
            <a:chOff x="6312730" y="2930779"/>
            <a:chExt cx="2998786" cy="1776665"/>
          </a:xfrm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7B51D986-7D68-7430-4F4C-8AE968961B06}"/>
                </a:ext>
              </a:extLst>
            </p:cNvPr>
            <p:cNvSpPr/>
            <p:nvPr/>
          </p:nvSpPr>
          <p:spPr>
            <a:xfrm>
              <a:off x="6312730" y="3285516"/>
              <a:ext cx="2998786" cy="142192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通常为</a:t>
              </a:r>
              <a:r>
                <a:rPr lang="zh-CN" altLang="en-US" b="1" dirty="0">
                  <a:solidFill>
                    <a:srgbClr val="9D6BAB"/>
                  </a:solidFill>
                  <a:latin typeface="+mn-ea"/>
                </a:rPr>
                <a:t>关系表达式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或</a:t>
              </a:r>
              <a:r>
                <a:rPr lang="zh-CN" altLang="en-US" b="1" dirty="0">
                  <a:solidFill>
                    <a:srgbClr val="9D6BAB"/>
                  </a:solidFill>
                  <a:latin typeface="+mn-ea"/>
                </a:rPr>
                <a:t>逻辑表达式</a:t>
              </a:r>
              <a:endParaRPr lang="en-US" altLang="zh-CN" b="1" dirty="0">
                <a:solidFill>
                  <a:srgbClr val="9D6BAB"/>
                </a:solidFill>
                <a:latin typeface="+mn-ea"/>
              </a:endParaRPr>
            </a:p>
            <a:p>
              <a:pPr algn="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也可以是</a:t>
              </a:r>
              <a:r>
                <a:rPr lang="zh-CN" altLang="en-US" b="1" dirty="0">
                  <a:solidFill>
                    <a:srgbClr val="9D6BAB"/>
                  </a:solidFill>
                  <a:latin typeface="+mn-ea"/>
                </a:rPr>
                <a:t>其它表达式</a:t>
              </a:r>
              <a:endParaRPr lang="en-US" altLang="zh-CN" b="1" dirty="0">
                <a:solidFill>
                  <a:srgbClr val="9D6BAB"/>
                </a:solidFill>
                <a:latin typeface="+mn-ea"/>
              </a:endParaRPr>
            </a:p>
            <a:p>
              <a:pPr algn="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可以是</a:t>
              </a:r>
              <a:r>
                <a:rPr lang="zh-CN" altLang="en-US" b="1" dirty="0">
                  <a:solidFill>
                    <a:srgbClr val="9D6BAB"/>
                  </a:solidFill>
                  <a:latin typeface="+mn-ea"/>
                </a:rPr>
                <a:t>变量</a:t>
              </a:r>
              <a:r>
                <a:rPr lang="zh-CN" altLang="en-US" b="1" dirty="0">
                  <a:latin typeface="+mn-ea"/>
                </a:rPr>
                <a:t>或者</a:t>
              </a:r>
              <a:r>
                <a:rPr lang="zh-CN" altLang="en-US" b="1" dirty="0">
                  <a:solidFill>
                    <a:srgbClr val="9D6BAB"/>
                  </a:solidFill>
                  <a:latin typeface="+mn-ea"/>
                </a:rPr>
                <a:t>常量</a:t>
              </a:r>
              <a:endParaRPr lang="en-US" altLang="zh-CN" b="1" dirty="0">
                <a:solidFill>
                  <a:srgbClr val="9D6BAB"/>
                </a:solidFill>
                <a:latin typeface="+mn-ea"/>
              </a:endParaRPr>
            </a:p>
            <a:p>
              <a:pPr algn="r">
                <a:lnSpc>
                  <a:spcPct val="120000"/>
                </a:lnSpc>
              </a:pPr>
              <a:r>
                <a:rPr lang="zh-CN" altLang="en-US" b="1" dirty="0">
                  <a:solidFill>
                    <a:srgbClr val="9D6BAB"/>
                  </a:solidFill>
                  <a:latin typeface="+mn-ea"/>
                </a:rPr>
                <a:t>非</a:t>
              </a:r>
              <a:r>
                <a:rPr lang="en-US" altLang="zh-CN" b="1" dirty="0">
                  <a:solidFill>
                    <a:srgbClr val="9D6BAB"/>
                  </a:solidFill>
                  <a:latin typeface="+mn-ea"/>
                </a:rPr>
                <a:t>0</a:t>
              </a:r>
              <a:r>
                <a:rPr lang="zh-CN" altLang="en-US" b="1" dirty="0">
                  <a:solidFill>
                    <a:srgbClr val="9D6BAB"/>
                  </a:solidFill>
                  <a:latin typeface="+mn-ea"/>
                </a:rPr>
                <a:t>为真，</a:t>
              </a:r>
              <a:r>
                <a:rPr lang="en-US" altLang="zh-CN" b="1" dirty="0">
                  <a:solidFill>
                    <a:srgbClr val="9D6BAB"/>
                  </a:solidFill>
                  <a:latin typeface="+mn-ea"/>
                </a:rPr>
                <a:t>0</a:t>
              </a:r>
              <a:r>
                <a:rPr lang="zh-CN" altLang="en-US" b="1" dirty="0">
                  <a:solidFill>
                    <a:srgbClr val="9D6BAB"/>
                  </a:solidFill>
                  <a:latin typeface="+mn-ea"/>
                </a:rPr>
                <a:t>为假</a:t>
              </a: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16F0E16-EFEA-776F-F5A1-BC14BF0868D9}"/>
                </a:ext>
              </a:extLst>
            </p:cNvPr>
            <p:cNvSpPr/>
            <p:nvPr/>
          </p:nvSpPr>
          <p:spPr>
            <a:xfrm>
              <a:off x="7069542" y="2930779"/>
              <a:ext cx="224197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+mn-ea"/>
                </a:rPr>
                <a:t>表达式</a:t>
              </a:r>
            </a:p>
          </p:txBody>
        </p:sp>
      </p:grpSp>
      <p:sp>
        <p:nvSpPr>
          <p:cNvPr id="84" name="TextBox 1">
            <a:extLst>
              <a:ext uri="{FF2B5EF4-FFF2-40B4-BE49-F238E27FC236}">
                <a16:creationId xmlns:a16="http://schemas.microsoft.com/office/drawing/2014/main" id="{91E663CA-ACB9-9659-4388-E03DEC7B2A1F}"/>
              </a:ext>
            </a:extLst>
          </p:cNvPr>
          <p:cNvSpPr txBox="1"/>
          <p:nvPr/>
        </p:nvSpPr>
        <p:spPr>
          <a:xfrm>
            <a:off x="8575754" y="4174693"/>
            <a:ext cx="31971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if</a:t>
            </a:r>
            <a:r>
              <a:rPr lang="zh-CN" altLang="en-US" sz="2400" b="1" dirty="0">
                <a:latin typeface="+mn-ea"/>
              </a:rPr>
              <a:t>（表达式）</a:t>
            </a:r>
            <a:endParaRPr lang="en-US" altLang="zh-CN" sz="2400" b="1" dirty="0">
              <a:latin typeface="+mn-ea"/>
            </a:endParaRPr>
          </a:p>
          <a:p>
            <a:r>
              <a:rPr lang="zh-CN" altLang="en-US" sz="2400" b="1" dirty="0">
                <a:latin typeface="+mn-ea"/>
              </a:rPr>
              <a:t>｛</a:t>
            </a:r>
            <a:endParaRPr lang="en-US" altLang="zh-CN" sz="2400" b="1" dirty="0">
              <a:latin typeface="+mn-ea"/>
            </a:endParaRPr>
          </a:p>
          <a:p>
            <a:r>
              <a:rPr lang="en-US" altLang="zh-CN" sz="2400" b="1" dirty="0">
                <a:latin typeface="+mn-ea"/>
              </a:rPr>
              <a:t>    </a:t>
            </a:r>
            <a:r>
              <a:rPr lang="zh-CN" altLang="en-US" sz="2400" b="1" dirty="0">
                <a:latin typeface="+mn-ea"/>
              </a:rPr>
              <a:t>语句块</a:t>
            </a:r>
            <a:endParaRPr lang="en-US" altLang="zh-CN" sz="2400" b="1" dirty="0">
              <a:latin typeface="+mn-ea"/>
            </a:endParaRPr>
          </a:p>
          <a:p>
            <a:r>
              <a:rPr lang="zh-CN" altLang="en-US" sz="2400" b="1" dirty="0">
                <a:latin typeface="+mn-ea"/>
              </a:rPr>
              <a:t>｝</a:t>
            </a:r>
          </a:p>
        </p:txBody>
      </p:sp>
    </p:spTree>
    <p:extLst>
      <p:ext uri="{BB962C8B-B14F-4D97-AF65-F5344CB8AC3E}">
        <p14:creationId xmlns:p14="http://schemas.microsoft.com/office/powerpoint/2010/main" val="101647141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>
            <a:extLst>
              <a:ext uri="{FF2B5EF4-FFF2-40B4-BE49-F238E27FC236}">
                <a16:creationId xmlns:a16="http://schemas.microsoft.com/office/drawing/2014/main" id="{21C3BADB-DD49-E085-6260-231AF33C2F54}"/>
              </a:ext>
            </a:extLst>
          </p:cNvPr>
          <p:cNvGrpSpPr/>
          <p:nvPr/>
        </p:nvGrpSpPr>
        <p:grpSpPr>
          <a:xfrm>
            <a:off x="360693" y="369186"/>
            <a:ext cx="2664355" cy="523220"/>
            <a:chOff x="360693" y="369186"/>
            <a:chExt cx="2664355" cy="523220"/>
          </a:xfrm>
        </p:grpSpPr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587B39CF-0B4C-8BC5-3C6C-429B2CE3202F}"/>
                </a:ext>
              </a:extLst>
            </p:cNvPr>
            <p:cNvSpPr txBox="1"/>
            <p:nvPr/>
          </p:nvSpPr>
          <p:spPr>
            <a:xfrm>
              <a:off x="360693" y="430741"/>
              <a:ext cx="8867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+mn-ea"/>
                </a:rPr>
                <a:t>01-1</a:t>
              </a:r>
              <a:endParaRPr lang="zh-CN" altLang="en-US" sz="24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A4D2A7D5-29EA-2E1F-25DC-D2AFD8F9DD75}"/>
                </a:ext>
              </a:extLst>
            </p:cNvPr>
            <p:cNvSpPr txBox="1"/>
            <p:nvPr/>
          </p:nvSpPr>
          <p:spPr>
            <a:xfrm>
              <a:off x="1301499" y="369186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关系运算符</a:t>
              </a: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D8A52B04-984C-67AA-27F7-575D52EBFC41}"/>
              </a:ext>
            </a:extLst>
          </p:cNvPr>
          <p:cNvGrpSpPr/>
          <p:nvPr/>
        </p:nvGrpSpPr>
        <p:grpSpPr>
          <a:xfrm>
            <a:off x="526899" y="1203219"/>
            <a:ext cx="6022219" cy="1023618"/>
            <a:chOff x="5295069" y="1493010"/>
            <a:chExt cx="6022219" cy="1023618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1D60E527-FDB6-FFDE-E8A7-5D0104C17A26}"/>
                </a:ext>
              </a:extLst>
            </p:cNvPr>
            <p:cNvGrpSpPr/>
            <p:nvPr/>
          </p:nvGrpSpPr>
          <p:grpSpPr>
            <a:xfrm>
              <a:off x="6317132" y="1493010"/>
              <a:ext cx="5000156" cy="1023618"/>
              <a:chOff x="6723970" y="2930779"/>
              <a:chExt cx="5000156" cy="1023618"/>
            </a:xfrm>
          </p:grpSpPr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8707441F-3AA6-77A5-E79D-8375F0DE0424}"/>
                  </a:ext>
                </a:extLst>
              </p:cNvPr>
              <p:cNvSpPr/>
              <p:nvPr/>
            </p:nvSpPr>
            <p:spPr>
              <a:xfrm>
                <a:off x="6723970" y="3418866"/>
                <a:ext cx="5000156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&gt;,&gt;=,&lt;,&lt;=</a:t>
                </a: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sym typeface="Wingdings" pitchFamily="2" charset="2"/>
                  </a:rPr>
                  <a:t>,==,!=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F971900E-003F-21E4-718C-056CDAA0DB6A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2241974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关系运算符</a:t>
                </a:r>
              </a:p>
            </p:txBody>
          </p:sp>
        </p:grp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DD975D97-68CB-2ED7-5A3E-A5884B125F91}"/>
                </a:ext>
              </a:extLst>
            </p:cNvPr>
            <p:cNvSpPr/>
            <p:nvPr/>
          </p:nvSpPr>
          <p:spPr>
            <a:xfrm>
              <a:off x="5295069" y="1612730"/>
              <a:ext cx="770775" cy="770775"/>
            </a:xfrm>
            <a:prstGeom prst="ellipse">
              <a:avLst/>
            </a:prstGeom>
            <a:solidFill>
              <a:srgbClr val="C8AC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85" name="椭圆 25">
              <a:extLst>
                <a:ext uri="{FF2B5EF4-FFF2-40B4-BE49-F238E27FC236}">
                  <a16:creationId xmlns:a16="http://schemas.microsoft.com/office/drawing/2014/main" id="{CEA0CA32-CB91-8DBB-CA23-A6B7431312E7}"/>
                </a:ext>
              </a:extLst>
            </p:cNvPr>
            <p:cNvSpPr/>
            <p:nvPr/>
          </p:nvSpPr>
          <p:spPr>
            <a:xfrm>
              <a:off x="5450298" y="1775093"/>
              <a:ext cx="460318" cy="446049"/>
            </a:xfrm>
            <a:custGeom>
              <a:avLst/>
              <a:gdLst>
                <a:gd name="connsiteX0" fmla="*/ 58918 w 323554"/>
                <a:gd name="connsiteY0" fmla="*/ 189699 h 313525"/>
                <a:gd name="connsiteX1" fmla="*/ 101421 w 323554"/>
                <a:gd name="connsiteY1" fmla="*/ 189699 h 313525"/>
                <a:gd name="connsiteX2" fmla="*/ 103997 w 323554"/>
                <a:gd name="connsiteY2" fmla="*/ 189699 h 313525"/>
                <a:gd name="connsiteX3" fmla="*/ 114301 w 323554"/>
                <a:gd name="connsiteY3" fmla="*/ 201731 h 313525"/>
                <a:gd name="connsiteX4" fmla="*/ 113013 w 323554"/>
                <a:gd name="connsiteY4" fmla="*/ 205741 h 313525"/>
                <a:gd name="connsiteX5" fmla="*/ 101421 w 323554"/>
                <a:gd name="connsiteY5" fmla="*/ 215099 h 313525"/>
                <a:gd name="connsiteX6" fmla="*/ 58918 w 323554"/>
                <a:gd name="connsiteY6" fmla="*/ 215099 h 313525"/>
                <a:gd name="connsiteX7" fmla="*/ 46038 w 323554"/>
                <a:gd name="connsiteY7" fmla="*/ 201731 h 313525"/>
                <a:gd name="connsiteX8" fmla="*/ 58918 w 323554"/>
                <a:gd name="connsiteY8" fmla="*/ 189699 h 313525"/>
                <a:gd name="connsiteX9" fmla="*/ 149225 w 323554"/>
                <a:gd name="connsiteY9" fmla="*/ 165887 h 313525"/>
                <a:gd name="connsiteX10" fmla="*/ 142875 w 323554"/>
                <a:gd name="connsiteY10" fmla="*/ 186525 h 313525"/>
                <a:gd name="connsiteX11" fmla="*/ 153988 w 323554"/>
                <a:gd name="connsiteY11" fmla="*/ 196050 h 313525"/>
                <a:gd name="connsiteX12" fmla="*/ 173038 w 323554"/>
                <a:gd name="connsiteY12" fmla="*/ 188112 h 313525"/>
                <a:gd name="connsiteX13" fmla="*/ 145188 w 323554"/>
                <a:gd name="connsiteY13" fmla="*/ 151599 h 313525"/>
                <a:gd name="connsiteX14" fmla="*/ 187326 w 323554"/>
                <a:gd name="connsiteY14" fmla="*/ 190104 h 313525"/>
                <a:gd name="connsiteX15" fmla="*/ 138803 w 323554"/>
                <a:gd name="connsiteY15" fmla="*/ 210640 h 313525"/>
                <a:gd name="connsiteX16" fmla="*/ 131142 w 323554"/>
                <a:gd name="connsiteY16" fmla="*/ 210640 h 313525"/>
                <a:gd name="connsiteX17" fmla="*/ 129865 w 323554"/>
                <a:gd name="connsiteY17" fmla="*/ 202939 h 313525"/>
                <a:gd name="connsiteX18" fmla="*/ 145188 w 323554"/>
                <a:gd name="connsiteY18" fmla="*/ 151599 h 313525"/>
                <a:gd name="connsiteX19" fmla="*/ 58982 w 323554"/>
                <a:gd name="connsiteY19" fmla="*/ 146837 h 313525"/>
                <a:gd name="connsiteX20" fmla="*/ 130176 w 323554"/>
                <a:gd name="connsiteY20" fmla="*/ 146837 h 313525"/>
                <a:gd name="connsiteX21" fmla="*/ 130176 w 323554"/>
                <a:gd name="connsiteY21" fmla="*/ 148186 h 313525"/>
                <a:gd name="connsiteX22" fmla="*/ 122409 w 323554"/>
                <a:gd name="connsiteY22" fmla="*/ 173825 h 313525"/>
                <a:gd name="connsiteX23" fmla="*/ 58982 w 323554"/>
                <a:gd name="connsiteY23" fmla="*/ 173825 h 313525"/>
                <a:gd name="connsiteX24" fmla="*/ 46038 w 323554"/>
                <a:gd name="connsiteY24" fmla="*/ 160331 h 313525"/>
                <a:gd name="connsiteX25" fmla="*/ 58982 w 323554"/>
                <a:gd name="connsiteY25" fmla="*/ 146837 h 313525"/>
                <a:gd name="connsiteX26" fmla="*/ 59011 w 323554"/>
                <a:gd name="connsiteY26" fmla="*/ 105562 h 313525"/>
                <a:gd name="connsiteX27" fmla="*/ 166688 w 323554"/>
                <a:gd name="connsiteY27" fmla="*/ 105562 h 313525"/>
                <a:gd name="connsiteX28" fmla="*/ 144634 w 323554"/>
                <a:gd name="connsiteY28" fmla="*/ 130962 h 313525"/>
                <a:gd name="connsiteX29" fmla="*/ 59011 w 323554"/>
                <a:gd name="connsiteY29" fmla="*/ 130962 h 313525"/>
                <a:gd name="connsiteX30" fmla="*/ 46038 w 323554"/>
                <a:gd name="connsiteY30" fmla="*/ 118930 h 313525"/>
                <a:gd name="connsiteX31" fmla="*/ 59011 w 323554"/>
                <a:gd name="connsiteY31" fmla="*/ 105562 h 313525"/>
                <a:gd name="connsiteX32" fmla="*/ 226883 w 323554"/>
                <a:gd name="connsiteY32" fmla="*/ 81749 h 313525"/>
                <a:gd name="connsiteX33" fmla="*/ 224292 w 323554"/>
                <a:gd name="connsiteY33" fmla="*/ 83037 h 313525"/>
                <a:gd name="connsiteX34" fmla="*/ 171159 w 323554"/>
                <a:gd name="connsiteY34" fmla="*/ 140996 h 313525"/>
                <a:gd name="connsiteX35" fmla="*/ 172455 w 323554"/>
                <a:gd name="connsiteY35" fmla="*/ 146148 h 313525"/>
                <a:gd name="connsiteX36" fmla="*/ 175047 w 323554"/>
                <a:gd name="connsiteY36" fmla="*/ 148724 h 313525"/>
                <a:gd name="connsiteX37" fmla="*/ 177639 w 323554"/>
                <a:gd name="connsiteY37" fmla="*/ 150012 h 313525"/>
                <a:gd name="connsiteX38" fmla="*/ 180230 w 323554"/>
                <a:gd name="connsiteY38" fmla="*/ 148724 h 313525"/>
                <a:gd name="connsiteX39" fmla="*/ 232067 w 323554"/>
                <a:gd name="connsiteY39" fmla="*/ 90765 h 313525"/>
                <a:gd name="connsiteX40" fmla="*/ 232067 w 323554"/>
                <a:gd name="connsiteY40" fmla="*/ 85613 h 313525"/>
                <a:gd name="connsiteX41" fmla="*/ 229475 w 323554"/>
                <a:gd name="connsiteY41" fmla="*/ 83037 h 313525"/>
                <a:gd name="connsiteX42" fmla="*/ 226883 w 323554"/>
                <a:gd name="connsiteY42" fmla="*/ 81749 h 313525"/>
                <a:gd name="connsiteX43" fmla="*/ 247254 w 323554"/>
                <a:gd name="connsiteY43" fmla="*/ 62303 h 313525"/>
                <a:gd name="connsiteX44" fmla="*/ 242491 w 323554"/>
                <a:gd name="connsiteY44" fmla="*/ 63493 h 313525"/>
                <a:gd name="connsiteX45" fmla="*/ 237729 w 323554"/>
                <a:gd name="connsiteY45" fmla="*/ 68256 h 313525"/>
                <a:gd name="connsiteX46" fmla="*/ 236538 w 323554"/>
                <a:gd name="connsiteY46" fmla="*/ 70637 h 313525"/>
                <a:gd name="connsiteX47" fmla="*/ 237729 w 323554"/>
                <a:gd name="connsiteY47" fmla="*/ 73019 h 313525"/>
                <a:gd name="connsiteX48" fmla="*/ 240110 w 323554"/>
                <a:gd name="connsiteY48" fmla="*/ 74209 h 313525"/>
                <a:gd name="connsiteX49" fmla="*/ 242491 w 323554"/>
                <a:gd name="connsiteY49" fmla="*/ 75400 h 313525"/>
                <a:gd name="connsiteX50" fmla="*/ 244873 w 323554"/>
                <a:gd name="connsiteY50" fmla="*/ 75400 h 313525"/>
                <a:gd name="connsiteX51" fmla="*/ 244873 w 323554"/>
                <a:gd name="connsiteY51" fmla="*/ 74209 h 313525"/>
                <a:gd name="connsiteX52" fmla="*/ 249635 w 323554"/>
                <a:gd name="connsiteY52" fmla="*/ 69447 h 313525"/>
                <a:gd name="connsiteX53" fmla="*/ 249635 w 323554"/>
                <a:gd name="connsiteY53" fmla="*/ 64684 h 313525"/>
                <a:gd name="connsiteX54" fmla="*/ 247254 w 323554"/>
                <a:gd name="connsiteY54" fmla="*/ 62303 h 313525"/>
                <a:gd name="connsiteX55" fmla="*/ 24647 w 323554"/>
                <a:gd name="connsiteY55" fmla="*/ 48412 h 313525"/>
                <a:gd name="connsiteX56" fmla="*/ 201069 w 323554"/>
                <a:gd name="connsiteY56" fmla="*/ 48412 h 313525"/>
                <a:gd name="connsiteX57" fmla="*/ 214041 w 323554"/>
                <a:gd name="connsiteY57" fmla="*/ 52292 h 313525"/>
                <a:gd name="connsiteX58" fmla="*/ 193285 w 323554"/>
                <a:gd name="connsiteY58" fmla="*/ 76863 h 313525"/>
                <a:gd name="connsiteX59" fmla="*/ 181610 w 323554"/>
                <a:gd name="connsiteY59" fmla="*/ 72983 h 313525"/>
                <a:gd name="connsiteX60" fmla="*/ 45403 w 323554"/>
                <a:gd name="connsiteY60" fmla="*/ 72983 h 313525"/>
                <a:gd name="connsiteX61" fmla="*/ 24647 w 323554"/>
                <a:gd name="connsiteY61" fmla="*/ 93675 h 313525"/>
                <a:gd name="connsiteX62" fmla="*/ 24647 w 323554"/>
                <a:gd name="connsiteY62" fmla="*/ 268262 h 313525"/>
                <a:gd name="connsiteX63" fmla="*/ 45403 w 323554"/>
                <a:gd name="connsiteY63" fmla="*/ 287660 h 313525"/>
                <a:gd name="connsiteX64" fmla="*/ 181610 w 323554"/>
                <a:gd name="connsiteY64" fmla="*/ 287660 h 313525"/>
                <a:gd name="connsiteX65" fmla="*/ 202366 w 323554"/>
                <a:gd name="connsiteY65" fmla="*/ 268262 h 313525"/>
                <a:gd name="connsiteX66" fmla="*/ 202366 w 323554"/>
                <a:gd name="connsiteY66" fmla="*/ 202307 h 313525"/>
                <a:gd name="connsiteX67" fmla="*/ 203663 w 323554"/>
                <a:gd name="connsiteY67" fmla="*/ 201014 h 313525"/>
                <a:gd name="connsiteX68" fmla="*/ 206258 w 323554"/>
                <a:gd name="connsiteY68" fmla="*/ 198427 h 313525"/>
                <a:gd name="connsiteX69" fmla="*/ 227013 w 323554"/>
                <a:gd name="connsiteY69" fmla="*/ 175149 h 313525"/>
                <a:gd name="connsiteX70" fmla="*/ 227013 w 323554"/>
                <a:gd name="connsiteY70" fmla="*/ 287660 h 313525"/>
                <a:gd name="connsiteX71" fmla="*/ 201069 w 323554"/>
                <a:gd name="connsiteY71" fmla="*/ 313525 h 313525"/>
                <a:gd name="connsiteX72" fmla="*/ 25944 w 323554"/>
                <a:gd name="connsiteY72" fmla="*/ 313525 h 313525"/>
                <a:gd name="connsiteX73" fmla="*/ 0 w 323554"/>
                <a:gd name="connsiteY73" fmla="*/ 287660 h 313525"/>
                <a:gd name="connsiteX74" fmla="*/ 0 w 323554"/>
                <a:gd name="connsiteY74" fmla="*/ 72983 h 313525"/>
                <a:gd name="connsiteX75" fmla="*/ 24647 w 323554"/>
                <a:gd name="connsiteY75" fmla="*/ 48412 h 313525"/>
                <a:gd name="connsiteX76" fmla="*/ 242888 w 323554"/>
                <a:gd name="connsiteY76" fmla="*/ 42062 h 313525"/>
                <a:gd name="connsiteX77" fmla="*/ 285751 w 323554"/>
                <a:gd name="connsiteY77" fmla="*/ 81750 h 313525"/>
                <a:gd name="connsiteX78" fmla="*/ 279401 w 323554"/>
                <a:gd name="connsiteY78" fmla="*/ 89687 h 313525"/>
                <a:gd name="connsiteX79" fmla="*/ 200026 w 323554"/>
                <a:gd name="connsiteY79" fmla="*/ 178587 h 313525"/>
                <a:gd name="connsiteX80" fmla="*/ 193676 w 323554"/>
                <a:gd name="connsiteY80" fmla="*/ 184937 h 313525"/>
                <a:gd name="connsiteX81" fmla="*/ 150813 w 323554"/>
                <a:gd name="connsiteY81" fmla="*/ 146837 h 313525"/>
                <a:gd name="connsiteX82" fmla="*/ 155576 w 323554"/>
                <a:gd name="connsiteY82" fmla="*/ 138899 h 313525"/>
                <a:gd name="connsiteX83" fmla="*/ 236538 w 323554"/>
                <a:gd name="connsiteY83" fmla="*/ 48412 h 313525"/>
                <a:gd name="connsiteX84" fmla="*/ 257175 w 323554"/>
                <a:gd name="connsiteY84" fmla="*/ 26187 h 313525"/>
                <a:gd name="connsiteX85" fmla="*/ 301625 w 323554"/>
                <a:gd name="connsiteY85" fmla="*/ 64287 h 313525"/>
                <a:gd name="connsiteX86" fmla="*/ 295275 w 323554"/>
                <a:gd name="connsiteY86" fmla="*/ 72225 h 313525"/>
                <a:gd name="connsiteX87" fmla="*/ 290513 w 323554"/>
                <a:gd name="connsiteY87" fmla="*/ 75400 h 313525"/>
                <a:gd name="connsiteX88" fmla="*/ 247650 w 323554"/>
                <a:gd name="connsiteY88" fmla="*/ 37300 h 313525"/>
                <a:gd name="connsiteX89" fmla="*/ 250825 w 323554"/>
                <a:gd name="connsiteY89" fmla="*/ 34125 h 313525"/>
                <a:gd name="connsiteX90" fmla="*/ 285750 w 323554"/>
                <a:gd name="connsiteY90" fmla="*/ 11899 h 313525"/>
                <a:gd name="connsiteX91" fmla="*/ 279400 w 323554"/>
                <a:gd name="connsiteY91" fmla="*/ 19837 h 313525"/>
                <a:gd name="connsiteX92" fmla="*/ 304800 w 323554"/>
                <a:gd name="connsiteY92" fmla="*/ 43649 h 313525"/>
                <a:gd name="connsiteX93" fmla="*/ 312738 w 323554"/>
                <a:gd name="connsiteY93" fmla="*/ 35712 h 313525"/>
                <a:gd name="connsiteX94" fmla="*/ 285265 w 323554"/>
                <a:gd name="connsiteY94" fmla="*/ 516 h 313525"/>
                <a:gd name="connsiteX95" fmla="*/ 294336 w 323554"/>
                <a:gd name="connsiteY95" fmla="*/ 3151 h 313525"/>
                <a:gd name="connsiteX96" fmla="*/ 318958 w 323554"/>
                <a:gd name="connsiteY96" fmla="*/ 25545 h 313525"/>
                <a:gd name="connsiteX97" fmla="*/ 320254 w 323554"/>
                <a:gd name="connsiteY97" fmla="*/ 43987 h 313525"/>
                <a:gd name="connsiteX98" fmla="*/ 305999 w 323554"/>
                <a:gd name="connsiteY98" fmla="*/ 61112 h 313525"/>
                <a:gd name="connsiteX99" fmla="*/ 261938 w 323554"/>
                <a:gd name="connsiteY99" fmla="*/ 20276 h 313525"/>
                <a:gd name="connsiteX100" fmla="*/ 276193 w 323554"/>
                <a:gd name="connsiteY100" fmla="*/ 4468 h 313525"/>
                <a:gd name="connsiteX101" fmla="*/ 285265 w 323554"/>
                <a:gd name="connsiteY101" fmla="*/ 516 h 31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23554" h="313525">
                  <a:moveTo>
                    <a:pt x="58918" y="189699"/>
                  </a:moveTo>
                  <a:cubicBezTo>
                    <a:pt x="58918" y="189699"/>
                    <a:pt x="58918" y="189699"/>
                    <a:pt x="101421" y="189699"/>
                  </a:cubicBezTo>
                  <a:cubicBezTo>
                    <a:pt x="102709" y="189699"/>
                    <a:pt x="102709" y="189699"/>
                    <a:pt x="103997" y="189699"/>
                  </a:cubicBezTo>
                  <a:cubicBezTo>
                    <a:pt x="109149" y="189699"/>
                    <a:pt x="114301" y="195046"/>
                    <a:pt x="114301" y="201731"/>
                  </a:cubicBezTo>
                  <a:cubicBezTo>
                    <a:pt x="114301" y="203067"/>
                    <a:pt x="114301" y="204404"/>
                    <a:pt x="113013" y="205741"/>
                  </a:cubicBezTo>
                  <a:cubicBezTo>
                    <a:pt x="111725" y="211088"/>
                    <a:pt x="107861" y="215099"/>
                    <a:pt x="101421" y="215099"/>
                  </a:cubicBezTo>
                  <a:cubicBezTo>
                    <a:pt x="101421" y="215099"/>
                    <a:pt x="101421" y="215099"/>
                    <a:pt x="58918" y="215099"/>
                  </a:cubicBezTo>
                  <a:cubicBezTo>
                    <a:pt x="51190" y="215099"/>
                    <a:pt x="46038" y="209752"/>
                    <a:pt x="46038" y="201731"/>
                  </a:cubicBezTo>
                  <a:cubicBezTo>
                    <a:pt x="46038" y="195046"/>
                    <a:pt x="51190" y="189699"/>
                    <a:pt x="58918" y="189699"/>
                  </a:cubicBezTo>
                  <a:close/>
                  <a:moveTo>
                    <a:pt x="149225" y="165887"/>
                  </a:moveTo>
                  <a:lnTo>
                    <a:pt x="142875" y="186525"/>
                  </a:lnTo>
                  <a:lnTo>
                    <a:pt x="153988" y="196050"/>
                  </a:lnTo>
                  <a:lnTo>
                    <a:pt x="173038" y="188112"/>
                  </a:lnTo>
                  <a:close/>
                  <a:moveTo>
                    <a:pt x="145188" y="151599"/>
                  </a:moveTo>
                  <a:cubicBezTo>
                    <a:pt x="145188" y="151599"/>
                    <a:pt x="145188" y="151599"/>
                    <a:pt x="187326" y="190104"/>
                  </a:cubicBezTo>
                  <a:cubicBezTo>
                    <a:pt x="187326" y="190104"/>
                    <a:pt x="187326" y="190104"/>
                    <a:pt x="138803" y="210640"/>
                  </a:cubicBezTo>
                  <a:cubicBezTo>
                    <a:pt x="136249" y="211924"/>
                    <a:pt x="133696" y="211924"/>
                    <a:pt x="131142" y="210640"/>
                  </a:cubicBezTo>
                  <a:cubicBezTo>
                    <a:pt x="129865" y="208073"/>
                    <a:pt x="128588" y="205506"/>
                    <a:pt x="129865" y="202939"/>
                  </a:cubicBezTo>
                  <a:cubicBezTo>
                    <a:pt x="129865" y="202939"/>
                    <a:pt x="129865" y="202939"/>
                    <a:pt x="145188" y="151599"/>
                  </a:cubicBezTo>
                  <a:close/>
                  <a:moveTo>
                    <a:pt x="58982" y="146837"/>
                  </a:moveTo>
                  <a:cubicBezTo>
                    <a:pt x="58982" y="146837"/>
                    <a:pt x="58982" y="146837"/>
                    <a:pt x="130176" y="146837"/>
                  </a:cubicBezTo>
                  <a:cubicBezTo>
                    <a:pt x="130176" y="148186"/>
                    <a:pt x="130176" y="148186"/>
                    <a:pt x="130176" y="148186"/>
                  </a:cubicBezTo>
                  <a:lnTo>
                    <a:pt x="122409" y="173825"/>
                  </a:lnTo>
                  <a:cubicBezTo>
                    <a:pt x="122409" y="173825"/>
                    <a:pt x="122409" y="173825"/>
                    <a:pt x="58982" y="173825"/>
                  </a:cubicBezTo>
                  <a:cubicBezTo>
                    <a:pt x="51216" y="173825"/>
                    <a:pt x="46038" y="167078"/>
                    <a:pt x="46038" y="160331"/>
                  </a:cubicBezTo>
                  <a:cubicBezTo>
                    <a:pt x="46038" y="153584"/>
                    <a:pt x="51216" y="146837"/>
                    <a:pt x="58982" y="146837"/>
                  </a:cubicBezTo>
                  <a:close/>
                  <a:moveTo>
                    <a:pt x="59011" y="105562"/>
                  </a:moveTo>
                  <a:lnTo>
                    <a:pt x="166688" y="105562"/>
                  </a:lnTo>
                  <a:cubicBezTo>
                    <a:pt x="166688" y="105562"/>
                    <a:pt x="166688" y="105562"/>
                    <a:pt x="144634" y="130962"/>
                  </a:cubicBezTo>
                  <a:cubicBezTo>
                    <a:pt x="144634" y="130962"/>
                    <a:pt x="144634" y="130962"/>
                    <a:pt x="59011" y="130962"/>
                  </a:cubicBezTo>
                  <a:cubicBezTo>
                    <a:pt x="51227" y="130962"/>
                    <a:pt x="46038" y="125615"/>
                    <a:pt x="46038" y="118930"/>
                  </a:cubicBezTo>
                  <a:cubicBezTo>
                    <a:pt x="46038" y="110909"/>
                    <a:pt x="51227" y="105562"/>
                    <a:pt x="59011" y="105562"/>
                  </a:cubicBezTo>
                  <a:close/>
                  <a:moveTo>
                    <a:pt x="226883" y="81749"/>
                  </a:moveTo>
                  <a:cubicBezTo>
                    <a:pt x="225587" y="81749"/>
                    <a:pt x="224292" y="83037"/>
                    <a:pt x="224292" y="83037"/>
                  </a:cubicBezTo>
                  <a:cubicBezTo>
                    <a:pt x="224292" y="83037"/>
                    <a:pt x="224292" y="83037"/>
                    <a:pt x="171159" y="140996"/>
                  </a:cubicBezTo>
                  <a:cubicBezTo>
                    <a:pt x="169863" y="142284"/>
                    <a:pt x="169863" y="144860"/>
                    <a:pt x="172455" y="146148"/>
                  </a:cubicBezTo>
                  <a:cubicBezTo>
                    <a:pt x="172455" y="146148"/>
                    <a:pt x="172455" y="146148"/>
                    <a:pt x="175047" y="148724"/>
                  </a:cubicBezTo>
                  <a:cubicBezTo>
                    <a:pt x="175047" y="148724"/>
                    <a:pt x="176343" y="150012"/>
                    <a:pt x="177639" y="150012"/>
                  </a:cubicBezTo>
                  <a:cubicBezTo>
                    <a:pt x="177639" y="150012"/>
                    <a:pt x="178934" y="148724"/>
                    <a:pt x="180230" y="148724"/>
                  </a:cubicBezTo>
                  <a:cubicBezTo>
                    <a:pt x="180230" y="148724"/>
                    <a:pt x="180230" y="148724"/>
                    <a:pt x="232067" y="90765"/>
                  </a:cubicBezTo>
                  <a:cubicBezTo>
                    <a:pt x="233363" y="89477"/>
                    <a:pt x="233363" y="86901"/>
                    <a:pt x="232067" y="85613"/>
                  </a:cubicBezTo>
                  <a:cubicBezTo>
                    <a:pt x="232067" y="85613"/>
                    <a:pt x="232067" y="85613"/>
                    <a:pt x="229475" y="83037"/>
                  </a:cubicBezTo>
                  <a:cubicBezTo>
                    <a:pt x="228179" y="81749"/>
                    <a:pt x="226883" y="81749"/>
                    <a:pt x="226883" y="81749"/>
                  </a:cubicBezTo>
                  <a:close/>
                  <a:moveTo>
                    <a:pt x="247254" y="62303"/>
                  </a:moveTo>
                  <a:cubicBezTo>
                    <a:pt x="244873" y="61112"/>
                    <a:pt x="243682" y="62303"/>
                    <a:pt x="242491" y="63493"/>
                  </a:cubicBezTo>
                  <a:cubicBezTo>
                    <a:pt x="242491" y="63493"/>
                    <a:pt x="242491" y="63493"/>
                    <a:pt x="237729" y="68256"/>
                  </a:cubicBezTo>
                  <a:cubicBezTo>
                    <a:pt x="237729" y="68256"/>
                    <a:pt x="236538" y="69447"/>
                    <a:pt x="236538" y="70637"/>
                  </a:cubicBezTo>
                  <a:cubicBezTo>
                    <a:pt x="236538" y="70637"/>
                    <a:pt x="237729" y="71828"/>
                    <a:pt x="237729" y="73019"/>
                  </a:cubicBezTo>
                  <a:cubicBezTo>
                    <a:pt x="237729" y="73019"/>
                    <a:pt x="237729" y="73019"/>
                    <a:pt x="240110" y="74209"/>
                  </a:cubicBezTo>
                  <a:cubicBezTo>
                    <a:pt x="241301" y="75400"/>
                    <a:pt x="242491" y="75400"/>
                    <a:pt x="242491" y="75400"/>
                  </a:cubicBezTo>
                  <a:cubicBezTo>
                    <a:pt x="243682" y="75400"/>
                    <a:pt x="243682" y="75400"/>
                    <a:pt x="244873" y="75400"/>
                  </a:cubicBezTo>
                  <a:cubicBezTo>
                    <a:pt x="244873" y="74209"/>
                    <a:pt x="244873" y="74209"/>
                    <a:pt x="244873" y="74209"/>
                  </a:cubicBezTo>
                  <a:cubicBezTo>
                    <a:pt x="244873" y="74209"/>
                    <a:pt x="244873" y="74209"/>
                    <a:pt x="249635" y="69447"/>
                  </a:cubicBezTo>
                  <a:cubicBezTo>
                    <a:pt x="250826" y="68256"/>
                    <a:pt x="250826" y="65875"/>
                    <a:pt x="249635" y="64684"/>
                  </a:cubicBezTo>
                  <a:cubicBezTo>
                    <a:pt x="249635" y="64684"/>
                    <a:pt x="249635" y="64684"/>
                    <a:pt x="247254" y="62303"/>
                  </a:cubicBezTo>
                  <a:close/>
                  <a:moveTo>
                    <a:pt x="24647" y="48412"/>
                  </a:moveTo>
                  <a:cubicBezTo>
                    <a:pt x="24647" y="48412"/>
                    <a:pt x="24647" y="48412"/>
                    <a:pt x="201069" y="48412"/>
                  </a:cubicBezTo>
                  <a:cubicBezTo>
                    <a:pt x="206258" y="48412"/>
                    <a:pt x="210149" y="49705"/>
                    <a:pt x="214041" y="52292"/>
                  </a:cubicBezTo>
                  <a:cubicBezTo>
                    <a:pt x="214041" y="52292"/>
                    <a:pt x="214041" y="52292"/>
                    <a:pt x="193285" y="76863"/>
                  </a:cubicBezTo>
                  <a:cubicBezTo>
                    <a:pt x="189394" y="74277"/>
                    <a:pt x="185502" y="72983"/>
                    <a:pt x="181610" y="72983"/>
                  </a:cubicBezTo>
                  <a:cubicBezTo>
                    <a:pt x="181610" y="72983"/>
                    <a:pt x="181610" y="72983"/>
                    <a:pt x="45403" y="72983"/>
                  </a:cubicBezTo>
                  <a:cubicBezTo>
                    <a:pt x="33728" y="72983"/>
                    <a:pt x="24647" y="82036"/>
                    <a:pt x="24647" y="93675"/>
                  </a:cubicBezTo>
                  <a:cubicBezTo>
                    <a:pt x="24647" y="93675"/>
                    <a:pt x="24647" y="93675"/>
                    <a:pt x="24647" y="268262"/>
                  </a:cubicBezTo>
                  <a:cubicBezTo>
                    <a:pt x="24647" y="278608"/>
                    <a:pt x="33728" y="287660"/>
                    <a:pt x="45403" y="287660"/>
                  </a:cubicBezTo>
                  <a:cubicBezTo>
                    <a:pt x="45403" y="287660"/>
                    <a:pt x="45403" y="287660"/>
                    <a:pt x="181610" y="287660"/>
                  </a:cubicBezTo>
                  <a:cubicBezTo>
                    <a:pt x="193285" y="287660"/>
                    <a:pt x="202366" y="278608"/>
                    <a:pt x="202366" y="268262"/>
                  </a:cubicBezTo>
                  <a:cubicBezTo>
                    <a:pt x="202366" y="268262"/>
                    <a:pt x="202366" y="268262"/>
                    <a:pt x="202366" y="202307"/>
                  </a:cubicBezTo>
                  <a:cubicBezTo>
                    <a:pt x="202366" y="202307"/>
                    <a:pt x="202366" y="201014"/>
                    <a:pt x="203663" y="201014"/>
                  </a:cubicBezTo>
                  <a:cubicBezTo>
                    <a:pt x="203663" y="199720"/>
                    <a:pt x="204960" y="199720"/>
                    <a:pt x="206258" y="198427"/>
                  </a:cubicBezTo>
                  <a:cubicBezTo>
                    <a:pt x="206258" y="198427"/>
                    <a:pt x="206258" y="198427"/>
                    <a:pt x="227013" y="175149"/>
                  </a:cubicBezTo>
                  <a:cubicBezTo>
                    <a:pt x="227013" y="175149"/>
                    <a:pt x="227013" y="175149"/>
                    <a:pt x="227013" y="287660"/>
                  </a:cubicBezTo>
                  <a:cubicBezTo>
                    <a:pt x="227013" y="301886"/>
                    <a:pt x="215338" y="313525"/>
                    <a:pt x="201069" y="313525"/>
                  </a:cubicBezTo>
                  <a:cubicBezTo>
                    <a:pt x="201069" y="313525"/>
                    <a:pt x="201069" y="313525"/>
                    <a:pt x="25944" y="313525"/>
                  </a:cubicBezTo>
                  <a:cubicBezTo>
                    <a:pt x="11675" y="313525"/>
                    <a:pt x="0" y="301886"/>
                    <a:pt x="0" y="287660"/>
                  </a:cubicBezTo>
                  <a:cubicBezTo>
                    <a:pt x="0" y="287660"/>
                    <a:pt x="0" y="287660"/>
                    <a:pt x="0" y="72983"/>
                  </a:cubicBezTo>
                  <a:cubicBezTo>
                    <a:pt x="0" y="60051"/>
                    <a:pt x="10378" y="48412"/>
                    <a:pt x="24647" y="48412"/>
                  </a:cubicBezTo>
                  <a:close/>
                  <a:moveTo>
                    <a:pt x="242888" y="42062"/>
                  </a:moveTo>
                  <a:lnTo>
                    <a:pt x="285751" y="81750"/>
                  </a:lnTo>
                  <a:lnTo>
                    <a:pt x="279401" y="89687"/>
                  </a:lnTo>
                  <a:lnTo>
                    <a:pt x="200026" y="178587"/>
                  </a:lnTo>
                  <a:lnTo>
                    <a:pt x="193676" y="184937"/>
                  </a:lnTo>
                  <a:lnTo>
                    <a:pt x="150813" y="146837"/>
                  </a:lnTo>
                  <a:lnTo>
                    <a:pt x="155576" y="138899"/>
                  </a:lnTo>
                  <a:lnTo>
                    <a:pt x="236538" y="48412"/>
                  </a:lnTo>
                  <a:close/>
                  <a:moveTo>
                    <a:pt x="257175" y="26187"/>
                  </a:moveTo>
                  <a:lnTo>
                    <a:pt x="301625" y="64287"/>
                  </a:lnTo>
                  <a:lnTo>
                    <a:pt x="295275" y="72225"/>
                  </a:lnTo>
                  <a:lnTo>
                    <a:pt x="290513" y="75400"/>
                  </a:lnTo>
                  <a:lnTo>
                    <a:pt x="247650" y="37300"/>
                  </a:lnTo>
                  <a:lnTo>
                    <a:pt x="250825" y="34125"/>
                  </a:lnTo>
                  <a:close/>
                  <a:moveTo>
                    <a:pt x="285750" y="11899"/>
                  </a:moveTo>
                  <a:lnTo>
                    <a:pt x="279400" y="19837"/>
                  </a:lnTo>
                  <a:lnTo>
                    <a:pt x="304800" y="43649"/>
                  </a:lnTo>
                  <a:lnTo>
                    <a:pt x="312738" y="35712"/>
                  </a:lnTo>
                  <a:close/>
                  <a:moveTo>
                    <a:pt x="285265" y="516"/>
                  </a:moveTo>
                  <a:cubicBezTo>
                    <a:pt x="289152" y="-801"/>
                    <a:pt x="291744" y="516"/>
                    <a:pt x="294336" y="3151"/>
                  </a:cubicBezTo>
                  <a:cubicBezTo>
                    <a:pt x="294336" y="3151"/>
                    <a:pt x="294336" y="3151"/>
                    <a:pt x="318958" y="25545"/>
                  </a:cubicBezTo>
                  <a:cubicBezTo>
                    <a:pt x="324142" y="30814"/>
                    <a:pt x="325438" y="38718"/>
                    <a:pt x="320254" y="43987"/>
                  </a:cubicBezTo>
                  <a:cubicBezTo>
                    <a:pt x="320254" y="43987"/>
                    <a:pt x="320254" y="43987"/>
                    <a:pt x="305999" y="61112"/>
                  </a:cubicBezTo>
                  <a:cubicBezTo>
                    <a:pt x="305999" y="61112"/>
                    <a:pt x="305999" y="61112"/>
                    <a:pt x="261938" y="20276"/>
                  </a:cubicBezTo>
                  <a:cubicBezTo>
                    <a:pt x="261938" y="20276"/>
                    <a:pt x="261938" y="20276"/>
                    <a:pt x="276193" y="4468"/>
                  </a:cubicBezTo>
                  <a:cubicBezTo>
                    <a:pt x="278785" y="1834"/>
                    <a:pt x="281377" y="516"/>
                    <a:pt x="285265" y="5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1BEA91D8-0BCE-CFA4-58BE-428ACA2823D8}"/>
              </a:ext>
            </a:extLst>
          </p:cNvPr>
          <p:cNvGrpSpPr/>
          <p:nvPr/>
        </p:nvGrpSpPr>
        <p:grpSpPr>
          <a:xfrm>
            <a:off x="526899" y="2968535"/>
            <a:ext cx="6022219" cy="985518"/>
            <a:chOff x="5295069" y="2717516"/>
            <a:chExt cx="6022219" cy="985518"/>
          </a:xfrm>
        </p:grpSpPr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8CF5DCFA-40A9-B735-EF03-F5B98B2A8769}"/>
                </a:ext>
              </a:extLst>
            </p:cNvPr>
            <p:cNvGrpSpPr/>
            <p:nvPr/>
          </p:nvGrpSpPr>
          <p:grpSpPr>
            <a:xfrm>
              <a:off x="6317132" y="2717516"/>
              <a:ext cx="5000156" cy="985518"/>
              <a:chOff x="6723970" y="2930779"/>
              <a:chExt cx="5000156" cy="985518"/>
            </a:xfrm>
          </p:grpSpPr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1168F0A2-C9A0-D59F-12AC-0552D052061F}"/>
                  </a:ext>
                </a:extLst>
              </p:cNvPr>
              <p:cNvSpPr/>
              <p:nvPr/>
            </p:nvSpPr>
            <p:spPr>
              <a:xfrm>
                <a:off x="6723970" y="3380766"/>
                <a:ext cx="5000156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真：</a:t>
                </a: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1</a:t>
                </a: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；假：</a:t>
                </a: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0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D72C0FA4-F0D7-AF83-E7A5-839585F64C9A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3245968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关系表达式的值</a:t>
                </a:r>
              </a:p>
            </p:txBody>
          </p:sp>
        </p:grp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0B2E7EC8-61AA-39DA-5ECC-0B6CDC3AC3E2}"/>
                </a:ext>
              </a:extLst>
            </p:cNvPr>
            <p:cNvSpPr/>
            <p:nvPr/>
          </p:nvSpPr>
          <p:spPr>
            <a:xfrm>
              <a:off x="5295069" y="2837236"/>
              <a:ext cx="770775" cy="770775"/>
            </a:xfrm>
            <a:prstGeom prst="ellipse">
              <a:avLst/>
            </a:prstGeom>
            <a:solidFill>
              <a:srgbClr val="BFC3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91" name="椭圆 30">
              <a:extLst>
                <a:ext uri="{FF2B5EF4-FFF2-40B4-BE49-F238E27FC236}">
                  <a16:creationId xmlns:a16="http://schemas.microsoft.com/office/drawing/2014/main" id="{73443A90-59FE-8DB4-B889-0D78CDD9B3E5}"/>
                </a:ext>
              </a:extLst>
            </p:cNvPr>
            <p:cNvSpPr/>
            <p:nvPr/>
          </p:nvSpPr>
          <p:spPr>
            <a:xfrm>
              <a:off x="5494989" y="2992465"/>
              <a:ext cx="370936" cy="460318"/>
            </a:xfrm>
            <a:custGeom>
              <a:avLst/>
              <a:gdLst>
                <a:gd name="connsiteX0" fmla="*/ 132984 w 263525"/>
                <a:gd name="connsiteY0" fmla="*/ 325821 h 327025"/>
                <a:gd name="connsiteX1" fmla="*/ 131763 w 263525"/>
                <a:gd name="connsiteY1" fmla="*/ 327025 h 327025"/>
                <a:gd name="connsiteX2" fmla="*/ 130542 w 263525"/>
                <a:gd name="connsiteY2" fmla="*/ 325821 h 327025"/>
                <a:gd name="connsiteX3" fmla="*/ 131763 w 263525"/>
                <a:gd name="connsiteY3" fmla="*/ 325871 h 327025"/>
                <a:gd name="connsiteX4" fmla="*/ 27895 w 263525"/>
                <a:gd name="connsiteY4" fmla="*/ 58738 h 327025"/>
                <a:gd name="connsiteX5" fmla="*/ 37420 w 263525"/>
                <a:gd name="connsiteY5" fmla="*/ 61336 h 327025"/>
                <a:gd name="connsiteX6" fmla="*/ 37420 w 263525"/>
                <a:gd name="connsiteY6" fmla="*/ 141866 h 327025"/>
                <a:gd name="connsiteX7" fmla="*/ 42863 w 263525"/>
                <a:gd name="connsiteY7" fmla="*/ 149659 h 327025"/>
                <a:gd name="connsiteX8" fmla="*/ 33338 w 263525"/>
                <a:gd name="connsiteY8" fmla="*/ 158751 h 327025"/>
                <a:gd name="connsiteX9" fmla="*/ 23813 w 263525"/>
                <a:gd name="connsiteY9" fmla="*/ 149659 h 327025"/>
                <a:gd name="connsiteX10" fmla="*/ 27895 w 263525"/>
                <a:gd name="connsiteY10" fmla="*/ 141866 h 327025"/>
                <a:gd name="connsiteX11" fmla="*/ 27895 w 263525"/>
                <a:gd name="connsiteY11" fmla="*/ 58738 h 327025"/>
                <a:gd name="connsiteX12" fmla="*/ 131763 w 263525"/>
                <a:gd name="connsiteY12" fmla="*/ 0 h 327025"/>
                <a:gd name="connsiteX13" fmla="*/ 258358 w 263525"/>
                <a:gd name="connsiteY13" fmla="*/ 45305 h 327025"/>
                <a:gd name="connsiteX14" fmla="*/ 209270 w 263525"/>
                <a:gd name="connsiteY14" fmla="*/ 62133 h 327025"/>
                <a:gd name="connsiteX15" fmla="*/ 209270 w 263525"/>
                <a:gd name="connsiteY15" fmla="*/ 113909 h 327025"/>
                <a:gd name="connsiteX16" fmla="*/ 204103 w 263525"/>
                <a:gd name="connsiteY16" fmla="*/ 121676 h 327025"/>
                <a:gd name="connsiteX17" fmla="*/ 164057 w 263525"/>
                <a:gd name="connsiteY17" fmla="*/ 192869 h 327025"/>
                <a:gd name="connsiteX18" fmla="*/ 263525 w 263525"/>
                <a:gd name="connsiteY18" fmla="*/ 293834 h 327025"/>
                <a:gd name="connsiteX19" fmla="*/ 180144 w 263525"/>
                <a:gd name="connsiteY19" fmla="*/ 323869 h 327025"/>
                <a:gd name="connsiteX20" fmla="*/ 132984 w 263525"/>
                <a:gd name="connsiteY20" fmla="*/ 325821 h 327025"/>
                <a:gd name="connsiteX21" fmla="*/ 169863 w 263525"/>
                <a:gd name="connsiteY21" fmla="*/ 289444 h 327025"/>
                <a:gd name="connsiteX22" fmla="*/ 138332 w 263525"/>
                <a:gd name="connsiteY22" fmla="*/ 214280 h 327025"/>
                <a:gd name="connsiteX23" fmla="*/ 150156 w 263525"/>
                <a:gd name="connsiteY23" fmla="*/ 200025 h 327025"/>
                <a:gd name="connsiteX24" fmla="*/ 131763 w 263525"/>
                <a:gd name="connsiteY24" fmla="*/ 203913 h 327025"/>
                <a:gd name="connsiteX25" fmla="*/ 113370 w 263525"/>
                <a:gd name="connsiteY25" fmla="*/ 200025 h 327025"/>
                <a:gd name="connsiteX26" fmla="*/ 125194 w 263525"/>
                <a:gd name="connsiteY26" fmla="*/ 214280 h 327025"/>
                <a:gd name="connsiteX27" fmla="*/ 126508 w 263525"/>
                <a:gd name="connsiteY27" fmla="*/ 214280 h 327025"/>
                <a:gd name="connsiteX28" fmla="*/ 93663 w 263525"/>
                <a:gd name="connsiteY28" fmla="*/ 289444 h 327025"/>
                <a:gd name="connsiteX29" fmla="*/ 109737 w 263525"/>
                <a:gd name="connsiteY29" fmla="*/ 305298 h 327025"/>
                <a:gd name="connsiteX30" fmla="*/ 130542 w 263525"/>
                <a:gd name="connsiteY30" fmla="*/ 325821 h 327025"/>
                <a:gd name="connsiteX31" fmla="*/ 83381 w 263525"/>
                <a:gd name="connsiteY31" fmla="*/ 323869 h 327025"/>
                <a:gd name="connsiteX32" fmla="*/ 0 w 263525"/>
                <a:gd name="connsiteY32" fmla="*/ 293834 h 327025"/>
                <a:gd name="connsiteX33" fmla="*/ 99468 w 263525"/>
                <a:gd name="connsiteY33" fmla="*/ 192869 h 327025"/>
                <a:gd name="connsiteX34" fmla="*/ 59423 w 263525"/>
                <a:gd name="connsiteY34" fmla="*/ 121676 h 327025"/>
                <a:gd name="connsiteX35" fmla="*/ 54255 w 263525"/>
                <a:gd name="connsiteY35" fmla="*/ 113909 h 327025"/>
                <a:gd name="connsiteX36" fmla="*/ 54255 w 263525"/>
                <a:gd name="connsiteY36" fmla="*/ 62133 h 327025"/>
                <a:gd name="connsiteX37" fmla="*/ 5167 w 263525"/>
                <a:gd name="connsiteY37" fmla="*/ 45305 h 327025"/>
                <a:gd name="connsiteX38" fmla="*/ 131763 w 263525"/>
                <a:gd name="connsiteY38" fmla="*/ 0 h 32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3525" h="327025">
                  <a:moveTo>
                    <a:pt x="132984" y="325821"/>
                  </a:moveTo>
                  <a:lnTo>
                    <a:pt x="131763" y="327025"/>
                  </a:lnTo>
                  <a:lnTo>
                    <a:pt x="130542" y="325821"/>
                  </a:lnTo>
                  <a:lnTo>
                    <a:pt x="131763" y="325871"/>
                  </a:lnTo>
                  <a:close/>
                  <a:moveTo>
                    <a:pt x="27895" y="58738"/>
                  </a:moveTo>
                  <a:lnTo>
                    <a:pt x="37420" y="61336"/>
                  </a:lnTo>
                  <a:cubicBezTo>
                    <a:pt x="37420" y="61336"/>
                    <a:pt x="37420" y="61336"/>
                    <a:pt x="37420" y="141866"/>
                  </a:cubicBezTo>
                  <a:cubicBezTo>
                    <a:pt x="40142" y="144464"/>
                    <a:pt x="42863" y="147061"/>
                    <a:pt x="42863" y="149659"/>
                  </a:cubicBezTo>
                  <a:cubicBezTo>
                    <a:pt x="42863" y="154855"/>
                    <a:pt x="38781" y="158751"/>
                    <a:pt x="33338" y="158751"/>
                  </a:cubicBezTo>
                  <a:cubicBezTo>
                    <a:pt x="27895" y="158751"/>
                    <a:pt x="23813" y="154855"/>
                    <a:pt x="23813" y="149659"/>
                  </a:cubicBezTo>
                  <a:cubicBezTo>
                    <a:pt x="23813" y="147061"/>
                    <a:pt x="25174" y="144464"/>
                    <a:pt x="27895" y="141866"/>
                  </a:cubicBezTo>
                  <a:cubicBezTo>
                    <a:pt x="27895" y="141866"/>
                    <a:pt x="27895" y="141866"/>
                    <a:pt x="27895" y="58738"/>
                  </a:cubicBezTo>
                  <a:close/>
                  <a:moveTo>
                    <a:pt x="131763" y="0"/>
                  </a:moveTo>
                  <a:cubicBezTo>
                    <a:pt x="131763" y="0"/>
                    <a:pt x="131763" y="0"/>
                    <a:pt x="258358" y="45305"/>
                  </a:cubicBezTo>
                  <a:cubicBezTo>
                    <a:pt x="258358" y="45305"/>
                    <a:pt x="258358" y="45305"/>
                    <a:pt x="209270" y="62133"/>
                  </a:cubicBezTo>
                  <a:cubicBezTo>
                    <a:pt x="209270" y="62133"/>
                    <a:pt x="209270" y="62133"/>
                    <a:pt x="209270" y="113909"/>
                  </a:cubicBezTo>
                  <a:cubicBezTo>
                    <a:pt x="209270" y="116498"/>
                    <a:pt x="207978" y="119087"/>
                    <a:pt x="204103" y="121676"/>
                  </a:cubicBezTo>
                  <a:cubicBezTo>
                    <a:pt x="202811" y="148859"/>
                    <a:pt x="187310" y="177336"/>
                    <a:pt x="164057" y="192869"/>
                  </a:cubicBezTo>
                  <a:cubicBezTo>
                    <a:pt x="222188" y="207108"/>
                    <a:pt x="263525" y="256296"/>
                    <a:pt x="263525" y="293834"/>
                  </a:cubicBezTo>
                  <a:cubicBezTo>
                    <a:pt x="263525" y="309853"/>
                    <a:pt x="226467" y="319864"/>
                    <a:pt x="180144" y="323869"/>
                  </a:cubicBezTo>
                  <a:lnTo>
                    <a:pt x="132984" y="325821"/>
                  </a:lnTo>
                  <a:lnTo>
                    <a:pt x="169863" y="289444"/>
                  </a:lnTo>
                  <a:cubicBezTo>
                    <a:pt x="169863" y="289444"/>
                    <a:pt x="169863" y="289444"/>
                    <a:pt x="138332" y="214280"/>
                  </a:cubicBezTo>
                  <a:cubicBezTo>
                    <a:pt x="138332" y="214280"/>
                    <a:pt x="138332" y="214280"/>
                    <a:pt x="150156" y="200025"/>
                  </a:cubicBezTo>
                  <a:cubicBezTo>
                    <a:pt x="144901" y="202617"/>
                    <a:pt x="138332" y="203913"/>
                    <a:pt x="131763" y="203913"/>
                  </a:cubicBezTo>
                  <a:cubicBezTo>
                    <a:pt x="125194" y="203913"/>
                    <a:pt x="118625" y="202617"/>
                    <a:pt x="113370" y="200025"/>
                  </a:cubicBezTo>
                  <a:cubicBezTo>
                    <a:pt x="113370" y="200025"/>
                    <a:pt x="113370" y="200025"/>
                    <a:pt x="125194" y="214280"/>
                  </a:cubicBezTo>
                  <a:cubicBezTo>
                    <a:pt x="125194" y="214280"/>
                    <a:pt x="125194" y="214280"/>
                    <a:pt x="126508" y="214280"/>
                  </a:cubicBezTo>
                  <a:cubicBezTo>
                    <a:pt x="126508" y="214280"/>
                    <a:pt x="126508" y="214280"/>
                    <a:pt x="93663" y="289444"/>
                  </a:cubicBezTo>
                  <a:cubicBezTo>
                    <a:pt x="93663" y="289444"/>
                    <a:pt x="93663" y="289444"/>
                    <a:pt x="109737" y="305298"/>
                  </a:cubicBezTo>
                  <a:lnTo>
                    <a:pt x="130542" y="325821"/>
                  </a:lnTo>
                  <a:lnTo>
                    <a:pt x="83381" y="323869"/>
                  </a:lnTo>
                  <a:cubicBezTo>
                    <a:pt x="37058" y="319864"/>
                    <a:pt x="0" y="309853"/>
                    <a:pt x="0" y="293834"/>
                  </a:cubicBezTo>
                  <a:cubicBezTo>
                    <a:pt x="0" y="256296"/>
                    <a:pt x="42629" y="207108"/>
                    <a:pt x="99468" y="192869"/>
                  </a:cubicBezTo>
                  <a:cubicBezTo>
                    <a:pt x="77508" y="177336"/>
                    <a:pt x="60714" y="148859"/>
                    <a:pt x="59423" y="121676"/>
                  </a:cubicBezTo>
                  <a:cubicBezTo>
                    <a:pt x="55547" y="119087"/>
                    <a:pt x="54255" y="116498"/>
                    <a:pt x="54255" y="113909"/>
                  </a:cubicBezTo>
                  <a:cubicBezTo>
                    <a:pt x="54255" y="113909"/>
                    <a:pt x="54255" y="113909"/>
                    <a:pt x="54255" y="62133"/>
                  </a:cubicBezTo>
                  <a:cubicBezTo>
                    <a:pt x="54255" y="62133"/>
                    <a:pt x="54255" y="62133"/>
                    <a:pt x="5167" y="45305"/>
                  </a:cubicBezTo>
                  <a:cubicBezTo>
                    <a:pt x="5167" y="45305"/>
                    <a:pt x="5167" y="45305"/>
                    <a:pt x="1317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sp>
        <p:nvSpPr>
          <p:cNvPr id="94" name="矩形 93">
            <a:extLst>
              <a:ext uri="{FF2B5EF4-FFF2-40B4-BE49-F238E27FC236}">
                <a16:creationId xmlns:a16="http://schemas.microsoft.com/office/drawing/2014/main" id="{954E3626-BD81-849B-D062-891B415C1C54}"/>
              </a:ext>
            </a:extLst>
          </p:cNvPr>
          <p:cNvSpPr/>
          <p:nvPr/>
        </p:nvSpPr>
        <p:spPr>
          <a:xfrm>
            <a:off x="6317132" y="1788679"/>
            <a:ext cx="5000156" cy="22707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if(x==5) :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判断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是否和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相等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If(x=5):x=5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赋值表达式的值为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5,</a:t>
            </a: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非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为真，因此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if(x=5)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恒为真，同时将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的值改为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</a:t>
            </a:r>
          </a:p>
          <a:p>
            <a:pPr algn="just">
              <a:lnSpc>
                <a:spcPct val="120000"/>
              </a:lnSpc>
            </a:pP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B6A44F55-1ACD-8F2E-226E-C702D7563595}"/>
              </a:ext>
            </a:extLst>
          </p:cNvPr>
          <p:cNvGrpSpPr/>
          <p:nvPr/>
        </p:nvGrpSpPr>
        <p:grpSpPr>
          <a:xfrm>
            <a:off x="5295069" y="1203218"/>
            <a:ext cx="3264037" cy="890496"/>
            <a:chOff x="5295069" y="1203218"/>
            <a:chExt cx="3264037" cy="890496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0B86CF43-5BA3-2227-AA93-1FF31C6E7F6C}"/>
                </a:ext>
              </a:extLst>
            </p:cNvPr>
            <p:cNvSpPr/>
            <p:nvPr/>
          </p:nvSpPr>
          <p:spPr>
            <a:xfrm>
              <a:off x="6317132" y="1203218"/>
              <a:ext cx="2241974" cy="5355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9D6BAB"/>
                  </a:solidFill>
                  <a:latin typeface="+mn-ea"/>
                </a:rPr>
                <a:t>==</a:t>
              </a:r>
              <a:r>
                <a:rPr lang="zh-CN" altLang="en-US" sz="2400" b="1" dirty="0">
                  <a:solidFill>
                    <a:srgbClr val="9D6BAB"/>
                  </a:solidFill>
                  <a:latin typeface="+mn-ea"/>
                </a:rPr>
                <a:t>与</a:t>
              </a:r>
              <a:r>
                <a:rPr lang="en-US" altLang="zh-CN" sz="2400" b="1" dirty="0">
                  <a:solidFill>
                    <a:srgbClr val="9D6BAB"/>
                  </a:solidFill>
                  <a:latin typeface="+mn-ea"/>
                </a:rPr>
                <a:t>=</a:t>
              </a:r>
              <a:endParaRPr lang="zh-CN" altLang="en-US" sz="2400" b="1" dirty="0">
                <a:solidFill>
                  <a:srgbClr val="9D6BAB"/>
                </a:solidFill>
                <a:latin typeface="+mn-ea"/>
              </a:endParaRPr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221964E3-3304-4C7A-5163-285B926AEE2F}"/>
                </a:ext>
              </a:extLst>
            </p:cNvPr>
            <p:cNvSpPr/>
            <p:nvPr/>
          </p:nvSpPr>
          <p:spPr>
            <a:xfrm>
              <a:off x="5295069" y="1322939"/>
              <a:ext cx="770775" cy="770775"/>
            </a:xfrm>
            <a:prstGeom prst="ellipse">
              <a:avLst/>
            </a:prstGeom>
            <a:solidFill>
              <a:srgbClr val="ACC0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sp>
        <p:nvSpPr>
          <p:cNvPr id="98" name="椭圆 36">
            <a:extLst>
              <a:ext uri="{FF2B5EF4-FFF2-40B4-BE49-F238E27FC236}">
                <a16:creationId xmlns:a16="http://schemas.microsoft.com/office/drawing/2014/main" id="{1D4C3523-003A-28CF-C4C7-ABF807901491}"/>
              </a:ext>
            </a:extLst>
          </p:cNvPr>
          <p:cNvSpPr/>
          <p:nvPr/>
        </p:nvSpPr>
        <p:spPr>
          <a:xfrm>
            <a:off x="5530689" y="1478168"/>
            <a:ext cx="299536" cy="460318"/>
          </a:xfrm>
          <a:custGeom>
            <a:avLst/>
            <a:gdLst>
              <a:gd name="connsiteX0" fmla="*/ 66675 w 215900"/>
              <a:gd name="connsiteY0" fmla="*/ 115887 h 331788"/>
              <a:gd name="connsiteX1" fmla="*/ 149225 w 215900"/>
              <a:gd name="connsiteY1" fmla="*/ 115887 h 331788"/>
              <a:gd name="connsiteX2" fmla="*/ 149225 w 215900"/>
              <a:gd name="connsiteY2" fmla="*/ 250859 h 331788"/>
              <a:gd name="connsiteX3" fmla="*/ 107950 w 215900"/>
              <a:gd name="connsiteY3" fmla="*/ 293687 h 331788"/>
              <a:gd name="connsiteX4" fmla="*/ 66675 w 215900"/>
              <a:gd name="connsiteY4" fmla="*/ 250859 h 331788"/>
              <a:gd name="connsiteX5" fmla="*/ 66675 w 215900"/>
              <a:gd name="connsiteY5" fmla="*/ 115887 h 331788"/>
              <a:gd name="connsiteX6" fmla="*/ 20637 w 215900"/>
              <a:gd name="connsiteY6" fmla="*/ 20637 h 331788"/>
              <a:gd name="connsiteX7" fmla="*/ 20637 w 215900"/>
              <a:gd name="connsiteY7" fmla="*/ 33606 h 331788"/>
              <a:gd name="connsiteX8" fmla="*/ 48003 w 215900"/>
              <a:gd name="connsiteY8" fmla="*/ 33606 h 331788"/>
              <a:gd name="connsiteX9" fmla="*/ 48003 w 215900"/>
              <a:gd name="connsiteY9" fmla="*/ 251491 h 331788"/>
              <a:gd name="connsiteX10" fmla="*/ 107950 w 215900"/>
              <a:gd name="connsiteY10" fmla="*/ 311150 h 331788"/>
              <a:gd name="connsiteX11" fmla="*/ 167896 w 215900"/>
              <a:gd name="connsiteY11" fmla="*/ 251491 h 331788"/>
              <a:gd name="connsiteX12" fmla="*/ 167896 w 215900"/>
              <a:gd name="connsiteY12" fmla="*/ 33606 h 331788"/>
              <a:gd name="connsiteX13" fmla="*/ 195262 w 215900"/>
              <a:gd name="connsiteY13" fmla="*/ 33606 h 331788"/>
              <a:gd name="connsiteX14" fmla="*/ 195262 w 215900"/>
              <a:gd name="connsiteY14" fmla="*/ 20637 h 331788"/>
              <a:gd name="connsiteX15" fmla="*/ 20637 w 215900"/>
              <a:gd name="connsiteY15" fmla="*/ 20637 h 331788"/>
              <a:gd name="connsiteX16" fmla="*/ 0 w 215900"/>
              <a:gd name="connsiteY16" fmla="*/ 0 h 331788"/>
              <a:gd name="connsiteX17" fmla="*/ 215900 w 215900"/>
              <a:gd name="connsiteY17" fmla="*/ 0 h 331788"/>
              <a:gd name="connsiteX18" fmla="*/ 215900 w 215900"/>
              <a:gd name="connsiteY18" fmla="*/ 54434 h 331788"/>
              <a:gd name="connsiteX19" fmla="*/ 188588 w 215900"/>
              <a:gd name="connsiteY19" fmla="*/ 54434 h 331788"/>
              <a:gd name="connsiteX20" fmla="*/ 188588 w 215900"/>
              <a:gd name="connsiteY20" fmla="*/ 251433 h 331788"/>
              <a:gd name="connsiteX21" fmla="*/ 107950 w 215900"/>
              <a:gd name="connsiteY21" fmla="*/ 331788 h 331788"/>
              <a:gd name="connsiteX22" fmla="*/ 27312 w 215900"/>
              <a:gd name="connsiteY22" fmla="*/ 251433 h 331788"/>
              <a:gd name="connsiteX23" fmla="*/ 27312 w 215900"/>
              <a:gd name="connsiteY23" fmla="*/ 54434 h 331788"/>
              <a:gd name="connsiteX24" fmla="*/ 0 w 215900"/>
              <a:gd name="connsiteY24" fmla="*/ 54434 h 331788"/>
              <a:gd name="connsiteX25" fmla="*/ 0 w 215900"/>
              <a:gd name="connsiteY25" fmla="*/ 0 h 33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15900" h="331788">
                <a:moveTo>
                  <a:pt x="66675" y="115887"/>
                </a:moveTo>
                <a:cubicBezTo>
                  <a:pt x="66675" y="115887"/>
                  <a:pt x="66675" y="115887"/>
                  <a:pt x="149225" y="115887"/>
                </a:cubicBezTo>
                <a:cubicBezTo>
                  <a:pt x="149225" y="115887"/>
                  <a:pt x="149225" y="115887"/>
                  <a:pt x="149225" y="250859"/>
                </a:cubicBezTo>
                <a:cubicBezTo>
                  <a:pt x="149225" y="274220"/>
                  <a:pt x="131167" y="293687"/>
                  <a:pt x="107950" y="293687"/>
                </a:cubicBezTo>
                <a:cubicBezTo>
                  <a:pt x="84733" y="293687"/>
                  <a:pt x="66675" y="274220"/>
                  <a:pt x="66675" y="250859"/>
                </a:cubicBezTo>
                <a:cubicBezTo>
                  <a:pt x="66675" y="250859"/>
                  <a:pt x="66675" y="250859"/>
                  <a:pt x="66675" y="115887"/>
                </a:cubicBezTo>
                <a:close/>
                <a:moveTo>
                  <a:pt x="20637" y="20637"/>
                </a:moveTo>
                <a:cubicBezTo>
                  <a:pt x="20637" y="20637"/>
                  <a:pt x="20637" y="20637"/>
                  <a:pt x="20637" y="33606"/>
                </a:cubicBezTo>
                <a:cubicBezTo>
                  <a:pt x="20637" y="33606"/>
                  <a:pt x="20637" y="33606"/>
                  <a:pt x="48003" y="33606"/>
                </a:cubicBezTo>
                <a:cubicBezTo>
                  <a:pt x="48003" y="33606"/>
                  <a:pt x="48003" y="33606"/>
                  <a:pt x="48003" y="251491"/>
                </a:cubicBezTo>
                <a:cubicBezTo>
                  <a:pt x="48003" y="283914"/>
                  <a:pt x="75370" y="311150"/>
                  <a:pt x="107950" y="311150"/>
                </a:cubicBezTo>
                <a:cubicBezTo>
                  <a:pt x="140529" y="311150"/>
                  <a:pt x="167896" y="283914"/>
                  <a:pt x="167896" y="251491"/>
                </a:cubicBezTo>
                <a:cubicBezTo>
                  <a:pt x="167896" y="251491"/>
                  <a:pt x="167896" y="251491"/>
                  <a:pt x="167896" y="33606"/>
                </a:cubicBezTo>
                <a:cubicBezTo>
                  <a:pt x="167896" y="33606"/>
                  <a:pt x="167896" y="33606"/>
                  <a:pt x="195262" y="33606"/>
                </a:cubicBezTo>
                <a:cubicBezTo>
                  <a:pt x="195262" y="33606"/>
                  <a:pt x="195262" y="33606"/>
                  <a:pt x="195262" y="20637"/>
                </a:cubicBezTo>
                <a:cubicBezTo>
                  <a:pt x="195262" y="20637"/>
                  <a:pt x="195262" y="20637"/>
                  <a:pt x="20637" y="20637"/>
                </a:cubicBezTo>
                <a:close/>
                <a:moveTo>
                  <a:pt x="0" y="0"/>
                </a:moveTo>
                <a:lnTo>
                  <a:pt x="215900" y="0"/>
                </a:lnTo>
                <a:cubicBezTo>
                  <a:pt x="215900" y="0"/>
                  <a:pt x="215900" y="0"/>
                  <a:pt x="215900" y="54434"/>
                </a:cubicBezTo>
                <a:cubicBezTo>
                  <a:pt x="215900" y="54434"/>
                  <a:pt x="215900" y="54434"/>
                  <a:pt x="188588" y="54434"/>
                </a:cubicBezTo>
                <a:cubicBezTo>
                  <a:pt x="188588" y="54434"/>
                  <a:pt x="188588" y="54434"/>
                  <a:pt x="188588" y="251433"/>
                </a:cubicBezTo>
                <a:cubicBezTo>
                  <a:pt x="188588" y="295499"/>
                  <a:pt x="152171" y="331788"/>
                  <a:pt x="107950" y="331788"/>
                </a:cubicBezTo>
                <a:cubicBezTo>
                  <a:pt x="63729" y="331788"/>
                  <a:pt x="27312" y="295499"/>
                  <a:pt x="27312" y="251433"/>
                </a:cubicBezTo>
                <a:cubicBezTo>
                  <a:pt x="27312" y="251433"/>
                  <a:pt x="27312" y="251433"/>
                  <a:pt x="27312" y="54434"/>
                </a:cubicBezTo>
                <a:cubicBezTo>
                  <a:pt x="27312" y="54434"/>
                  <a:pt x="27312" y="54434"/>
                  <a:pt x="0" y="54434"/>
                </a:cubicBezTo>
                <a:cubicBezTo>
                  <a:pt x="0" y="54434"/>
                  <a:pt x="0" y="5443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latin typeface="+mn-ea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7BA496C-8840-5299-7587-7FAF12FCB86C}"/>
              </a:ext>
            </a:extLst>
          </p:cNvPr>
          <p:cNvSpPr/>
          <p:nvPr/>
        </p:nvSpPr>
        <p:spPr>
          <a:xfrm>
            <a:off x="6317132" y="4662284"/>
            <a:ext cx="5000156" cy="182755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if(3&lt;x&lt;4)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分解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3&lt;x:(1,0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都小于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3&lt;x&lt;4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无论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的值为多少，恒为真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正确的写法：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if(x&gt;3&amp;&amp;x&lt;4)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F0B8B252-2342-DB1C-56DE-C3EDB12ACDFA}"/>
              </a:ext>
            </a:extLst>
          </p:cNvPr>
          <p:cNvGrpSpPr/>
          <p:nvPr/>
        </p:nvGrpSpPr>
        <p:grpSpPr>
          <a:xfrm>
            <a:off x="5544641" y="3882892"/>
            <a:ext cx="5347969" cy="1384353"/>
            <a:chOff x="5295069" y="3666160"/>
            <a:chExt cx="5347969" cy="1384353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4028716C-013A-AC4E-ED79-0DC78304FB65}"/>
                </a:ext>
              </a:extLst>
            </p:cNvPr>
            <p:cNvSpPr/>
            <p:nvPr/>
          </p:nvSpPr>
          <p:spPr>
            <a:xfrm>
              <a:off x="6317132" y="3666160"/>
              <a:ext cx="4325906" cy="138435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+mn-ea"/>
                </a:rPr>
                <a:t>数学式：</a:t>
              </a:r>
              <a:r>
                <a:rPr lang="en-US" altLang="zh-CN" sz="2400" b="1" dirty="0">
                  <a:solidFill>
                    <a:srgbClr val="9D6BAB"/>
                  </a:solidFill>
                  <a:latin typeface="+mn-ea"/>
                </a:rPr>
                <a:t>3&lt;x&lt;4</a:t>
              </a:r>
            </a:p>
            <a:p>
              <a:pPr algn="just">
                <a:lnSpc>
                  <a:spcPct val="12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C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语言如何表达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x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在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3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和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4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之间</a:t>
              </a:r>
              <a:endPara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just">
                <a:lnSpc>
                  <a:spcPct val="120000"/>
                </a:lnSpc>
              </a:pPr>
              <a:endParaRPr lang="zh-CN" altLang="en-US" sz="2400" b="1" dirty="0">
                <a:solidFill>
                  <a:srgbClr val="9D6BAB"/>
                </a:solidFill>
                <a:latin typeface="+mn-ea"/>
              </a:endParaRPr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475CA5CB-B382-B3C5-9756-0AF72112CC4E}"/>
                </a:ext>
              </a:extLst>
            </p:cNvPr>
            <p:cNvSpPr/>
            <p:nvPr/>
          </p:nvSpPr>
          <p:spPr>
            <a:xfrm>
              <a:off x="5295069" y="3785880"/>
              <a:ext cx="770775" cy="770775"/>
            </a:xfrm>
            <a:prstGeom prst="ellipse">
              <a:avLst/>
            </a:prstGeom>
            <a:solidFill>
              <a:srgbClr val="B1B5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sp>
        <p:nvSpPr>
          <p:cNvPr id="103" name="椭圆 42">
            <a:extLst>
              <a:ext uri="{FF2B5EF4-FFF2-40B4-BE49-F238E27FC236}">
                <a16:creationId xmlns:a16="http://schemas.microsoft.com/office/drawing/2014/main" id="{9AC77949-F7AF-617D-8584-A2CE8FBB0AD8}"/>
              </a:ext>
            </a:extLst>
          </p:cNvPr>
          <p:cNvSpPr/>
          <p:nvPr/>
        </p:nvSpPr>
        <p:spPr>
          <a:xfrm>
            <a:off x="5450298" y="3997038"/>
            <a:ext cx="460318" cy="348460"/>
          </a:xfrm>
          <a:custGeom>
            <a:avLst/>
            <a:gdLst>
              <a:gd name="connsiteX0" fmla="*/ 73819 w 331341"/>
              <a:gd name="connsiteY0" fmla="*/ 138113 h 250825"/>
              <a:gd name="connsiteX1" fmla="*/ 58737 w 331341"/>
              <a:gd name="connsiteY1" fmla="*/ 152401 h 250825"/>
              <a:gd name="connsiteX2" fmla="*/ 73819 w 331341"/>
              <a:gd name="connsiteY2" fmla="*/ 166689 h 250825"/>
              <a:gd name="connsiteX3" fmla="*/ 88901 w 331341"/>
              <a:gd name="connsiteY3" fmla="*/ 152401 h 250825"/>
              <a:gd name="connsiteX4" fmla="*/ 73819 w 331341"/>
              <a:gd name="connsiteY4" fmla="*/ 138113 h 250825"/>
              <a:gd name="connsiteX5" fmla="*/ 75406 w 331341"/>
              <a:gd name="connsiteY5" fmla="*/ 123825 h 250825"/>
              <a:gd name="connsiteX6" fmla="*/ 103928 w 331341"/>
              <a:gd name="connsiteY6" fmla="*/ 153238 h 250825"/>
              <a:gd name="connsiteX7" fmla="*/ 97446 w 331341"/>
              <a:gd name="connsiteY7" fmla="*/ 171141 h 250825"/>
              <a:gd name="connsiteX8" fmla="*/ 113003 w 331341"/>
              <a:gd name="connsiteY8" fmla="*/ 200554 h 250825"/>
              <a:gd name="connsiteX9" fmla="*/ 113003 w 331341"/>
              <a:gd name="connsiteY9" fmla="*/ 204391 h 250825"/>
              <a:gd name="connsiteX10" fmla="*/ 107818 w 331341"/>
              <a:gd name="connsiteY10" fmla="*/ 205670 h 250825"/>
              <a:gd name="connsiteX11" fmla="*/ 96149 w 331341"/>
              <a:gd name="connsiteY11" fmla="*/ 199275 h 250825"/>
              <a:gd name="connsiteX12" fmla="*/ 94853 w 331341"/>
              <a:gd name="connsiteY12" fmla="*/ 212064 h 250825"/>
              <a:gd name="connsiteX13" fmla="*/ 93557 w 331341"/>
              <a:gd name="connsiteY13" fmla="*/ 214621 h 250825"/>
              <a:gd name="connsiteX14" fmla="*/ 92260 w 331341"/>
              <a:gd name="connsiteY14" fmla="*/ 214621 h 250825"/>
              <a:gd name="connsiteX15" fmla="*/ 88371 w 331341"/>
              <a:gd name="connsiteY15" fmla="*/ 213342 h 250825"/>
              <a:gd name="connsiteX16" fmla="*/ 75406 w 331341"/>
              <a:gd name="connsiteY16" fmla="*/ 189045 h 250825"/>
              <a:gd name="connsiteX17" fmla="*/ 61145 w 331341"/>
              <a:gd name="connsiteY17" fmla="*/ 213342 h 250825"/>
              <a:gd name="connsiteX18" fmla="*/ 57255 w 331341"/>
              <a:gd name="connsiteY18" fmla="*/ 214621 h 250825"/>
              <a:gd name="connsiteX19" fmla="*/ 55959 w 331341"/>
              <a:gd name="connsiteY19" fmla="*/ 214621 h 250825"/>
              <a:gd name="connsiteX20" fmla="*/ 54663 w 331341"/>
              <a:gd name="connsiteY20" fmla="*/ 212064 h 250825"/>
              <a:gd name="connsiteX21" fmla="*/ 53366 w 331341"/>
              <a:gd name="connsiteY21" fmla="*/ 199275 h 250825"/>
              <a:gd name="connsiteX22" fmla="*/ 41698 w 331341"/>
              <a:gd name="connsiteY22" fmla="*/ 205670 h 250825"/>
              <a:gd name="connsiteX23" fmla="*/ 37808 w 331341"/>
              <a:gd name="connsiteY23" fmla="*/ 204391 h 250825"/>
              <a:gd name="connsiteX24" fmla="*/ 36512 w 331341"/>
              <a:gd name="connsiteY24" fmla="*/ 200554 h 250825"/>
              <a:gd name="connsiteX25" fmla="*/ 52070 w 331341"/>
              <a:gd name="connsiteY25" fmla="*/ 171141 h 250825"/>
              <a:gd name="connsiteX26" fmla="*/ 45587 w 331341"/>
              <a:gd name="connsiteY26" fmla="*/ 153238 h 250825"/>
              <a:gd name="connsiteX27" fmla="*/ 75406 w 331341"/>
              <a:gd name="connsiteY27" fmla="*/ 123825 h 250825"/>
              <a:gd name="connsiteX28" fmla="*/ 15512 w 331341"/>
              <a:gd name="connsiteY28" fmla="*/ 47625 h 250825"/>
              <a:gd name="connsiteX29" fmla="*/ 159000 w 331341"/>
              <a:gd name="connsiteY29" fmla="*/ 47625 h 250825"/>
              <a:gd name="connsiteX30" fmla="*/ 148658 w 331341"/>
              <a:gd name="connsiteY30" fmla="*/ 69628 h 250825"/>
              <a:gd name="connsiteX31" fmla="*/ 147366 w 331341"/>
              <a:gd name="connsiteY31" fmla="*/ 73510 h 250825"/>
              <a:gd name="connsiteX32" fmla="*/ 23268 w 331341"/>
              <a:gd name="connsiteY32" fmla="*/ 73510 h 250825"/>
              <a:gd name="connsiteX33" fmla="*/ 23268 w 331341"/>
              <a:gd name="connsiteY33" fmla="*/ 224940 h 250825"/>
              <a:gd name="connsiteX34" fmla="*/ 248195 w 331341"/>
              <a:gd name="connsiteY34" fmla="*/ 224940 h 250825"/>
              <a:gd name="connsiteX35" fmla="*/ 248195 w 331341"/>
              <a:gd name="connsiteY35" fmla="*/ 142107 h 250825"/>
              <a:gd name="connsiteX36" fmla="*/ 271463 w 331341"/>
              <a:gd name="connsiteY36" fmla="*/ 143401 h 250825"/>
              <a:gd name="connsiteX37" fmla="*/ 271463 w 331341"/>
              <a:gd name="connsiteY37" fmla="*/ 235294 h 250825"/>
              <a:gd name="connsiteX38" fmla="*/ 255951 w 331341"/>
              <a:gd name="connsiteY38" fmla="*/ 250825 h 250825"/>
              <a:gd name="connsiteX39" fmla="*/ 15512 w 331341"/>
              <a:gd name="connsiteY39" fmla="*/ 250825 h 250825"/>
              <a:gd name="connsiteX40" fmla="*/ 0 w 331341"/>
              <a:gd name="connsiteY40" fmla="*/ 235294 h 250825"/>
              <a:gd name="connsiteX41" fmla="*/ 0 w 331341"/>
              <a:gd name="connsiteY41" fmla="*/ 63156 h 250825"/>
              <a:gd name="connsiteX42" fmla="*/ 15512 w 331341"/>
              <a:gd name="connsiteY42" fmla="*/ 47625 h 250825"/>
              <a:gd name="connsiteX43" fmla="*/ 175923 w 331341"/>
              <a:gd name="connsiteY43" fmla="*/ 0 h 250825"/>
              <a:gd name="connsiteX44" fmla="*/ 260350 w 331341"/>
              <a:gd name="connsiteY44" fmla="*/ 5179 h 250825"/>
              <a:gd name="connsiteX45" fmla="*/ 269442 w 331341"/>
              <a:gd name="connsiteY45" fmla="*/ 9063 h 250825"/>
              <a:gd name="connsiteX46" fmla="*/ 329189 w 331341"/>
              <a:gd name="connsiteY46" fmla="*/ 67322 h 250825"/>
              <a:gd name="connsiteX47" fmla="*/ 330488 w 331341"/>
              <a:gd name="connsiteY47" fmla="*/ 77680 h 250825"/>
              <a:gd name="connsiteX48" fmla="*/ 323994 w 331341"/>
              <a:gd name="connsiteY48" fmla="*/ 84153 h 250825"/>
              <a:gd name="connsiteX49" fmla="*/ 318798 w 331341"/>
              <a:gd name="connsiteY49" fmla="*/ 84153 h 250825"/>
              <a:gd name="connsiteX50" fmla="*/ 318798 w 331341"/>
              <a:gd name="connsiteY50" fmla="*/ 110046 h 250825"/>
              <a:gd name="connsiteX51" fmla="*/ 320097 w 331341"/>
              <a:gd name="connsiteY51" fmla="*/ 110046 h 250825"/>
              <a:gd name="connsiteX52" fmla="*/ 322695 w 331341"/>
              <a:gd name="connsiteY52" fmla="*/ 111341 h 250825"/>
              <a:gd name="connsiteX53" fmla="*/ 322695 w 331341"/>
              <a:gd name="connsiteY53" fmla="*/ 117814 h 250825"/>
              <a:gd name="connsiteX54" fmla="*/ 323994 w 331341"/>
              <a:gd name="connsiteY54" fmla="*/ 126877 h 250825"/>
              <a:gd name="connsiteX55" fmla="*/ 323994 w 331341"/>
              <a:gd name="connsiteY55" fmla="*/ 128171 h 250825"/>
              <a:gd name="connsiteX56" fmla="*/ 322695 w 331341"/>
              <a:gd name="connsiteY56" fmla="*/ 128171 h 250825"/>
              <a:gd name="connsiteX57" fmla="*/ 309706 w 331341"/>
              <a:gd name="connsiteY57" fmla="*/ 128171 h 250825"/>
              <a:gd name="connsiteX58" fmla="*/ 308407 w 331341"/>
              <a:gd name="connsiteY58" fmla="*/ 128171 h 250825"/>
              <a:gd name="connsiteX59" fmla="*/ 307109 w 331341"/>
              <a:gd name="connsiteY59" fmla="*/ 126877 h 250825"/>
              <a:gd name="connsiteX60" fmla="*/ 309706 w 331341"/>
              <a:gd name="connsiteY60" fmla="*/ 111341 h 250825"/>
              <a:gd name="connsiteX61" fmla="*/ 311005 w 331341"/>
              <a:gd name="connsiteY61" fmla="*/ 110046 h 250825"/>
              <a:gd name="connsiteX62" fmla="*/ 312304 w 331341"/>
              <a:gd name="connsiteY62" fmla="*/ 110046 h 250825"/>
              <a:gd name="connsiteX63" fmla="*/ 312304 w 331341"/>
              <a:gd name="connsiteY63" fmla="*/ 85448 h 250825"/>
              <a:gd name="connsiteX64" fmla="*/ 303212 w 331341"/>
              <a:gd name="connsiteY64" fmla="*/ 85448 h 250825"/>
              <a:gd name="connsiteX65" fmla="*/ 285028 w 331341"/>
              <a:gd name="connsiteY65" fmla="*/ 128171 h 250825"/>
              <a:gd name="connsiteX66" fmla="*/ 274637 w 331341"/>
              <a:gd name="connsiteY66" fmla="*/ 133350 h 250825"/>
              <a:gd name="connsiteX67" fmla="*/ 214889 w 331341"/>
              <a:gd name="connsiteY67" fmla="*/ 120404 h 250825"/>
              <a:gd name="connsiteX68" fmla="*/ 164234 w 331341"/>
              <a:gd name="connsiteY68" fmla="*/ 85448 h 250825"/>
              <a:gd name="connsiteX69" fmla="*/ 161636 w 331341"/>
              <a:gd name="connsiteY69" fmla="*/ 73796 h 250825"/>
              <a:gd name="connsiteX70" fmla="*/ 177222 w 331341"/>
              <a:gd name="connsiteY70" fmla="*/ 38840 h 250825"/>
              <a:gd name="connsiteX71" fmla="*/ 179820 w 331341"/>
              <a:gd name="connsiteY71" fmla="*/ 32367 h 250825"/>
              <a:gd name="connsiteX72" fmla="*/ 168130 w 331341"/>
              <a:gd name="connsiteY72" fmla="*/ 16831 h 250825"/>
              <a:gd name="connsiteX73" fmla="*/ 166831 w 331341"/>
              <a:gd name="connsiteY73" fmla="*/ 6473 h 250825"/>
              <a:gd name="connsiteX74" fmla="*/ 175923 w 331341"/>
              <a:gd name="connsiteY74" fmla="*/ 0 h 25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331341" h="250825">
                <a:moveTo>
                  <a:pt x="73819" y="138113"/>
                </a:moveTo>
                <a:cubicBezTo>
                  <a:pt x="65489" y="138113"/>
                  <a:pt x="58737" y="144510"/>
                  <a:pt x="58737" y="152401"/>
                </a:cubicBezTo>
                <a:cubicBezTo>
                  <a:pt x="58737" y="160292"/>
                  <a:pt x="65489" y="166689"/>
                  <a:pt x="73819" y="166689"/>
                </a:cubicBezTo>
                <a:cubicBezTo>
                  <a:pt x="82149" y="166689"/>
                  <a:pt x="88901" y="160292"/>
                  <a:pt x="88901" y="152401"/>
                </a:cubicBezTo>
                <a:cubicBezTo>
                  <a:pt x="88901" y="144510"/>
                  <a:pt x="82149" y="138113"/>
                  <a:pt x="73819" y="138113"/>
                </a:cubicBezTo>
                <a:close/>
                <a:moveTo>
                  <a:pt x="75406" y="123825"/>
                </a:moveTo>
                <a:cubicBezTo>
                  <a:pt x="90964" y="123825"/>
                  <a:pt x="103928" y="136613"/>
                  <a:pt x="103928" y="153238"/>
                </a:cubicBezTo>
                <a:cubicBezTo>
                  <a:pt x="103928" y="159632"/>
                  <a:pt x="101335" y="166026"/>
                  <a:pt x="97446" y="171141"/>
                </a:cubicBezTo>
                <a:cubicBezTo>
                  <a:pt x="97446" y="171141"/>
                  <a:pt x="97446" y="171141"/>
                  <a:pt x="113003" y="200554"/>
                </a:cubicBezTo>
                <a:cubicBezTo>
                  <a:pt x="114300" y="201833"/>
                  <a:pt x="114300" y="203112"/>
                  <a:pt x="113003" y="204391"/>
                </a:cubicBezTo>
                <a:cubicBezTo>
                  <a:pt x="111707" y="205670"/>
                  <a:pt x="109114" y="205670"/>
                  <a:pt x="107818" y="205670"/>
                </a:cubicBezTo>
                <a:cubicBezTo>
                  <a:pt x="107818" y="205670"/>
                  <a:pt x="107818" y="205670"/>
                  <a:pt x="96149" y="199275"/>
                </a:cubicBezTo>
                <a:cubicBezTo>
                  <a:pt x="96149" y="199275"/>
                  <a:pt x="96149" y="199275"/>
                  <a:pt x="94853" y="212064"/>
                </a:cubicBezTo>
                <a:cubicBezTo>
                  <a:pt x="94853" y="213342"/>
                  <a:pt x="94853" y="214621"/>
                  <a:pt x="93557" y="214621"/>
                </a:cubicBezTo>
                <a:cubicBezTo>
                  <a:pt x="93557" y="214621"/>
                  <a:pt x="92260" y="214621"/>
                  <a:pt x="92260" y="214621"/>
                </a:cubicBezTo>
                <a:cubicBezTo>
                  <a:pt x="90964" y="215900"/>
                  <a:pt x="89667" y="214621"/>
                  <a:pt x="88371" y="213342"/>
                </a:cubicBezTo>
                <a:cubicBezTo>
                  <a:pt x="88371" y="213342"/>
                  <a:pt x="88371" y="213342"/>
                  <a:pt x="75406" y="189045"/>
                </a:cubicBezTo>
                <a:cubicBezTo>
                  <a:pt x="75406" y="189045"/>
                  <a:pt x="75406" y="189045"/>
                  <a:pt x="61145" y="213342"/>
                </a:cubicBezTo>
                <a:cubicBezTo>
                  <a:pt x="61145" y="214621"/>
                  <a:pt x="58552" y="215900"/>
                  <a:pt x="57255" y="214621"/>
                </a:cubicBezTo>
                <a:cubicBezTo>
                  <a:pt x="57255" y="214621"/>
                  <a:pt x="57255" y="214621"/>
                  <a:pt x="55959" y="214621"/>
                </a:cubicBezTo>
                <a:cubicBezTo>
                  <a:pt x="55959" y="214621"/>
                  <a:pt x="54663" y="213342"/>
                  <a:pt x="54663" y="212064"/>
                </a:cubicBezTo>
                <a:cubicBezTo>
                  <a:pt x="54663" y="212064"/>
                  <a:pt x="54663" y="212064"/>
                  <a:pt x="53366" y="199275"/>
                </a:cubicBezTo>
                <a:cubicBezTo>
                  <a:pt x="53366" y="199275"/>
                  <a:pt x="53366" y="199275"/>
                  <a:pt x="41698" y="205670"/>
                </a:cubicBezTo>
                <a:cubicBezTo>
                  <a:pt x="40401" y="205670"/>
                  <a:pt x="39105" y="205670"/>
                  <a:pt x="37808" y="204391"/>
                </a:cubicBezTo>
                <a:cubicBezTo>
                  <a:pt x="36512" y="203112"/>
                  <a:pt x="36512" y="201833"/>
                  <a:pt x="36512" y="200554"/>
                </a:cubicBezTo>
                <a:cubicBezTo>
                  <a:pt x="36512" y="200554"/>
                  <a:pt x="36512" y="200554"/>
                  <a:pt x="52070" y="171141"/>
                </a:cubicBezTo>
                <a:cubicBezTo>
                  <a:pt x="48180" y="166026"/>
                  <a:pt x="45587" y="159632"/>
                  <a:pt x="45587" y="153238"/>
                </a:cubicBezTo>
                <a:cubicBezTo>
                  <a:pt x="45587" y="136613"/>
                  <a:pt x="58552" y="123825"/>
                  <a:pt x="75406" y="123825"/>
                </a:cubicBezTo>
                <a:close/>
                <a:moveTo>
                  <a:pt x="15512" y="47625"/>
                </a:moveTo>
                <a:cubicBezTo>
                  <a:pt x="15512" y="47625"/>
                  <a:pt x="15512" y="47625"/>
                  <a:pt x="159000" y="47625"/>
                </a:cubicBezTo>
                <a:cubicBezTo>
                  <a:pt x="159000" y="47625"/>
                  <a:pt x="159000" y="47625"/>
                  <a:pt x="148658" y="69628"/>
                </a:cubicBezTo>
                <a:cubicBezTo>
                  <a:pt x="148658" y="70922"/>
                  <a:pt x="148658" y="72216"/>
                  <a:pt x="147366" y="73510"/>
                </a:cubicBezTo>
                <a:cubicBezTo>
                  <a:pt x="147366" y="73510"/>
                  <a:pt x="147366" y="73510"/>
                  <a:pt x="23268" y="73510"/>
                </a:cubicBezTo>
                <a:cubicBezTo>
                  <a:pt x="23268" y="73510"/>
                  <a:pt x="23268" y="73510"/>
                  <a:pt x="23268" y="224940"/>
                </a:cubicBezTo>
                <a:cubicBezTo>
                  <a:pt x="23268" y="224940"/>
                  <a:pt x="23268" y="224940"/>
                  <a:pt x="248195" y="224940"/>
                </a:cubicBezTo>
                <a:cubicBezTo>
                  <a:pt x="248195" y="224940"/>
                  <a:pt x="248195" y="224940"/>
                  <a:pt x="248195" y="142107"/>
                </a:cubicBezTo>
                <a:cubicBezTo>
                  <a:pt x="255951" y="143401"/>
                  <a:pt x="263707" y="143401"/>
                  <a:pt x="271463" y="143401"/>
                </a:cubicBezTo>
                <a:cubicBezTo>
                  <a:pt x="271463" y="143401"/>
                  <a:pt x="271463" y="143401"/>
                  <a:pt x="271463" y="235294"/>
                </a:cubicBezTo>
                <a:cubicBezTo>
                  <a:pt x="271463" y="243060"/>
                  <a:pt x="263707" y="250825"/>
                  <a:pt x="255951" y="250825"/>
                </a:cubicBezTo>
                <a:cubicBezTo>
                  <a:pt x="255951" y="250825"/>
                  <a:pt x="255951" y="250825"/>
                  <a:pt x="15512" y="250825"/>
                </a:cubicBezTo>
                <a:cubicBezTo>
                  <a:pt x="6463" y="250825"/>
                  <a:pt x="0" y="243060"/>
                  <a:pt x="0" y="235294"/>
                </a:cubicBezTo>
                <a:cubicBezTo>
                  <a:pt x="0" y="235294"/>
                  <a:pt x="0" y="235294"/>
                  <a:pt x="0" y="63156"/>
                </a:cubicBezTo>
                <a:cubicBezTo>
                  <a:pt x="0" y="54096"/>
                  <a:pt x="6463" y="47625"/>
                  <a:pt x="15512" y="47625"/>
                </a:cubicBezTo>
                <a:close/>
                <a:moveTo>
                  <a:pt x="175923" y="0"/>
                </a:moveTo>
                <a:cubicBezTo>
                  <a:pt x="175923" y="0"/>
                  <a:pt x="175923" y="0"/>
                  <a:pt x="260350" y="5179"/>
                </a:cubicBezTo>
                <a:cubicBezTo>
                  <a:pt x="264246" y="3884"/>
                  <a:pt x="266844" y="5179"/>
                  <a:pt x="269442" y="9063"/>
                </a:cubicBezTo>
                <a:cubicBezTo>
                  <a:pt x="269442" y="9063"/>
                  <a:pt x="269442" y="9063"/>
                  <a:pt x="329189" y="67322"/>
                </a:cubicBezTo>
                <a:cubicBezTo>
                  <a:pt x="331787" y="69912"/>
                  <a:pt x="331787" y="75090"/>
                  <a:pt x="330488" y="77680"/>
                </a:cubicBezTo>
                <a:cubicBezTo>
                  <a:pt x="329189" y="81564"/>
                  <a:pt x="327890" y="82858"/>
                  <a:pt x="323994" y="84153"/>
                </a:cubicBezTo>
                <a:cubicBezTo>
                  <a:pt x="323994" y="84153"/>
                  <a:pt x="323994" y="84153"/>
                  <a:pt x="318798" y="84153"/>
                </a:cubicBezTo>
                <a:cubicBezTo>
                  <a:pt x="318798" y="84153"/>
                  <a:pt x="318798" y="84153"/>
                  <a:pt x="318798" y="110046"/>
                </a:cubicBezTo>
                <a:cubicBezTo>
                  <a:pt x="318798" y="110046"/>
                  <a:pt x="318798" y="110046"/>
                  <a:pt x="320097" y="110046"/>
                </a:cubicBezTo>
                <a:cubicBezTo>
                  <a:pt x="321396" y="110046"/>
                  <a:pt x="322695" y="111341"/>
                  <a:pt x="322695" y="111341"/>
                </a:cubicBezTo>
                <a:cubicBezTo>
                  <a:pt x="322695" y="111341"/>
                  <a:pt x="322695" y="111341"/>
                  <a:pt x="322695" y="117814"/>
                </a:cubicBezTo>
                <a:cubicBezTo>
                  <a:pt x="323994" y="120404"/>
                  <a:pt x="323994" y="122993"/>
                  <a:pt x="323994" y="126877"/>
                </a:cubicBezTo>
                <a:cubicBezTo>
                  <a:pt x="323994" y="126877"/>
                  <a:pt x="323994" y="126877"/>
                  <a:pt x="323994" y="128171"/>
                </a:cubicBezTo>
                <a:cubicBezTo>
                  <a:pt x="323994" y="128171"/>
                  <a:pt x="322695" y="128171"/>
                  <a:pt x="322695" y="128171"/>
                </a:cubicBezTo>
                <a:cubicBezTo>
                  <a:pt x="322695" y="128171"/>
                  <a:pt x="322695" y="128171"/>
                  <a:pt x="309706" y="128171"/>
                </a:cubicBezTo>
                <a:cubicBezTo>
                  <a:pt x="308407" y="128171"/>
                  <a:pt x="308407" y="128171"/>
                  <a:pt x="308407" y="128171"/>
                </a:cubicBezTo>
                <a:cubicBezTo>
                  <a:pt x="308407" y="126877"/>
                  <a:pt x="307109" y="126877"/>
                  <a:pt x="307109" y="126877"/>
                </a:cubicBezTo>
                <a:cubicBezTo>
                  <a:pt x="307109" y="126877"/>
                  <a:pt x="307109" y="126877"/>
                  <a:pt x="309706" y="111341"/>
                </a:cubicBezTo>
                <a:cubicBezTo>
                  <a:pt x="309706" y="111341"/>
                  <a:pt x="311005" y="110046"/>
                  <a:pt x="311005" y="110046"/>
                </a:cubicBezTo>
                <a:cubicBezTo>
                  <a:pt x="311005" y="110046"/>
                  <a:pt x="311005" y="110046"/>
                  <a:pt x="312304" y="110046"/>
                </a:cubicBezTo>
                <a:cubicBezTo>
                  <a:pt x="312304" y="110046"/>
                  <a:pt x="312304" y="110046"/>
                  <a:pt x="312304" y="85448"/>
                </a:cubicBezTo>
                <a:cubicBezTo>
                  <a:pt x="312304" y="85448"/>
                  <a:pt x="312304" y="85448"/>
                  <a:pt x="303212" y="85448"/>
                </a:cubicBezTo>
                <a:cubicBezTo>
                  <a:pt x="303212" y="85448"/>
                  <a:pt x="303212" y="85448"/>
                  <a:pt x="285028" y="128171"/>
                </a:cubicBezTo>
                <a:cubicBezTo>
                  <a:pt x="282430" y="132055"/>
                  <a:pt x="278534" y="133350"/>
                  <a:pt x="274637" y="133350"/>
                </a:cubicBezTo>
                <a:cubicBezTo>
                  <a:pt x="253855" y="133350"/>
                  <a:pt x="233073" y="128171"/>
                  <a:pt x="214889" y="120404"/>
                </a:cubicBezTo>
                <a:cubicBezTo>
                  <a:pt x="195406" y="112636"/>
                  <a:pt x="178521" y="99689"/>
                  <a:pt x="164234" y="85448"/>
                </a:cubicBezTo>
                <a:cubicBezTo>
                  <a:pt x="160337" y="81564"/>
                  <a:pt x="160337" y="77680"/>
                  <a:pt x="161636" y="73796"/>
                </a:cubicBezTo>
                <a:cubicBezTo>
                  <a:pt x="172027" y="51787"/>
                  <a:pt x="169429" y="58260"/>
                  <a:pt x="177222" y="38840"/>
                </a:cubicBezTo>
                <a:cubicBezTo>
                  <a:pt x="177222" y="38840"/>
                  <a:pt x="177222" y="38840"/>
                  <a:pt x="179820" y="32367"/>
                </a:cubicBezTo>
                <a:cubicBezTo>
                  <a:pt x="179820" y="32367"/>
                  <a:pt x="179820" y="32367"/>
                  <a:pt x="168130" y="16831"/>
                </a:cubicBezTo>
                <a:cubicBezTo>
                  <a:pt x="165532" y="14241"/>
                  <a:pt x="165532" y="10357"/>
                  <a:pt x="166831" y="6473"/>
                </a:cubicBezTo>
                <a:cubicBezTo>
                  <a:pt x="168130" y="2589"/>
                  <a:pt x="172027" y="0"/>
                  <a:pt x="1759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latin typeface="+mn-ea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67553778-BD01-FE69-DDF3-B5F74B35F1C3}"/>
              </a:ext>
            </a:extLst>
          </p:cNvPr>
          <p:cNvGrpSpPr/>
          <p:nvPr/>
        </p:nvGrpSpPr>
        <p:grpSpPr>
          <a:xfrm>
            <a:off x="526899" y="4575069"/>
            <a:ext cx="6022219" cy="1023618"/>
            <a:chOff x="5295069" y="1493010"/>
            <a:chExt cx="6022219" cy="1023618"/>
          </a:xfrm>
        </p:grpSpPr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CBFFB177-97BE-009A-CC66-99E2512B9B7C}"/>
                </a:ext>
              </a:extLst>
            </p:cNvPr>
            <p:cNvGrpSpPr/>
            <p:nvPr/>
          </p:nvGrpSpPr>
          <p:grpSpPr>
            <a:xfrm>
              <a:off x="6317132" y="1493010"/>
              <a:ext cx="5000156" cy="1023618"/>
              <a:chOff x="6723970" y="2930779"/>
              <a:chExt cx="5000156" cy="1023618"/>
            </a:xfrm>
          </p:grpSpPr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22F929EE-FEF1-EE7E-BE9A-4C500F59F913}"/>
                  </a:ext>
                </a:extLst>
              </p:cNvPr>
              <p:cNvSpPr/>
              <p:nvPr/>
            </p:nvSpPr>
            <p:spPr>
              <a:xfrm>
                <a:off x="6723970" y="3418866"/>
                <a:ext cx="5000156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从左到右</a:t>
                </a:r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277F53DC-995E-E7D5-27A4-7AD40767DB2A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2241974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结合方向</a:t>
                </a:r>
              </a:p>
            </p:txBody>
          </p:sp>
        </p:grp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9139F291-45E7-3137-D528-76D8F39F5F16}"/>
                </a:ext>
              </a:extLst>
            </p:cNvPr>
            <p:cNvSpPr/>
            <p:nvPr/>
          </p:nvSpPr>
          <p:spPr>
            <a:xfrm>
              <a:off x="5295069" y="1612730"/>
              <a:ext cx="770775" cy="770775"/>
            </a:xfrm>
            <a:prstGeom prst="ellipse">
              <a:avLst/>
            </a:prstGeom>
            <a:solidFill>
              <a:srgbClr val="C8AC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107" name="椭圆 25">
              <a:extLst>
                <a:ext uri="{FF2B5EF4-FFF2-40B4-BE49-F238E27FC236}">
                  <a16:creationId xmlns:a16="http://schemas.microsoft.com/office/drawing/2014/main" id="{5BBD5F00-EE37-2862-824B-EA2AA213A502}"/>
                </a:ext>
              </a:extLst>
            </p:cNvPr>
            <p:cNvSpPr/>
            <p:nvPr/>
          </p:nvSpPr>
          <p:spPr>
            <a:xfrm>
              <a:off x="5450298" y="1775093"/>
              <a:ext cx="460318" cy="446049"/>
            </a:xfrm>
            <a:custGeom>
              <a:avLst/>
              <a:gdLst>
                <a:gd name="connsiteX0" fmla="*/ 58918 w 323554"/>
                <a:gd name="connsiteY0" fmla="*/ 189699 h 313525"/>
                <a:gd name="connsiteX1" fmla="*/ 101421 w 323554"/>
                <a:gd name="connsiteY1" fmla="*/ 189699 h 313525"/>
                <a:gd name="connsiteX2" fmla="*/ 103997 w 323554"/>
                <a:gd name="connsiteY2" fmla="*/ 189699 h 313525"/>
                <a:gd name="connsiteX3" fmla="*/ 114301 w 323554"/>
                <a:gd name="connsiteY3" fmla="*/ 201731 h 313525"/>
                <a:gd name="connsiteX4" fmla="*/ 113013 w 323554"/>
                <a:gd name="connsiteY4" fmla="*/ 205741 h 313525"/>
                <a:gd name="connsiteX5" fmla="*/ 101421 w 323554"/>
                <a:gd name="connsiteY5" fmla="*/ 215099 h 313525"/>
                <a:gd name="connsiteX6" fmla="*/ 58918 w 323554"/>
                <a:gd name="connsiteY6" fmla="*/ 215099 h 313525"/>
                <a:gd name="connsiteX7" fmla="*/ 46038 w 323554"/>
                <a:gd name="connsiteY7" fmla="*/ 201731 h 313525"/>
                <a:gd name="connsiteX8" fmla="*/ 58918 w 323554"/>
                <a:gd name="connsiteY8" fmla="*/ 189699 h 313525"/>
                <a:gd name="connsiteX9" fmla="*/ 149225 w 323554"/>
                <a:gd name="connsiteY9" fmla="*/ 165887 h 313525"/>
                <a:gd name="connsiteX10" fmla="*/ 142875 w 323554"/>
                <a:gd name="connsiteY10" fmla="*/ 186525 h 313525"/>
                <a:gd name="connsiteX11" fmla="*/ 153988 w 323554"/>
                <a:gd name="connsiteY11" fmla="*/ 196050 h 313525"/>
                <a:gd name="connsiteX12" fmla="*/ 173038 w 323554"/>
                <a:gd name="connsiteY12" fmla="*/ 188112 h 313525"/>
                <a:gd name="connsiteX13" fmla="*/ 145188 w 323554"/>
                <a:gd name="connsiteY13" fmla="*/ 151599 h 313525"/>
                <a:gd name="connsiteX14" fmla="*/ 187326 w 323554"/>
                <a:gd name="connsiteY14" fmla="*/ 190104 h 313525"/>
                <a:gd name="connsiteX15" fmla="*/ 138803 w 323554"/>
                <a:gd name="connsiteY15" fmla="*/ 210640 h 313525"/>
                <a:gd name="connsiteX16" fmla="*/ 131142 w 323554"/>
                <a:gd name="connsiteY16" fmla="*/ 210640 h 313525"/>
                <a:gd name="connsiteX17" fmla="*/ 129865 w 323554"/>
                <a:gd name="connsiteY17" fmla="*/ 202939 h 313525"/>
                <a:gd name="connsiteX18" fmla="*/ 145188 w 323554"/>
                <a:gd name="connsiteY18" fmla="*/ 151599 h 313525"/>
                <a:gd name="connsiteX19" fmla="*/ 58982 w 323554"/>
                <a:gd name="connsiteY19" fmla="*/ 146837 h 313525"/>
                <a:gd name="connsiteX20" fmla="*/ 130176 w 323554"/>
                <a:gd name="connsiteY20" fmla="*/ 146837 h 313525"/>
                <a:gd name="connsiteX21" fmla="*/ 130176 w 323554"/>
                <a:gd name="connsiteY21" fmla="*/ 148186 h 313525"/>
                <a:gd name="connsiteX22" fmla="*/ 122409 w 323554"/>
                <a:gd name="connsiteY22" fmla="*/ 173825 h 313525"/>
                <a:gd name="connsiteX23" fmla="*/ 58982 w 323554"/>
                <a:gd name="connsiteY23" fmla="*/ 173825 h 313525"/>
                <a:gd name="connsiteX24" fmla="*/ 46038 w 323554"/>
                <a:gd name="connsiteY24" fmla="*/ 160331 h 313525"/>
                <a:gd name="connsiteX25" fmla="*/ 58982 w 323554"/>
                <a:gd name="connsiteY25" fmla="*/ 146837 h 313525"/>
                <a:gd name="connsiteX26" fmla="*/ 59011 w 323554"/>
                <a:gd name="connsiteY26" fmla="*/ 105562 h 313525"/>
                <a:gd name="connsiteX27" fmla="*/ 166688 w 323554"/>
                <a:gd name="connsiteY27" fmla="*/ 105562 h 313525"/>
                <a:gd name="connsiteX28" fmla="*/ 144634 w 323554"/>
                <a:gd name="connsiteY28" fmla="*/ 130962 h 313525"/>
                <a:gd name="connsiteX29" fmla="*/ 59011 w 323554"/>
                <a:gd name="connsiteY29" fmla="*/ 130962 h 313525"/>
                <a:gd name="connsiteX30" fmla="*/ 46038 w 323554"/>
                <a:gd name="connsiteY30" fmla="*/ 118930 h 313525"/>
                <a:gd name="connsiteX31" fmla="*/ 59011 w 323554"/>
                <a:gd name="connsiteY31" fmla="*/ 105562 h 313525"/>
                <a:gd name="connsiteX32" fmla="*/ 226883 w 323554"/>
                <a:gd name="connsiteY32" fmla="*/ 81749 h 313525"/>
                <a:gd name="connsiteX33" fmla="*/ 224292 w 323554"/>
                <a:gd name="connsiteY33" fmla="*/ 83037 h 313525"/>
                <a:gd name="connsiteX34" fmla="*/ 171159 w 323554"/>
                <a:gd name="connsiteY34" fmla="*/ 140996 h 313525"/>
                <a:gd name="connsiteX35" fmla="*/ 172455 w 323554"/>
                <a:gd name="connsiteY35" fmla="*/ 146148 h 313525"/>
                <a:gd name="connsiteX36" fmla="*/ 175047 w 323554"/>
                <a:gd name="connsiteY36" fmla="*/ 148724 h 313525"/>
                <a:gd name="connsiteX37" fmla="*/ 177639 w 323554"/>
                <a:gd name="connsiteY37" fmla="*/ 150012 h 313525"/>
                <a:gd name="connsiteX38" fmla="*/ 180230 w 323554"/>
                <a:gd name="connsiteY38" fmla="*/ 148724 h 313525"/>
                <a:gd name="connsiteX39" fmla="*/ 232067 w 323554"/>
                <a:gd name="connsiteY39" fmla="*/ 90765 h 313525"/>
                <a:gd name="connsiteX40" fmla="*/ 232067 w 323554"/>
                <a:gd name="connsiteY40" fmla="*/ 85613 h 313525"/>
                <a:gd name="connsiteX41" fmla="*/ 229475 w 323554"/>
                <a:gd name="connsiteY41" fmla="*/ 83037 h 313525"/>
                <a:gd name="connsiteX42" fmla="*/ 226883 w 323554"/>
                <a:gd name="connsiteY42" fmla="*/ 81749 h 313525"/>
                <a:gd name="connsiteX43" fmla="*/ 247254 w 323554"/>
                <a:gd name="connsiteY43" fmla="*/ 62303 h 313525"/>
                <a:gd name="connsiteX44" fmla="*/ 242491 w 323554"/>
                <a:gd name="connsiteY44" fmla="*/ 63493 h 313525"/>
                <a:gd name="connsiteX45" fmla="*/ 237729 w 323554"/>
                <a:gd name="connsiteY45" fmla="*/ 68256 h 313525"/>
                <a:gd name="connsiteX46" fmla="*/ 236538 w 323554"/>
                <a:gd name="connsiteY46" fmla="*/ 70637 h 313525"/>
                <a:gd name="connsiteX47" fmla="*/ 237729 w 323554"/>
                <a:gd name="connsiteY47" fmla="*/ 73019 h 313525"/>
                <a:gd name="connsiteX48" fmla="*/ 240110 w 323554"/>
                <a:gd name="connsiteY48" fmla="*/ 74209 h 313525"/>
                <a:gd name="connsiteX49" fmla="*/ 242491 w 323554"/>
                <a:gd name="connsiteY49" fmla="*/ 75400 h 313525"/>
                <a:gd name="connsiteX50" fmla="*/ 244873 w 323554"/>
                <a:gd name="connsiteY50" fmla="*/ 75400 h 313525"/>
                <a:gd name="connsiteX51" fmla="*/ 244873 w 323554"/>
                <a:gd name="connsiteY51" fmla="*/ 74209 h 313525"/>
                <a:gd name="connsiteX52" fmla="*/ 249635 w 323554"/>
                <a:gd name="connsiteY52" fmla="*/ 69447 h 313525"/>
                <a:gd name="connsiteX53" fmla="*/ 249635 w 323554"/>
                <a:gd name="connsiteY53" fmla="*/ 64684 h 313525"/>
                <a:gd name="connsiteX54" fmla="*/ 247254 w 323554"/>
                <a:gd name="connsiteY54" fmla="*/ 62303 h 313525"/>
                <a:gd name="connsiteX55" fmla="*/ 24647 w 323554"/>
                <a:gd name="connsiteY55" fmla="*/ 48412 h 313525"/>
                <a:gd name="connsiteX56" fmla="*/ 201069 w 323554"/>
                <a:gd name="connsiteY56" fmla="*/ 48412 h 313525"/>
                <a:gd name="connsiteX57" fmla="*/ 214041 w 323554"/>
                <a:gd name="connsiteY57" fmla="*/ 52292 h 313525"/>
                <a:gd name="connsiteX58" fmla="*/ 193285 w 323554"/>
                <a:gd name="connsiteY58" fmla="*/ 76863 h 313525"/>
                <a:gd name="connsiteX59" fmla="*/ 181610 w 323554"/>
                <a:gd name="connsiteY59" fmla="*/ 72983 h 313525"/>
                <a:gd name="connsiteX60" fmla="*/ 45403 w 323554"/>
                <a:gd name="connsiteY60" fmla="*/ 72983 h 313525"/>
                <a:gd name="connsiteX61" fmla="*/ 24647 w 323554"/>
                <a:gd name="connsiteY61" fmla="*/ 93675 h 313525"/>
                <a:gd name="connsiteX62" fmla="*/ 24647 w 323554"/>
                <a:gd name="connsiteY62" fmla="*/ 268262 h 313525"/>
                <a:gd name="connsiteX63" fmla="*/ 45403 w 323554"/>
                <a:gd name="connsiteY63" fmla="*/ 287660 h 313525"/>
                <a:gd name="connsiteX64" fmla="*/ 181610 w 323554"/>
                <a:gd name="connsiteY64" fmla="*/ 287660 h 313525"/>
                <a:gd name="connsiteX65" fmla="*/ 202366 w 323554"/>
                <a:gd name="connsiteY65" fmla="*/ 268262 h 313525"/>
                <a:gd name="connsiteX66" fmla="*/ 202366 w 323554"/>
                <a:gd name="connsiteY66" fmla="*/ 202307 h 313525"/>
                <a:gd name="connsiteX67" fmla="*/ 203663 w 323554"/>
                <a:gd name="connsiteY67" fmla="*/ 201014 h 313525"/>
                <a:gd name="connsiteX68" fmla="*/ 206258 w 323554"/>
                <a:gd name="connsiteY68" fmla="*/ 198427 h 313525"/>
                <a:gd name="connsiteX69" fmla="*/ 227013 w 323554"/>
                <a:gd name="connsiteY69" fmla="*/ 175149 h 313525"/>
                <a:gd name="connsiteX70" fmla="*/ 227013 w 323554"/>
                <a:gd name="connsiteY70" fmla="*/ 287660 h 313525"/>
                <a:gd name="connsiteX71" fmla="*/ 201069 w 323554"/>
                <a:gd name="connsiteY71" fmla="*/ 313525 h 313525"/>
                <a:gd name="connsiteX72" fmla="*/ 25944 w 323554"/>
                <a:gd name="connsiteY72" fmla="*/ 313525 h 313525"/>
                <a:gd name="connsiteX73" fmla="*/ 0 w 323554"/>
                <a:gd name="connsiteY73" fmla="*/ 287660 h 313525"/>
                <a:gd name="connsiteX74" fmla="*/ 0 w 323554"/>
                <a:gd name="connsiteY74" fmla="*/ 72983 h 313525"/>
                <a:gd name="connsiteX75" fmla="*/ 24647 w 323554"/>
                <a:gd name="connsiteY75" fmla="*/ 48412 h 313525"/>
                <a:gd name="connsiteX76" fmla="*/ 242888 w 323554"/>
                <a:gd name="connsiteY76" fmla="*/ 42062 h 313525"/>
                <a:gd name="connsiteX77" fmla="*/ 285751 w 323554"/>
                <a:gd name="connsiteY77" fmla="*/ 81750 h 313525"/>
                <a:gd name="connsiteX78" fmla="*/ 279401 w 323554"/>
                <a:gd name="connsiteY78" fmla="*/ 89687 h 313525"/>
                <a:gd name="connsiteX79" fmla="*/ 200026 w 323554"/>
                <a:gd name="connsiteY79" fmla="*/ 178587 h 313525"/>
                <a:gd name="connsiteX80" fmla="*/ 193676 w 323554"/>
                <a:gd name="connsiteY80" fmla="*/ 184937 h 313525"/>
                <a:gd name="connsiteX81" fmla="*/ 150813 w 323554"/>
                <a:gd name="connsiteY81" fmla="*/ 146837 h 313525"/>
                <a:gd name="connsiteX82" fmla="*/ 155576 w 323554"/>
                <a:gd name="connsiteY82" fmla="*/ 138899 h 313525"/>
                <a:gd name="connsiteX83" fmla="*/ 236538 w 323554"/>
                <a:gd name="connsiteY83" fmla="*/ 48412 h 313525"/>
                <a:gd name="connsiteX84" fmla="*/ 257175 w 323554"/>
                <a:gd name="connsiteY84" fmla="*/ 26187 h 313525"/>
                <a:gd name="connsiteX85" fmla="*/ 301625 w 323554"/>
                <a:gd name="connsiteY85" fmla="*/ 64287 h 313525"/>
                <a:gd name="connsiteX86" fmla="*/ 295275 w 323554"/>
                <a:gd name="connsiteY86" fmla="*/ 72225 h 313525"/>
                <a:gd name="connsiteX87" fmla="*/ 290513 w 323554"/>
                <a:gd name="connsiteY87" fmla="*/ 75400 h 313525"/>
                <a:gd name="connsiteX88" fmla="*/ 247650 w 323554"/>
                <a:gd name="connsiteY88" fmla="*/ 37300 h 313525"/>
                <a:gd name="connsiteX89" fmla="*/ 250825 w 323554"/>
                <a:gd name="connsiteY89" fmla="*/ 34125 h 313525"/>
                <a:gd name="connsiteX90" fmla="*/ 285750 w 323554"/>
                <a:gd name="connsiteY90" fmla="*/ 11899 h 313525"/>
                <a:gd name="connsiteX91" fmla="*/ 279400 w 323554"/>
                <a:gd name="connsiteY91" fmla="*/ 19837 h 313525"/>
                <a:gd name="connsiteX92" fmla="*/ 304800 w 323554"/>
                <a:gd name="connsiteY92" fmla="*/ 43649 h 313525"/>
                <a:gd name="connsiteX93" fmla="*/ 312738 w 323554"/>
                <a:gd name="connsiteY93" fmla="*/ 35712 h 313525"/>
                <a:gd name="connsiteX94" fmla="*/ 285265 w 323554"/>
                <a:gd name="connsiteY94" fmla="*/ 516 h 313525"/>
                <a:gd name="connsiteX95" fmla="*/ 294336 w 323554"/>
                <a:gd name="connsiteY95" fmla="*/ 3151 h 313525"/>
                <a:gd name="connsiteX96" fmla="*/ 318958 w 323554"/>
                <a:gd name="connsiteY96" fmla="*/ 25545 h 313525"/>
                <a:gd name="connsiteX97" fmla="*/ 320254 w 323554"/>
                <a:gd name="connsiteY97" fmla="*/ 43987 h 313525"/>
                <a:gd name="connsiteX98" fmla="*/ 305999 w 323554"/>
                <a:gd name="connsiteY98" fmla="*/ 61112 h 313525"/>
                <a:gd name="connsiteX99" fmla="*/ 261938 w 323554"/>
                <a:gd name="connsiteY99" fmla="*/ 20276 h 313525"/>
                <a:gd name="connsiteX100" fmla="*/ 276193 w 323554"/>
                <a:gd name="connsiteY100" fmla="*/ 4468 h 313525"/>
                <a:gd name="connsiteX101" fmla="*/ 285265 w 323554"/>
                <a:gd name="connsiteY101" fmla="*/ 516 h 31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23554" h="313525">
                  <a:moveTo>
                    <a:pt x="58918" y="189699"/>
                  </a:moveTo>
                  <a:cubicBezTo>
                    <a:pt x="58918" y="189699"/>
                    <a:pt x="58918" y="189699"/>
                    <a:pt x="101421" y="189699"/>
                  </a:cubicBezTo>
                  <a:cubicBezTo>
                    <a:pt x="102709" y="189699"/>
                    <a:pt x="102709" y="189699"/>
                    <a:pt x="103997" y="189699"/>
                  </a:cubicBezTo>
                  <a:cubicBezTo>
                    <a:pt x="109149" y="189699"/>
                    <a:pt x="114301" y="195046"/>
                    <a:pt x="114301" y="201731"/>
                  </a:cubicBezTo>
                  <a:cubicBezTo>
                    <a:pt x="114301" y="203067"/>
                    <a:pt x="114301" y="204404"/>
                    <a:pt x="113013" y="205741"/>
                  </a:cubicBezTo>
                  <a:cubicBezTo>
                    <a:pt x="111725" y="211088"/>
                    <a:pt x="107861" y="215099"/>
                    <a:pt x="101421" y="215099"/>
                  </a:cubicBezTo>
                  <a:cubicBezTo>
                    <a:pt x="101421" y="215099"/>
                    <a:pt x="101421" y="215099"/>
                    <a:pt x="58918" y="215099"/>
                  </a:cubicBezTo>
                  <a:cubicBezTo>
                    <a:pt x="51190" y="215099"/>
                    <a:pt x="46038" y="209752"/>
                    <a:pt x="46038" y="201731"/>
                  </a:cubicBezTo>
                  <a:cubicBezTo>
                    <a:pt x="46038" y="195046"/>
                    <a:pt x="51190" y="189699"/>
                    <a:pt x="58918" y="189699"/>
                  </a:cubicBezTo>
                  <a:close/>
                  <a:moveTo>
                    <a:pt x="149225" y="165887"/>
                  </a:moveTo>
                  <a:lnTo>
                    <a:pt x="142875" y="186525"/>
                  </a:lnTo>
                  <a:lnTo>
                    <a:pt x="153988" y="196050"/>
                  </a:lnTo>
                  <a:lnTo>
                    <a:pt x="173038" y="188112"/>
                  </a:lnTo>
                  <a:close/>
                  <a:moveTo>
                    <a:pt x="145188" y="151599"/>
                  </a:moveTo>
                  <a:cubicBezTo>
                    <a:pt x="145188" y="151599"/>
                    <a:pt x="145188" y="151599"/>
                    <a:pt x="187326" y="190104"/>
                  </a:cubicBezTo>
                  <a:cubicBezTo>
                    <a:pt x="187326" y="190104"/>
                    <a:pt x="187326" y="190104"/>
                    <a:pt x="138803" y="210640"/>
                  </a:cubicBezTo>
                  <a:cubicBezTo>
                    <a:pt x="136249" y="211924"/>
                    <a:pt x="133696" y="211924"/>
                    <a:pt x="131142" y="210640"/>
                  </a:cubicBezTo>
                  <a:cubicBezTo>
                    <a:pt x="129865" y="208073"/>
                    <a:pt x="128588" y="205506"/>
                    <a:pt x="129865" y="202939"/>
                  </a:cubicBezTo>
                  <a:cubicBezTo>
                    <a:pt x="129865" y="202939"/>
                    <a:pt x="129865" y="202939"/>
                    <a:pt x="145188" y="151599"/>
                  </a:cubicBezTo>
                  <a:close/>
                  <a:moveTo>
                    <a:pt x="58982" y="146837"/>
                  </a:moveTo>
                  <a:cubicBezTo>
                    <a:pt x="58982" y="146837"/>
                    <a:pt x="58982" y="146837"/>
                    <a:pt x="130176" y="146837"/>
                  </a:cubicBezTo>
                  <a:cubicBezTo>
                    <a:pt x="130176" y="148186"/>
                    <a:pt x="130176" y="148186"/>
                    <a:pt x="130176" y="148186"/>
                  </a:cubicBezTo>
                  <a:lnTo>
                    <a:pt x="122409" y="173825"/>
                  </a:lnTo>
                  <a:cubicBezTo>
                    <a:pt x="122409" y="173825"/>
                    <a:pt x="122409" y="173825"/>
                    <a:pt x="58982" y="173825"/>
                  </a:cubicBezTo>
                  <a:cubicBezTo>
                    <a:pt x="51216" y="173825"/>
                    <a:pt x="46038" y="167078"/>
                    <a:pt x="46038" y="160331"/>
                  </a:cubicBezTo>
                  <a:cubicBezTo>
                    <a:pt x="46038" y="153584"/>
                    <a:pt x="51216" y="146837"/>
                    <a:pt x="58982" y="146837"/>
                  </a:cubicBezTo>
                  <a:close/>
                  <a:moveTo>
                    <a:pt x="59011" y="105562"/>
                  </a:moveTo>
                  <a:lnTo>
                    <a:pt x="166688" y="105562"/>
                  </a:lnTo>
                  <a:cubicBezTo>
                    <a:pt x="166688" y="105562"/>
                    <a:pt x="166688" y="105562"/>
                    <a:pt x="144634" y="130962"/>
                  </a:cubicBezTo>
                  <a:cubicBezTo>
                    <a:pt x="144634" y="130962"/>
                    <a:pt x="144634" y="130962"/>
                    <a:pt x="59011" y="130962"/>
                  </a:cubicBezTo>
                  <a:cubicBezTo>
                    <a:pt x="51227" y="130962"/>
                    <a:pt x="46038" y="125615"/>
                    <a:pt x="46038" y="118930"/>
                  </a:cubicBezTo>
                  <a:cubicBezTo>
                    <a:pt x="46038" y="110909"/>
                    <a:pt x="51227" y="105562"/>
                    <a:pt x="59011" y="105562"/>
                  </a:cubicBezTo>
                  <a:close/>
                  <a:moveTo>
                    <a:pt x="226883" y="81749"/>
                  </a:moveTo>
                  <a:cubicBezTo>
                    <a:pt x="225587" y="81749"/>
                    <a:pt x="224292" y="83037"/>
                    <a:pt x="224292" y="83037"/>
                  </a:cubicBezTo>
                  <a:cubicBezTo>
                    <a:pt x="224292" y="83037"/>
                    <a:pt x="224292" y="83037"/>
                    <a:pt x="171159" y="140996"/>
                  </a:cubicBezTo>
                  <a:cubicBezTo>
                    <a:pt x="169863" y="142284"/>
                    <a:pt x="169863" y="144860"/>
                    <a:pt x="172455" y="146148"/>
                  </a:cubicBezTo>
                  <a:cubicBezTo>
                    <a:pt x="172455" y="146148"/>
                    <a:pt x="172455" y="146148"/>
                    <a:pt x="175047" y="148724"/>
                  </a:cubicBezTo>
                  <a:cubicBezTo>
                    <a:pt x="175047" y="148724"/>
                    <a:pt x="176343" y="150012"/>
                    <a:pt x="177639" y="150012"/>
                  </a:cubicBezTo>
                  <a:cubicBezTo>
                    <a:pt x="177639" y="150012"/>
                    <a:pt x="178934" y="148724"/>
                    <a:pt x="180230" y="148724"/>
                  </a:cubicBezTo>
                  <a:cubicBezTo>
                    <a:pt x="180230" y="148724"/>
                    <a:pt x="180230" y="148724"/>
                    <a:pt x="232067" y="90765"/>
                  </a:cubicBezTo>
                  <a:cubicBezTo>
                    <a:pt x="233363" y="89477"/>
                    <a:pt x="233363" y="86901"/>
                    <a:pt x="232067" y="85613"/>
                  </a:cubicBezTo>
                  <a:cubicBezTo>
                    <a:pt x="232067" y="85613"/>
                    <a:pt x="232067" y="85613"/>
                    <a:pt x="229475" y="83037"/>
                  </a:cubicBezTo>
                  <a:cubicBezTo>
                    <a:pt x="228179" y="81749"/>
                    <a:pt x="226883" y="81749"/>
                    <a:pt x="226883" y="81749"/>
                  </a:cubicBezTo>
                  <a:close/>
                  <a:moveTo>
                    <a:pt x="247254" y="62303"/>
                  </a:moveTo>
                  <a:cubicBezTo>
                    <a:pt x="244873" y="61112"/>
                    <a:pt x="243682" y="62303"/>
                    <a:pt x="242491" y="63493"/>
                  </a:cubicBezTo>
                  <a:cubicBezTo>
                    <a:pt x="242491" y="63493"/>
                    <a:pt x="242491" y="63493"/>
                    <a:pt x="237729" y="68256"/>
                  </a:cubicBezTo>
                  <a:cubicBezTo>
                    <a:pt x="237729" y="68256"/>
                    <a:pt x="236538" y="69447"/>
                    <a:pt x="236538" y="70637"/>
                  </a:cubicBezTo>
                  <a:cubicBezTo>
                    <a:pt x="236538" y="70637"/>
                    <a:pt x="237729" y="71828"/>
                    <a:pt x="237729" y="73019"/>
                  </a:cubicBezTo>
                  <a:cubicBezTo>
                    <a:pt x="237729" y="73019"/>
                    <a:pt x="237729" y="73019"/>
                    <a:pt x="240110" y="74209"/>
                  </a:cubicBezTo>
                  <a:cubicBezTo>
                    <a:pt x="241301" y="75400"/>
                    <a:pt x="242491" y="75400"/>
                    <a:pt x="242491" y="75400"/>
                  </a:cubicBezTo>
                  <a:cubicBezTo>
                    <a:pt x="243682" y="75400"/>
                    <a:pt x="243682" y="75400"/>
                    <a:pt x="244873" y="75400"/>
                  </a:cubicBezTo>
                  <a:cubicBezTo>
                    <a:pt x="244873" y="74209"/>
                    <a:pt x="244873" y="74209"/>
                    <a:pt x="244873" y="74209"/>
                  </a:cubicBezTo>
                  <a:cubicBezTo>
                    <a:pt x="244873" y="74209"/>
                    <a:pt x="244873" y="74209"/>
                    <a:pt x="249635" y="69447"/>
                  </a:cubicBezTo>
                  <a:cubicBezTo>
                    <a:pt x="250826" y="68256"/>
                    <a:pt x="250826" y="65875"/>
                    <a:pt x="249635" y="64684"/>
                  </a:cubicBezTo>
                  <a:cubicBezTo>
                    <a:pt x="249635" y="64684"/>
                    <a:pt x="249635" y="64684"/>
                    <a:pt x="247254" y="62303"/>
                  </a:cubicBezTo>
                  <a:close/>
                  <a:moveTo>
                    <a:pt x="24647" y="48412"/>
                  </a:moveTo>
                  <a:cubicBezTo>
                    <a:pt x="24647" y="48412"/>
                    <a:pt x="24647" y="48412"/>
                    <a:pt x="201069" y="48412"/>
                  </a:cubicBezTo>
                  <a:cubicBezTo>
                    <a:pt x="206258" y="48412"/>
                    <a:pt x="210149" y="49705"/>
                    <a:pt x="214041" y="52292"/>
                  </a:cubicBezTo>
                  <a:cubicBezTo>
                    <a:pt x="214041" y="52292"/>
                    <a:pt x="214041" y="52292"/>
                    <a:pt x="193285" y="76863"/>
                  </a:cubicBezTo>
                  <a:cubicBezTo>
                    <a:pt x="189394" y="74277"/>
                    <a:pt x="185502" y="72983"/>
                    <a:pt x="181610" y="72983"/>
                  </a:cubicBezTo>
                  <a:cubicBezTo>
                    <a:pt x="181610" y="72983"/>
                    <a:pt x="181610" y="72983"/>
                    <a:pt x="45403" y="72983"/>
                  </a:cubicBezTo>
                  <a:cubicBezTo>
                    <a:pt x="33728" y="72983"/>
                    <a:pt x="24647" y="82036"/>
                    <a:pt x="24647" y="93675"/>
                  </a:cubicBezTo>
                  <a:cubicBezTo>
                    <a:pt x="24647" y="93675"/>
                    <a:pt x="24647" y="93675"/>
                    <a:pt x="24647" y="268262"/>
                  </a:cubicBezTo>
                  <a:cubicBezTo>
                    <a:pt x="24647" y="278608"/>
                    <a:pt x="33728" y="287660"/>
                    <a:pt x="45403" y="287660"/>
                  </a:cubicBezTo>
                  <a:cubicBezTo>
                    <a:pt x="45403" y="287660"/>
                    <a:pt x="45403" y="287660"/>
                    <a:pt x="181610" y="287660"/>
                  </a:cubicBezTo>
                  <a:cubicBezTo>
                    <a:pt x="193285" y="287660"/>
                    <a:pt x="202366" y="278608"/>
                    <a:pt x="202366" y="268262"/>
                  </a:cubicBezTo>
                  <a:cubicBezTo>
                    <a:pt x="202366" y="268262"/>
                    <a:pt x="202366" y="268262"/>
                    <a:pt x="202366" y="202307"/>
                  </a:cubicBezTo>
                  <a:cubicBezTo>
                    <a:pt x="202366" y="202307"/>
                    <a:pt x="202366" y="201014"/>
                    <a:pt x="203663" y="201014"/>
                  </a:cubicBezTo>
                  <a:cubicBezTo>
                    <a:pt x="203663" y="199720"/>
                    <a:pt x="204960" y="199720"/>
                    <a:pt x="206258" y="198427"/>
                  </a:cubicBezTo>
                  <a:cubicBezTo>
                    <a:pt x="206258" y="198427"/>
                    <a:pt x="206258" y="198427"/>
                    <a:pt x="227013" y="175149"/>
                  </a:cubicBezTo>
                  <a:cubicBezTo>
                    <a:pt x="227013" y="175149"/>
                    <a:pt x="227013" y="175149"/>
                    <a:pt x="227013" y="287660"/>
                  </a:cubicBezTo>
                  <a:cubicBezTo>
                    <a:pt x="227013" y="301886"/>
                    <a:pt x="215338" y="313525"/>
                    <a:pt x="201069" y="313525"/>
                  </a:cubicBezTo>
                  <a:cubicBezTo>
                    <a:pt x="201069" y="313525"/>
                    <a:pt x="201069" y="313525"/>
                    <a:pt x="25944" y="313525"/>
                  </a:cubicBezTo>
                  <a:cubicBezTo>
                    <a:pt x="11675" y="313525"/>
                    <a:pt x="0" y="301886"/>
                    <a:pt x="0" y="287660"/>
                  </a:cubicBezTo>
                  <a:cubicBezTo>
                    <a:pt x="0" y="287660"/>
                    <a:pt x="0" y="287660"/>
                    <a:pt x="0" y="72983"/>
                  </a:cubicBezTo>
                  <a:cubicBezTo>
                    <a:pt x="0" y="60051"/>
                    <a:pt x="10378" y="48412"/>
                    <a:pt x="24647" y="48412"/>
                  </a:cubicBezTo>
                  <a:close/>
                  <a:moveTo>
                    <a:pt x="242888" y="42062"/>
                  </a:moveTo>
                  <a:lnTo>
                    <a:pt x="285751" y="81750"/>
                  </a:lnTo>
                  <a:lnTo>
                    <a:pt x="279401" y="89687"/>
                  </a:lnTo>
                  <a:lnTo>
                    <a:pt x="200026" y="178587"/>
                  </a:lnTo>
                  <a:lnTo>
                    <a:pt x="193676" y="184937"/>
                  </a:lnTo>
                  <a:lnTo>
                    <a:pt x="150813" y="146837"/>
                  </a:lnTo>
                  <a:lnTo>
                    <a:pt x="155576" y="138899"/>
                  </a:lnTo>
                  <a:lnTo>
                    <a:pt x="236538" y="48412"/>
                  </a:lnTo>
                  <a:close/>
                  <a:moveTo>
                    <a:pt x="257175" y="26187"/>
                  </a:moveTo>
                  <a:lnTo>
                    <a:pt x="301625" y="64287"/>
                  </a:lnTo>
                  <a:lnTo>
                    <a:pt x="295275" y="72225"/>
                  </a:lnTo>
                  <a:lnTo>
                    <a:pt x="290513" y="75400"/>
                  </a:lnTo>
                  <a:lnTo>
                    <a:pt x="247650" y="37300"/>
                  </a:lnTo>
                  <a:lnTo>
                    <a:pt x="250825" y="34125"/>
                  </a:lnTo>
                  <a:close/>
                  <a:moveTo>
                    <a:pt x="285750" y="11899"/>
                  </a:moveTo>
                  <a:lnTo>
                    <a:pt x="279400" y="19837"/>
                  </a:lnTo>
                  <a:lnTo>
                    <a:pt x="304800" y="43649"/>
                  </a:lnTo>
                  <a:lnTo>
                    <a:pt x="312738" y="35712"/>
                  </a:lnTo>
                  <a:close/>
                  <a:moveTo>
                    <a:pt x="285265" y="516"/>
                  </a:moveTo>
                  <a:cubicBezTo>
                    <a:pt x="289152" y="-801"/>
                    <a:pt x="291744" y="516"/>
                    <a:pt x="294336" y="3151"/>
                  </a:cubicBezTo>
                  <a:cubicBezTo>
                    <a:pt x="294336" y="3151"/>
                    <a:pt x="294336" y="3151"/>
                    <a:pt x="318958" y="25545"/>
                  </a:cubicBezTo>
                  <a:cubicBezTo>
                    <a:pt x="324142" y="30814"/>
                    <a:pt x="325438" y="38718"/>
                    <a:pt x="320254" y="43987"/>
                  </a:cubicBezTo>
                  <a:cubicBezTo>
                    <a:pt x="320254" y="43987"/>
                    <a:pt x="320254" y="43987"/>
                    <a:pt x="305999" y="61112"/>
                  </a:cubicBezTo>
                  <a:cubicBezTo>
                    <a:pt x="305999" y="61112"/>
                    <a:pt x="305999" y="61112"/>
                    <a:pt x="261938" y="20276"/>
                  </a:cubicBezTo>
                  <a:cubicBezTo>
                    <a:pt x="261938" y="20276"/>
                    <a:pt x="261938" y="20276"/>
                    <a:pt x="276193" y="4468"/>
                  </a:cubicBezTo>
                  <a:cubicBezTo>
                    <a:pt x="278785" y="1834"/>
                    <a:pt x="281377" y="516"/>
                    <a:pt x="285265" y="5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29739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2D4D68B-E6ED-8FD7-2FA3-AAE09FB157E4}"/>
              </a:ext>
            </a:extLst>
          </p:cNvPr>
          <p:cNvGrpSpPr/>
          <p:nvPr/>
        </p:nvGrpSpPr>
        <p:grpSpPr>
          <a:xfrm>
            <a:off x="360693" y="369186"/>
            <a:ext cx="2664355" cy="523220"/>
            <a:chOff x="360693" y="369186"/>
            <a:chExt cx="2664355" cy="52322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DA5E7AE-ED13-400B-E692-2183442B6179}"/>
                </a:ext>
              </a:extLst>
            </p:cNvPr>
            <p:cNvSpPr txBox="1"/>
            <p:nvPr/>
          </p:nvSpPr>
          <p:spPr>
            <a:xfrm>
              <a:off x="360693" y="430741"/>
              <a:ext cx="8867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+mn-ea"/>
                </a:rPr>
                <a:t>01-1</a:t>
              </a:r>
              <a:endParaRPr lang="zh-CN" altLang="en-US" sz="24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F8B1054-BB2E-7D7E-00AC-5CE77A8844A9}"/>
                </a:ext>
              </a:extLst>
            </p:cNvPr>
            <p:cNvSpPr txBox="1"/>
            <p:nvPr/>
          </p:nvSpPr>
          <p:spPr>
            <a:xfrm>
              <a:off x="1301499" y="369186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逻辑运算符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B0580DA-B35C-4877-2758-479533871B64}"/>
              </a:ext>
            </a:extLst>
          </p:cNvPr>
          <p:cNvGrpSpPr/>
          <p:nvPr/>
        </p:nvGrpSpPr>
        <p:grpSpPr>
          <a:xfrm>
            <a:off x="189613" y="938808"/>
            <a:ext cx="6022219" cy="1023618"/>
            <a:chOff x="5295069" y="1493010"/>
            <a:chExt cx="6022219" cy="102361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A114BF5-859F-C6FB-6190-4378EF6B090C}"/>
                </a:ext>
              </a:extLst>
            </p:cNvPr>
            <p:cNvGrpSpPr/>
            <p:nvPr/>
          </p:nvGrpSpPr>
          <p:grpSpPr>
            <a:xfrm>
              <a:off x="6317132" y="1493010"/>
              <a:ext cx="5000156" cy="1023618"/>
              <a:chOff x="6723970" y="2930779"/>
              <a:chExt cx="5000156" cy="1023618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E449B73-C617-1B80-BF0C-76FE0CC47D15}"/>
                  </a:ext>
                </a:extLst>
              </p:cNvPr>
              <p:cNvSpPr/>
              <p:nvPr/>
            </p:nvSpPr>
            <p:spPr>
              <a:xfrm>
                <a:off x="6723970" y="3418866"/>
                <a:ext cx="5000156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&amp;&amp;,||,!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82ACD3C-09AA-C1BF-B434-37450D98A10F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2241974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逻辑运算符</a:t>
                </a:r>
              </a:p>
            </p:txBody>
          </p:sp>
        </p:grp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640EC3C-60D3-3E4F-D297-D78272EF6DCF}"/>
                </a:ext>
              </a:extLst>
            </p:cNvPr>
            <p:cNvSpPr/>
            <p:nvPr/>
          </p:nvSpPr>
          <p:spPr>
            <a:xfrm>
              <a:off x="5295069" y="1612730"/>
              <a:ext cx="770775" cy="770775"/>
            </a:xfrm>
            <a:prstGeom prst="ellipse">
              <a:avLst/>
            </a:prstGeom>
            <a:solidFill>
              <a:srgbClr val="C8AC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9" name="椭圆 25">
              <a:extLst>
                <a:ext uri="{FF2B5EF4-FFF2-40B4-BE49-F238E27FC236}">
                  <a16:creationId xmlns:a16="http://schemas.microsoft.com/office/drawing/2014/main" id="{EF5BACDA-B50B-39EE-8AA3-9E3FC19E2DF4}"/>
                </a:ext>
              </a:extLst>
            </p:cNvPr>
            <p:cNvSpPr/>
            <p:nvPr/>
          </p:nvSpPr>
          <p:spPr>
            <a:xfrm>
              <a:off x="5450298" y="1775093"/>
              <a:ext cx="460318" cy="446049"/>
            </a:xfrm>
            <a:custGeom>
              <a:avLst/>
              <a:gdLst>
                <a:gd name="connsiteX0" fmla="*/ 58918 w 323554"/>
                <a:gd name="connsiteY0" fmla="*/ 189699 h 313525"/>
                <a:gd name="connsiteX1" fmla="*/ 101421 w 323554"/>
                <a:gd name="connsiteY1" fmla="*/ 189699 h 313525"/>
                <a:gd name="connsiteX2" fmla="*/ 103997 w 323554"/>
                <a:gd name="connsiteY2" fmla="*/ 189699 h 313525"/>
                <a:gd name="connsiteX3" fmla="*/ 114301 w 323554"/>
                <a:gd name="connsiteY3" fmla="*/ 201731 h 313525"/>
                <a:gd name="connsiteX4" fmla="*/ 113013 w 323554"/>
                <a:gd name="connsiteY4" fmla="*/ 205741 h 313525"/>
                <a:gd name="connsiteX5" fmla="*/ 101421 w 323554"/>
                <a:gd name="connsiteY5" fmla="*/ 215099 h 313525"/>
                <a:gd name="connsiteX6" fmla="*/ 58918 w 323554"/>
                <a:gd name="connsiteY6" fmla="*/ 215099 h 313525"/>
                <a:gd name="connsiteX7" fmla="*/ 46038 w 323554"/>
                <a:gd name="connsiteY7" fmla="*/ 201731 h 313525"/>
                <a:gd name="connsiteX8" fmla="*/ 58918 w 323554"/>
                <a:gd name="connsiteY8" fmla="*/ 189699 h 313525"/>
                <a:gd name="connsiteX9" fmla="*/ 149225 w 323554"/>
                <a:gd name="connsiteY9" fmla="*/ 165887 h 313525"/>
                <a:gd name="connsiteX10" fmla="*/ 142875 w 323554"/>
                <a:gd name="connsiteY10" fmla="*/ 186525 h 313525"/>
                <a:gd name="connsiteX11" fmla="*/ 153988 w 323554"/>
                <a:gd name="connsiteY11" fmla="*/ 196050 h 313525"/>
                <a:gd name="connsiteX12" fmla="*/ 173038 w 323554"/>
                <a:gd name="connsiteY12" fmla="*/ 188112 h 313525"/>
                <a:gd name="connsiteX13" fmla="*/ 145188 w 323554"/>
                <a:gd name="connsiteY13" fmla="*/ 151599 h 313525"/>
                <a:gd name="connsiteX14" fmla="*/ 187326 w 323554"/>
                <a:gd name="connsiteY14" fmla="*/ 190104 h 313525"/>
                <a:gd name="connsiteX15" fmla="*/ 138803 w 323554"/>
                <a:gd name="connsiteY15" fmla="*/ 210640 h 313525"/>
                <a:gd name="connsiteX16" fmla="*/ 131142 w 323554"/>
                <a:gd name="connsiteY16" fmla="*/ 210640 h 313525"/>
                <a:gd name="connsiteX17" fmla="*/ 129865 w 323554"/>
                <a:gd name="connsiteY17" fmla="*/ 202939 h 313525"/>
                <a:gd name="connsiteX18" fmla="*/ 145188 w 323554"/>
                <a:gd name="connsiteY18" fmla="*/ 151599 h 313525"/>
                <a:gd name="connsiteX19" fmla="*/ 58982 w 323554"/>
                <a:gd name="connsiteY19" fmla="*/ 146837 h 313525"/>
                <a:gd name="connsiteX20" fmla="*/ 130176 w 323554"/>
                <a:gd name="connsiteY20" fmla="*/ 146837 h 313525"/>
                <a:gd name="connsiteX21" fmla="*/ 130176 w 323554"/>
                <a:gd name="connsiteY21" fmla="*/ 148186 h 313525"/>
                <a:gd name="connsiteX22" fmla="*/ 122409 w 323554"/>
                <a:gd name="connsiteY22" fmla="*/ 173825 h 313525"/>
                <a:gd name="connsiteX23" fmla="*/ 58982 w 323554"/>
                <a:gd name="connsiteY23" fmla="*/ 173825 h 313525"/>
                <a:gd name="connsiteX24" fmla="*/ 46038 w 323554"/>
                <a:gd name="connsiteY24" fmla="*/ 160331 h 313525"/>
                <a:gd name="connsiteX25" fmla="*/ 58982 w 323554"/>
                <a:gd name="connsiteY25" fmla="*/ 146837 h 313525"/>
                <a:gd name="connsiteX26" fmla="*/ 59011 w 323554"/>
                <a:gd name="connsiteY26" fmla="*/ 105562 h 313525"/>
                <a:gd name="connsiteX27" fmla="*/ 166688 w 323554"/>
                <a:gd name="connsiteY27" fmla="*/ 105562 h 313525"/>
                <a:gd name="connsiteX28" fmla="*/ 144634 w 323554"/>
                <a:gd name="connsiteY28" fmla="*/ 130962 h 313525"/>
                <a:gd name="connsiteX29" fmla="*/ 59011 w 323554"/>
                <a:gd name="connsiteY29" fmla="*/ 130962 h 313525"/>
                <a:gd name="connsiteX30" fmla="*/ 46038 w 323554"/>
                <a:gd name="connsiteY30" fmla="*/ 118930 h 313525"/>
                <a:gd name="connsiteX31" fmla="*/ 59011 w 323554"/>
                <a:gd name="connsiteY31" fmla="*/ 105562 h 313525"/>
                <a:gd name="connsiteX32" fmla="*/ 226883 w 323554"/>
                <a:gd name="connsiteY32" fmla="*/ 81749 h 313525"/>
                <a:gd name="connsiteX33" fmla="*/ 224292 w 323554"/>
                <a:gd name="connsiteY33" fmla="*/ 83037 h 313525"/>
                <a:gd name="connsiteX34" fmla="*/ 171159 w 323554"/>
                <a:gd name="connsiteY34" fmla="*/ 140996 h 313525"/>
                <a:gd name="connsiteX35" fmla="*/ 172455 w 323554"/>
                <a:gd name="connsiteY35" fmla="*/ 146148 h 313525"/>
                <a:gd name="connsiteX36" fmla="*/ 175047 w 323554"/>
                <a:gd name="connsiteY36" fmla="*/ 148724 h 313525"/>
                <a:gd name="connsiteX37" fmla="*/ 177639 w 323554"/>
                <a:gd name="connsiteY37" fmla="*/ 150012 h 313525"/>
                <a:gd name="connsiteX38" fmla="*/ 180230 w 323554"/>
                <a:gd name="connsiteY38" fmla="*/ 148724 h 313525"/>
                <a:gd name="connsiteX39" fmla="*/ 232067 w 323554"/>
                <a:gd name="connsiteY39" fmla="*/ 90765 h 313525"/>
                <a:gd name="connsiteX40" fmla="*/ 232067 w 323554"/>
                <a:gd name="connsiteY40" fmla="*/ 85613 h 313525"/>
                <a:gd name="connsiteX41" fmla="*/ 229475 w 323554"/>
                <a:gd name="connsiteY41" fmla="*/ 83037 h 313525"/>
                <a:gd name="connsiteX42" fmla="*/ 226883 w 323554"/>
                <a:gd name="connsiteY42" fmla="*/ 81749 h 313525"/>
                <a:gd name="connsiteX43" fmla="*/ 247254 w 323554"/>
                <a:gd name="connsiteY43" fmla="*/ 62303 h 313525"/>
                <a:gd name="connsiteX44" fmla="*/ 242491 w 323554"/>
                <a:gd name="connsiteY44" fmla="*/ 63493 h 313525"/>
                <a:gd name="connsiteX45" fmla="*/ 237729 w 323554"/>
                <a:gd name="connsiteY45" fmla="*/ 68256 h 313525"/>
                <a:gd name="connsiteX46" fmla="*/ 236538 w 323554"/>
                <a:gd name="connsiteY46" fmla="*/ 70637 h 313525"/>
                <a:gd name="connsiteX47" fmla="*/ 237729 w 323554"/>
                <a:gd name="connsiteY47" fmla="*/ 73019 h 313525"/>
                <a:gd name="connsiteX48" fmla="*/ 240110 w 323554"/>
                <a:gd name="connsiteY48" fmla="*/ 74209 h 313525"/>
                <a:gd name="connsiteX49" fmla="*/ 242491 w 323554"/>
                <a:gd name="connsiteY49" fmla="*/ 75400 h 313525"/>
                <a:gd name="connsiteX50" fmla="*/ 244873 w 323554"/>
                <a:gd name="connsiteY50" fmla="*/ 75400 h 313525"/>
                <a:gd name="connsiteX51" fmla="*/ 244873 w 323554"/>
                <a:gd name="connsiteY51" fmla="*/ 74209 h 313525"/>
                <a:gd name="connsiteX52" fmla="*/ 249635 w 323554"/>
                <a:gd name="connsiteY52" fmla="*/ 69447 h 313525"/>
                <a:gd name="connsiteX53" fmla="*/ 249635 w 323554"/>
                <a:gd name="connsiteY53" fmla="*/ 64684 h 313525"/>
                <a:gd name="connsiteX54" fmla="*/ 247254 w 323554"/>
                <a:gd name="connsiteY54" fmla="*/ 62303 h 313525"/>
                <a:gd name="connsiteX55" fmla="*/ 24647 w 323554"/>
                <a:gd name="connsiteY55" fmla="*/ 48412 h 313525"/>
                <a:gd name="connsiteX56" fmla="*/ 201069 w 323554"/>
                <a:gd name="connsiteY56" fmla="*/ 48412 h 313525"/>
                <a:gd name="connsiteX57" fmla="*/ 214041 w 323554"/>
                <a:gd name="connsiteY57" fmla="*/ 52292 h 313525"/>
                <a:gd name="connsiteX58" fmla="*/ 193285 w 323554"/>
                <a:gd name="connsiteY58" fmla="*/ 76863 h 313525"/>
                <a:gd name="connsiteX59" fmla="*/ 181610 w 323554"/>
                <a:gd name="connsiteY59" fmla="*/ 72983 h 313525"/>
                <a:gd name="connsiteX60" fmla="*/ 45403 w 323554"/>
                <a:gd name="connsiteY60" fmla="*/ 72983 h 313525"/>
                <a:gd name="connsiteX61" fmla="*/ 24647 w 323554"/>
                <a:gd name="connsiteY61" fmla="*/ 93675 h 313525"/>
                <a:gd name="connsiteX62" fmla="*/ 24647 w 323554"/>
                <a:gd name="connsiteY62" fmla="*/ 268262 h 313525"/>
                <a:gd name="connsiteX63" fmla="*/ 45403 w 323554"/>
                <a:gd name="connsiteY63" fmla="*/ 287660 h 313525"/>
                <a:gd name="connsiteX64" fmla="*/ 181610 w 323554"/>
                <a:gd name="connsiteY64" fmla="*/ 287660 h 313525"/>
                <a:gd name="connsiteX65" fmla="*/ 202366 w 323554"/>
                <a:gd name="connsiteY65" fmla="*/ 268262 h 313525"/>
                <a:gd name="connsiteX66" fmla="*/ 202366 w 323554"/>
                <a:gd name="connsiteY66" fmla="*/ 202307 h 313525"/>
                <a:gd name="connsiteX67" fmla="*/ 203663 w 323554"/>
                <a:gd name="connsiteY67" fmla="*/ 201014 h 313525"/>
                <a:gd name="connsiteX68" fmla="*/ 206258 w 323554"/>
                <a:gd name="connsiteY68" fmla="*/ 198427 h 313525"/>
                <a:gd name="connsiteX69" fmla="*/ 227013 w 323554"/>
                <a:gd name="connsiteY69" fmla="*/ 175149 h 313525"/>
                <a:gd name="connsiteX70" fmla="*/ 227013 w 323554"/>
                <a:gd name="connsiteY70" fmla="*/ 287660 h 313525"/>
                <a:gd name="connsiteX71" fmla="*/ 201069 w 323554"/>
                <a:gd name="connsiteY71" fmla="*/ 313525 h 313525"/>
                <a:gd name="connsiteX72" fmla="*/ 25944 w 323554"/>
                <a:gd name="connsiteY72" fmla="*/ 313525 h 313525"/>
                <a:gd name="connsiteX73" fmla="*/ 0 w 323554"/>
                <a:gd name="connsiteY73" fmla="*/ 287660 h 313525"/>
                <a:gd name="connsiteX74" fmla="*/ 0 w 323554"/>
                <a:gd name="connsiteY74" fmla="*/ 72983 h 313525"/>
                <a:gd name="connsiteX75" fmla="*/ 24647 w 323554"/>
                <a:gd name="connsiteY75" fmla="*/ 48412 h 313525"/>
                <a:gd name="connsiteX76" fmla="*/ 242888 w 323554"/>
                <a:gd name="connsiteY76" fmla="*/ 42062 h 313525"/>
                <a:gd name="connsiteX77" fmla="*/ 285751 w 323554"/>
                <a:gd name="connsiteY77" fmla="*/ 81750 h 313525"/>
                <a:gd name="connsiteX78" fmla="*/ 279401 w 323554"/>
                <a:gd name="connsiteY78" fmla="*/ 89687 h 313525"/>
                <a:gd name="connsiteX79" fmla="*/ 200026 w 323554"/>
                <a:gd name="connsiteY79" fmla="*/ 178587 h 313525"/>
                <a:gd name="connsiteX80" fmla="*/ 193676 w 323554"/>
                <a:gd name="connsiteY80" fmla="*/ 184937 h 313525"/>
                <a:gd name="connsiteX81" fmla="*/ 150813 w 323554"/>
                <a:gd name="connsiteY81" fmla="*/ 146837 h 313525"/>
                <a:gd name="connsiteX82" fmla="*/ 155576 w 323554"/>
                <a:gd name="connsiteY82" fmla="*/ 138899 h 313525"/>
                <a:gd name="connsiteX83" fmla="*/ 236538 w 323554"/>
                <a:gd name="connsiteY83" fmla="*/ 48412 h 313525"/>
                <a:gd name="connsiteX84" fmla="*/ 257175 w 323554"/>
                <a:gd name="connsiteY84" fmla="*/ 26187 h 313525"/>
                <a:gd name="connsiteX85" fmla="*/ 301625 w 323554"/>
                <a:gd name="connsiteY85" fmla="*/ 64287 h 313525"/>
                <a:gd name="connsiteX86" fmla="*/ 295275 w 323554"/>
                <a:gd name="connsiteY86" fmla="*/ 72225 h 313525"/>
                <a:gd name="connsiteX87" fmla="*/ 290513 w 323554"/>
                <a:gd name="connsiteY87" fmla="*/ 75400 h 313525"/>
                <a:gd name="connsiteX88" fmla="*/ 247650 w 323554"/>
                <a:gd name="connsiteY88" fmla="*/ 37300 h 313525"/>
                <a:gd name="connsiteX89" fmla="*/ 250825 w 323554"/>
                <a:gd name="connsiteY89" fmla="*/ 34125 h 313525"/>
                <a:gd name="connsiteX90" fmla="*/ 285750 w 323554"/>
                <a:gd name="connsiteY90" fmla="*/ 11899 h 313525"/>
                <a:gd name="connsiteX91" fmla="*/ 279400 w 323554"/>
                <a:gd name="connsiteY91" fmla="*/ 19837 h 313525"/>
                <a:gd name="connsiteX92" fmla="*/ 304800 w 323554"/>
                <a:gd name="connsiteY92" fmla="*/ 43649 h 313525"/>
                <a:gd name="connsiteX93" fmla="*/ 312738 w 323554"/>
                <a:gd name="connsiteY93" fmla="*/ 35712 h 313525"/>
                <a:gd name="connsiteX94" fmla="*/ 285265 w 323554"/>
                <a:gd name="connsiteY94" fmla="*/ 516 h 313525"/>
                <a:gd name="connsiteX95" fmla="*/ 294336 w 323554"/>
                <a:gd name="connsiteY95" fmla="*/ 3151 h 313525"/>
                <a:gd name="connsiteX96" fmla="*/ 318958 w 323554"/>
                <a:gd name="connsiteY96" fmla="*/ 25545 h 313525"/>
                <a:gd name="connsiteX97" fmla="*/ 320254 w 323554"/>
                <a:gd name="connsiteY97" fmla="*/ 43987 h 313525"/>
                <a:gd name="connsiteX98" fmla="*/ 305999 w 323554"/>
                <a:gd name="connsiteY98" fmla="*/ 61112 h 313525"/>
                <a:gd name="connsiteX99" fmla="*/ 261938 w 323554"/>
                <a:gd name="connsiteY99" fmla="*/ 20276 h 313525"/>
                <a:gd name="connsiteX100" fmla="*/ 276193 w 323554"/>
                <a:gd name="connsiteY100" fmla="*/ 4468 h 313525"/>
                <a:gd name="connsiteX101" fmla="*/ 285265 w 323554"/>
                <a:gd name="connsiteY101" fmla="*/ 516 h 31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23554" h="313525">
                  <a:moveTo>
                    <a:pt x="58918" y="189699"/>
                  </a:moveTo>
                  <a:cubicBezTo>
                    <a:pt x="58918" y="189699"/>
                    <a:pt x="58918" y="189699"/>
                    <a:pt x="101421" y="189699"/>
                  </a:cubicBezTo>
                  <a:cubicBezTo>
                    <a:pt x="102709" y="189699"/>
                    <a:pt x="102709" y="189699"/>
                    <a:pt x="103997" y="189699"/>
                  </a:cubicBezTo>
                  <a:cubicBezTo>
                    <a:pt x="109149" y="189699"/>
                    <a:pt x="114301" y="195046"/>
                    <a:pt x="114301" y="201731"/>
                  </a:cubicBezTo>
                  <a:cubicBezTo>
                    <a:pt x="114301" y="203067"/>
                    <a:pt x="114301" y="204404"/>
                    <a:pt x="113013" y="205741"/>
                  </a:cubicBezTo>
                  <a:cubicBezTo>
                    <a:pt x="111725" y="211088"/>
                    <a:pt x="107861" y="215099"/>
                    <a:pt x="101421" y="215099"/>
                  </a:cubicBezTo>
                  <a:cubicBezTo>
                    <a:pt x="101421" y="215099"/>
                    <a:pt x="101421" y="215099"/>
                    <a:pt x="58918" y="215099"/>
                  </a:cubicBezTo>
                  <a:cubicBezTo>
                    <a:pt x="51190" y="215099"/>
                    <a:pt x="46038" y="209752"/>
                    <a:pt x="46038" y="201731"/>
                  </a:cubicBezTo>
                  <a:cubicBezTo>
                    <a:pt x="46038" y="195046"/>
                    <a:pt x="51190" y="189699"/>
                    <a:pt x="58918" y="189699"/>
                  </a:cubicBezTo>
                  <a:close/>
                  <a:moveTo>
                    <a:pt x="149225" y="165887"/>
                  </a:moveTo>
                  <a:lnTo>
                    <a:pt x="142875" y="186525"/>
                  </a:lnTo>
                  <a:lnTo>
                    <a:pt x="153988" y="196050"/>
                  </a:lnTo>
                  <a:lnTo>
                    <a:pt x="173038" y="188112"/>
                  </a:lnTo>
                  <a:close/>
                  <a:moveTo>
                    <a:pt x="145188" y="151599"/>
                  </a:moveTo>
                  <a:cubicBezTo>
                    <a:pt x="145188" y="151599"/>
                    <a:pt x="145188" y="151599"/>
                    <a:pt x="187326" y="190104"/>
                  </a:cubicBezTo>
                  <a:cubicBezTo>
                    <a:pt x="187326" y="190104"/>
                    <a:pt x="187326" y="190104"/>
                    <a:pt x="138803" y="210640"/>
                  </a:cubicBezTo>
                  <a:cubicBezTo>
                    <a:pt x="136249" y="211924"/>
                    <a:pt x="133696" y="211924"/>
                    <a:pt x="131142" y="210640"/>
                  </a:cubicBezTo>
                  <a:cubicBezTo>
                    <a:pt x="129865" y="208073"/>
                    <a:pt x="128588" y="205506"/>
                    <a:pt x="129865" y="202939"/>
                  </a:cubicBezTo>
                  <a:cubicBezTo>
                    <a:pt x="129865" y="202939"/>
                    <a:pt x="129865" y="202939"/>
                    <a:pt x="145188" y="151599"/>
                  </a:cubicBezTo>
                  <a:close/>
                  <a:moveTo>
                    <a:pt x="58982" y="146837"/>
                  </a:moveTo>
                  <a:cubicBezTo>
                    <a:pt x="58982" y="146837"/>
                    <a:pt x="58982" y="146837"/>
                    <a:pt x="130176" y="146837"/>
                  </a:cubicBezTo>
                  <a:cubicBezTo>
                    <a:pt x="130176" y="148186"/>
                    <a:pt x="130176" y="148186"/>
                    <a:pt x="130176" y="148186"/>
                  </a:cubicBezTo>
                  <a:lnTo>
                    <a:pt x="122409" y="173825"/>
                  </a:lnTo>
                  <a:cubicBezTo>
                    <a:pt x="122409" y="173825"/>
                    <a:pt x="122409" y="173825"/>
                    <a:pt x="58982" y="173825"/>
                  </a:cubicBezTo>
                  <a:cubicBezTo>
                    <a:pt x="51216" y="173825"/>
                    <a:pt x="46038" y="167078"/>
                    <a:pt x="46038" y="160331"/>
                  </a:cubicBezTo>
                  <a:cubicBezTo>
                    <a:pt x="46038" y="153584"/>
                    <a:pt x="51216" y="146837"/>
                    <a:pt x="58982" y="146837"/>
                  </a:cubicBezTo>
                  <a:close/>
                  <a:moveTo>
                    <a:pt x="59011" y="105562"/>
                  </a:moveTo>
                  <a:lnTo>
                    <a:pt x="166688" y="105562"/>
                  </a:lnTo>
                  <a:cubicBezTo>
                    <a:pt x="166688" y="105562"/>
                    <a:pt x="166688" y="105562"/>
                    <a:pt x="144634" y="130962"/>
                  </a:cubicBezTo>
                  <a:cubicBezTo>
                    <a:pt x="144634" y="130962"/>
                    <a:pt x="144634" y="130962"/>
                    <a:pt x="59011" y="130962"/>
                  </a:cubicBezTo>
                  <a:cubicBezTo>
                    <a:pt x="51227" y="130962"/>
                    <a:pt x="46038" y="125615"/>
                    <a:pt x="46038" y="118930"/>
                  </a:cubicBezTo>
                  <a:cubicBezTo>
                    <a:pt x="46038" y="110909"/>
                    <a:pt x="51227" y="105562"/>
                    <a:pt x="59011" y="105562"/>
                  </a:cubicBezTo>
                  <a:close/>
                  <a:moveTo>
                    <a:pt x="226883" y="81749"/>
                  </a:moveTo>
                  <a:cubicBezTo>
                    <a:pt x="225587" y="81749"/>
                    <a:pt x="224292" y="83037"/>
                    <a:pt x="224292" y="83037"/>
                  </a:cubicBezTo>
                  <a:cubicBezTo>
                    <a:pt x="224292" y="83037"/>
                    <a:pt x="224292" y="83037"/>
                    <a:pt x="171159" y="140996"/>
                  </a:cubicBezTo>
                  <a:cubicBezTo>
                    <a:pt x="169863" y="142284"/>
                    <a:pt x="169863" y="144860"/>
                    <a:pt x="172455" y="146148"/>
                  </a:cubicBezTo>
                  <a:cubicBezTo>
                    <a:pt x="172455" y="146148"/>
                    <a:pt x="172455" y="146148"/>
                    <a:pt x="175047" y="148724"/>
                  </a:cubicBezTo>
                  <a:cubicBezTo>
                    <a:pt x="175047" y="148724"/>
                    <a:pt x="176343" y="150012"/>
                    <a:pt x="177639" y="150012"/>
                  </a:cubicBezTo>
                  <a:cubicBezTo>
                    <a:pt x="177639" y="150012"/>
                    <a:pt x="178934" y="148724"/>
                    <a:pt x="180230" y="148724"/>
                  </a:cubicBezTo>
                  <a:cubicBezTo>
                    <a:pt x="180230" y="148724"/>
                    <a:pt x="180230" y="148724"/>
                    <a:pt x="232067" y="90765"/>
                  </a:cubicBezTo>
                  <a:cubicBezTo>
                    <a:pt x="233363" y="89477"/>
                    <a:pt x="233363" y="86901"/>
                    <a:pt x="232067" y="85613"/>
                  </a:cubicBezTo>
                  <a:cubicBezTo>
                    <a:pt x="232067" y="85613"/>
                    <a:pt x="232067" y="85613"/>
                    <a:pt x="229475" y="83037"/>
                  </a:cubicBezTo>
                  <a:cubicBezTo>
                    <a:pt x="228179" y="81749"/>
                    <a:pt x="226883" y="81749"/>
                    <a:pt x="226883" y="81749"/>
                  </a:cubicBezTo>
                  <a:close/>
                  <a:moveTo>
                    <a:pt x="247254" y="62303"/>
                  </a:moveTo>
                  <a:cubicBezTo>
                    <a:pt x="244873" y="61112"/>
                    <a:pt x="243682" y="62303"/>
                    <a:pt x="242491" y="63493"/>
                  </a:cubicBezTo>
                  <a:cubicBezTo>
                    <a:pt x="242491" y="63493"/>
                    <a:pt x="242491" y="63493"/>
                    <a:pt x="237729" y="68256"/>
                  </a:cubicBezTo>
                  <a:cubicBezTo>
                    <a:pt x="237729" y="68256"/>
                    <a:pt x="236538" y="69447"/>
                    <a:pt x="236538" y="70637"/>
                  </a:cubicBezTo>
                  <a:cubicBezTo>
                    <a:pt x="236538" y="70637"/>
                    <a:pt x="237729" y="71828"/>
                    <a:pt x="237729" y="73019"/>
                  </a:cubicBezTo>
                  <a:cubicBezTo>
                    <a:pt x="237729" y="73019"/>
                    <a:pt x="237729" y="73019"/>
                    <a:pt x="240110" y="74209"/>
                  </a:cubicBezTo>
                  <a:cubicBezTo>
                    <a:pt x="241301" y="75400"/>
                    <a:pt x="242491" y="75400"/>
                    <a:pt x="242491" y="75400"/>
                  </a:cubicBezTo>
                  <a:cubicBezTo>
                    <a:pt x="243682" y="75400"/>
                    <a:pt x="243682" y="75400"/>
                    <a:pt x="244873" y="75400"/>
                  </a:cubicBezTo>
                  <a:cubicBezTo>
                    <a:pt x="244873" y="74209"/>
                    <a:pt x="244873" y="74209"/>
                    <a:pt x="244873" y="74209"/>
                  </a:cubicBezTo>
                  <a:cubicBezTo>
                    <a:pt x="244873" y="74209"/>
                    <a:pt x="244873" y="74209"/>
                    <a:pt x="249635" y="69447"/>
                  </a:cubicBezTo>
                  <a:cubicBezTo>
                    <a:pt x="250826" y="68256"/>
                    <a:pt x="250826" y="65875"/>
                    <a:pt x="249635" y="64684"/>
                  </a:cubicBezTo>
                  <a:cubicBezTo>
                    <a:pt x="249635" y="64684"/>
                    <a:pt x="249635" y="64684"/>
                    <a:pt x="247254" y="62303"/>
                  </a:cubicBezTo>
                  <a:close/>
                  <a:moveTo>
                    <a:pt x="24647" y="48412"/>
                  </a:moveTo>
                  <a:cubicBezTo>
                    <a:pt x="24647" y="48412"/>
                    <a:pt x="24647" y="48412"/>
                    <a:pt x="201069" y="48412"/>
                  </a:cubicBezTo>
                  <a:cubicBezTo>
                    <a:pt x="206258" y="48412"/>
                    <a:pt x="210149" y="49705"/>
                    <a:pt x="214041" y="52292"/>
                  </a:cubicBezTo>
                  <a:cubicBezTo>
                    <a:pt x="214041" y="52292"/>
                    <a:pt x="214041" y="52292"/>
                    <a:pt x="193285" y="76863"/>
                  </a:cubicBezTo>
                  <a:cubicBezTo>
                    <a:pt x="189394" y="74277"/>
                    <a:pt x="185502" y="72983"/>
                    <a:pt x="181610" y="72983"/>
                  </a:cubicBezTo>
                  <a:cubicBezTo>
                    <a:pt x="181610" y="72983"/>
                    <a:pt x="181610" y="72983"/>
                    <a:pt x="45403" y="72983"/>
                  </a:cubicBezTo>
                  <a:cubicBezTo>
                    <a:pt x="33728" y="72983"/>
                    <a:pt x="24647" y="82036"/>
                    <a:pt x="24647" y="93675"/>
                  </a:cubicBezTo>
                  <a:cubicBezTo>
                    <a:pt x="24647" y="93675"/>
                    <a:pt x="24647" y="93675"/>
                    <a:pt x="24647" y="268262"/>
                  </a:cubicBezTo>
                  <a:cubicBezTo>
                    <a:pt x="24647" y="278608"/>
                    <a:pt x="33728" y="287660"/>
                    <a:pt x="45403" y="287660"/>
                  </a:cubicBezTo>
                  <a:cubicBezTo>
                    <a:pt x="45403" y="287660"/>
                    <a:pt x="45403" y="287660"/>
                    <a:pt x="181610" y="287660"/>
                  </a:cubicBezTo>
                  <a:cubicBezTo>
                    <a:pt x="193285" y="287660"/>
                    <a:pt x="202366" y="278608"/>
                    <a:pt x="202366" y="268262"/>
                  </a:cubicBezTo>
                  <a:cubicBezTo>
                    <a:pt x="202366" y="268262"/>
                    <a:pt x="202366" y="268262"/>
                    <a:pt x="202366" y="202307"/>
                  </a:cubicBezTo>
                  <a:cubicBezTo>
                    <a:pt x="202366" y="202307"/>
                    <a:pt x="202366" y="201014"/>
                    <a:pt x="203663" y="201014"/>
                  </a:cubicBezTo>
                  <a:cubicBezTo>
                    <a:pt x="203663" y="199720"/>
                    <a:pt x="204960" y="199720"/>
                    <a:pt x="206258" y="198427"/>
                  </a:cubicBezTo>
                  <a:cubicBezTo>
                    <a:pt x="206258" y="198427"/>
                    <a:pt x="206258" y="198427"/>
                    <a:pt x="227013" y="175149"/>
                  </a:cubicBezTo>
                  <a:cubicBezTo>
                    <a:pt x="227013" y="175149"/>
                    <a:pt x="227013" y="175149"/>
                    <a:pt x="227013" y="287660"/>
                  </a:cubicBezTo>
                  <a:cubicBezTo>
                    <a:pt x="227013" y="301886"/>
                    <a:pt x="215338" y="313525"/>
                    <a:pt x="201069" y="313525"/>
                  </a:cubicBezTo>
                  <a:cubicBezTo>
                    <a:pt x="201069" y="313525"/>
                    <a:pt x="201069" y="313525"/>
                    <a:pt x="25944" y="313525"/>
                  </a:cubicBezTo>
                  <a:cubicBezTo>
                    <a:pt x="11675" y="313525"/>
                    <a:pt x="0" y="301886"/>
                    <a:pt x="0" y="287660"/>
                  </a:cubicBezTo>
                  <a:cubicBezTo>
                    <a:pt x="0" y="287660"/>
                    <a:pt x="0" y="287660"/>
                    <a:pt x="0" y="72983"/>
                  </a:cubicBezTo>
                  <a:cubicBezTo>
                    <a:pt x="0" y="60051"/>
                    <a:pt x="10378" y="48412"/>
                    <a:pt x="24647" y="48412"/>
                  </a:cubicBezTo>
                  <a:close/>
                  <a:moveTo>
                    <a:pt x="242888" y="42062"/>
                  </a:moveTo>
                  <a:lnTo>
                    <a:pt x="285751" y="81750"/>
                  </a:lnTo>
                  <a:lnTo>
                    <a:pt x="279401" y="89687"/>
                  </a:lnTo>
                  <a:lnTo>
                    <a:pt x="200026" y="178587"/>
                  </a:lnTo>
                  <a:lnTo>
                    <a:pt x="193676" y="184937"/>
                  </a:lnTo>
                  <a:lnTo>
                    <a:pt x="150813" y="146837"/>
                  </a:lnTo>
                  <a:lnTo>
                    <a:pt x="155576" y="138899"/>
                  </a:lnTo>
                  <a:lnTo>
                    <a:pt x="236538" y="48412"/>
                  </a:lnTo>
                  <a:close/>
                  <a:moveTo>
                    <a:pt x="257175" y="26187"/>
                  </a:moveTo>
                  <a:lnTo>
                    <a:pt x="301625" y="64287"/>
                  </a:lnTo>
                  <a:lnTo>
                    <a:pt x="295275" y="72225"/>
                  </a:lnTo>
                  <a:lnTo>
                    <a:pt x="290513" y="75400"/>
                  </a:lnTo>
                  <a:lnTo>
                    <a:pt x="247650" y="37300"/>
                  </a:lnTo>
                  <a:lnTo>
                    <a:pt x="250825" y="34125"/>
                  </a:lnTo>
                  <a:close/>
                  <a:moveTo>
                    <a:pt x="285750" y="11899"/>
                  </a:moveTo>
                  <a:lnTo>
                    <a:pt x="279400" y="19837"/>
                  </a:lnTo>
                  <a:lnTo>
                    <a:pt x="304800" y="43649"/>
                  </a:lnTo>
                  <a:lnTo>
                    <a:pt x="312738" y="35712"/>
                  </a:lnTo>
                  <a:close/>
                  <a:moveTo>
                    <a:pt x="285265" y="516"/>
                  </a:moveTo>
                  <a:cubicBezTo>
                    <a:pt x="289152" y="-801"/>
                    <a:pt x="291744" y="516"/>
                    <a:pt x="294336" y="3151"/>
                  </a:cubicBezTo>
                  <a:cubicBezTo>
                    <a:pt x="294336" y="3151"/>
                    <a:pt x="294336" y="3151"/>
                    <a:pt x="318958" y="25545"/>
                  </a:cubicBezTo>
                  <a:cubicBezTo>
                    <a:pt x="324142" y="30814"/>
                    <a:pt x="325438" y="38718"/>
                    <a:pt x="320254" y="43987"/>
                  </a:cubicBezTo>
                  <a:cubicBezTo>
                    <a:pt x="320254" y="43987"/>
                    <a:pt x="320254" y="43987"/>
                    <a:pt x="305999" y="61112"/>
                  </a:cubicBezTo>
                  <a:cubicBezTo>
                    <a:pt x="305999" y="61112"/>
                    <a:pt x="305999" y="61112"/>
                    <a:pt x="261938" y="20276"/>
                  </a:cubicBezTo>
                  <a:cubicBezTo>
                    <a:pt x="261938" y="20276"/>
                    <a:pt x="261938" y="20276"/>
                    <a:pt x="276193" y="4468"/>
                  </a:cubicBezTo>
                  <a:cubicBezTo>
                    <a:pt x="278785" y="1834"/>
                    <a:pt x="281377" y="516"/>
                    <a:pt x="285265" y="5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781705B-8093-B49C-25FF-060A3B17A854}"/>
              </a:ext>
            </a:extLst>
          </p:cNvPr>
          <p:cNvGrpSpPr/>
          <p:nvPr/>
        </p:nvGrpSpPr>
        <p:grpSpPr>
          <a:xfrm>
            <a:off x="189613" y="2005752"/>
            <a:ext cx="6022219" cy="985518"/>
            <a:chOff x="5295069" y="2717516"/>
            <a:chExt cx="6022219" cy="985518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AD65AE09-6959-CD90-2A8B-E07538F2EE53}"/>
                </a:ext>
              </a:extLst>
            </p:cNvPr>
            <p:cNvGrpSpPr/>
            <p:nvPr/>
          </p:nvGrpSpPr>
          <p:grpSpPr>
            <a:xfrm>
              <a:off x="6317132" y="2717516"/>
              <a:ext cx="5000156" cy="985518"/>
              <a:chOff x="6723970" y="2930779"/>
              <a:chExt cx="5000156" cy="985518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FCD2774-1979-4E58-F53C-C3F094A3EDEA}"/>
                  </a:ext>
                </a:extLst>
              </p:cNvPr>
              <p:cNvSpPr/>
              <p:nvPr/>
            </p:nvSpPr>
            <p:spPr>
              <a:xfrm>
                <a:off x="6723970" y="3380766"/>
                <a:ext cx="5000156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真：</a:t>
                </a: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1</a:t>
                </a: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；假：</a:t>
                </a: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0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E02D8AC-D076-F73A-ADCF-68A73DECDD48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3245968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逻辑表达式的值</a:t>
                </a:r>
              </a:p>
            </p:txBody>
          </p:sp>
        </p:grp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068971A-C00F-0A5A-4590-CC7EBE41F667}"/>
                </a:ext>
              </a:extLst>
            </p:cNvPr>
            <p:cNvSpPr/>
            <p:nvPr/>
          </p:nvSpPr>
          <p:spPr>
            <a:xfrm>
              <a:off x="5295069" y="2837236"/>
              <a:ext cx="770775" cy="770775"/>
            </a:xfrm>
            <a:prstGeom prst="ellipse">
              <a:avLst/>
            </a:prstGeom>
            <a:solidFill>
              <a:srgbClr val="BFC3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23" name="椭圆 30">
              <a:extLst>
                <a:ext uri="{FF2B5EF4-FFF2-40B4-BE49-F238E27FC236}">
                  <a16:creationId xmlns:a16="http://schemas.microsoft.com/office/drawing/2014/main" id="{B2D89C65-F843-F54E-D450-896194E5012B}"/>
                </a:ext>
              </a:extLst>
            </p:cNvPr>
            <p:cNvSpPr/>
            <p:nvPr/>
          </p:nvSpPr>
          <p:spPr>
            <a:xfrm>
              <a:off x="5494989" y="2992465"/>
              <a:ext cx="370936" cy="460318"/>
            </a:xfrm>
            <a:custGeom>
              <a:avLst/>
              <a:gdLst>
                <a:gd name="connsiteX0" fmla="*/ 132984 w 263525"/>
                <a:gd name="connsiteY0" fmla="*/ 325821 h 327025"/>
                <a:gd name="connsiteX1" fmla="*/ 131763 w 263525"/>
                <a:gd name="connsiteY1" fmla="*/ 327025 h 327025"/>
                <a:gd name="connsiteX2" fmla="*/ 130542 w 263525"/>
                <a:gd name="connsiteY2" fmla="*/ 325821 h 327025"/>
                <a:gd name="connsiteX3" fmla="*/ 131763 w 263525"/>
                <a:gd name="connsiteY3" fmla="*/ 325871 h 327025"/>
                <a:gd name="connsiteX4" fmla="*/ 27895 w 263525"/>
                <a:gd name="connsiteY4" fmla="*/ 58738 h 327025"/>
                <a:gd name="connsiteX5" fmla="*/ 37420 w 263525"/>
                <a:gd name="connsiteY5" fmla="*/ 61336 h 327025"/>
                <a:gd name="connsiteX6" fmla="*/ 37420 w 263525"/>
                <a:gd name="connsiteY6" fmla="*/ 141866 h 327025"/>
                <a:gd name="connsiteX7" fmla="*/ 42863 w 263525"/>
                <a:gd name="connsiteY7" fmla="*/ 149659 h 327025"/>
                <a:gd name="connsiteX8" fmla="*/ 33338 w 263525"/>
                <a:gd name="connsiteY8" fmla="*/ 158751 h 327025"/>
                <a:gd name="connsiteX9" fmla="*/ 23813 w 263525"/>
                <a:gd name="connsiteY9" fmla="*/ 149659 h 327025"/>
                <a:gd name="connsiteX10" fmla="*/ 27895 w 263525"/>
                <a:gd name="connsiteY10" fmla="*/ 141866 h 327025"/>
                <a:gd name="connsiteX11" fmla="*/ 27895 w 263525"/>
                <a:gd name="connsiteY11" fmla="*/ 58738 h 327025"/>
                <a:gd name="connsiteX12" fmla="*/ 131763 w 263525"/>
                <a:gd name="connsiteY12" fmla="*/ 0 h 327025"/>
                <a:gd name="connsiteX13" fmla="*/ 258358 w 263525"/>
                <a:gd name="connsiteY13" fmla="*/ 45305 h 327025"/>
                <a:gd name="connsiteX14" fmla="*/ 209270 w 263525"/>
                <a:gd name="connsiteY14" fmla="*/ 62133 h 327025"/>
                <a:gd name="connsiteX15" fmla="*/ 209270 w 263525"/>
                <a:gd name="connsiteY15" fmla="*/ 113909 h 327025"/>
                <a:gd name="connsiteX16" fmla="*/ 204103 w 263525"/>
                <a:gd name="connsiteY16" fmla="*/ 121676 h 327025"/>
                <a:gd name="connsiteX17" fmla="*/ 164057 w 263525"/>
                <a:gd name="connsiteY17" fmla="*/ 192869 h 327025"/>
                <a:gd name="connsiteX18" fmla="*/ 263525 w 263525"/>
                <a:gd name="connsiteY18" fmla="*/ 293834 h 327025"/>
                <a:gd name="connsiteX19" fmla="*/ 180144 w 263525"/>
                <a:gd name="connsiteY19" fmla="*/ 323869 h 327025"/>
                <a:gd name="connsiteX20" fmla="*/ 132984 w 263525"/>
                <a:gd name="connsiteY20" fmla="*/ 325821 h 327025"/>
                <a:gd name="connsiteX21" fmla="*/ 169863 w 263525"/>
                <a:gd name="connsiteY21" fmla="*/ 289444 h 327025"/>
                <a:gd name="connsiteX22" fmla="*/ 138332 w 263525"/>
                <a:gd name="connsiteY22" fmla="*/ 214280 h 327025"/>
                <a:gd name="connsiteX23" fmla="*/ 150156 w 263525"/>
                <a:gd name="connsiteY23" fmla="*/ 200025 h 327025"/>
                <a:gd name="connsiteX24" fmla="*/ 131763 w 263525"/>
                <a:gd name="connsiteY24" fmla="*/ 203913 h 327025"/>
                <a:gd name="connsiteX25" fmla="*/ 113370 w 263525"/>
                <a:gd name="connsiteY25" fmla="*/ 200025 h 327025"/>
                <a:gd name="connsiteX26" fmla="*/ 125194 w 263525"/>
                <a:gd name="connsiteY26" fmla="*/ 214280 h 327025"/>
                <a:gd name="connsiteX27" fmla="*/ 126508 w 263525"/>
                <a:gd name="connsiteY27" fmla="*/ 214280 h 327025"/>
                <a:gd name="connsiteX28" fmla="*/ 93663 w 263525"/>
                <a:gd name="connsiteY28" fmla="*/ 289444 h 327025"/>
                <a:gd name="connsiteX29" fmla="*/ 109737 w 263525"/>
                <a:gd name="connsiteY29" fmla="*/ 305298 h 327025"/>
                <a:gd name="connsiteX30" fmla="*/ 130542 w 263525"/>
                <a:gd name="connsiteY30" fmla="*/ 325821 h 327025"/>
                <a:gd name="connsiteX31" fmla="*/ 83381 w 263525"/>
                <a:gd name="connsiteY31" fmla="*/ 323869 h 327025"/>
                <a:gd name="connsiteX32" fmla="*/ 0 w 263525"/>
                <a:gd name="connsiteY32" fmla="*/ 293834 h 327025"/>
                <a:gd name="connsiteX33" fmla="*/ 99468 w 263525"/>
                <a:gd name="connsiteY33" fmla="*/ 192869 h 327025"/>
                <a:gd name="connsiteX34" fmla="*/ 59423 w 263525"/>
                <a:gd name="connsiteY34" fmla="*/ 121676 h 327025"/>
                <a:gd name="connsiteX35" fmla="*/ 54255 w 263525"/>
                <a:gd name="connsiteY35" fmla="*/ 113909 h 327025"/>
                <a:gd name="connsiteX36" fmla="*/ 54255 w 263525"/>
                <a:gd name="connsiteY36" fmla="*/ 62133 h 327025"/>
                <a:gd name="connsiteX37" fmla="*/ 5167 w 263525"/>
                <a:gd name="connsiteY37" fmla="*/ 45305 h 327025"/>
                <a:gd name="connsiteX38" fmla="*/ 131763 w 263525"/>
                <a:gd name="connsiteY38" fmla="*/ 0 h 32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3525" h="327025">
                  <a:moveTo>
                    <a:pt x="132984" y="325821"/>
                  </a:moveTo>
                  <a:lnTo>
                    <a:pt x="131763" y="327025"/>
                  </a:lnTo>
                  <a:lnTo>
                    <a:pt x="130542" y="325821"/>
                  </a:lnTo>
                  <a:lnTo>
                    <a:pt x="131763" y="325871"/>
                  </a:lnTo>
                  <a:close/>
                  <a:moveTo>
                    <a:pt x="27895" y="58738"/>
                  </a:moveTo>
                  <a:lnTo>
                    <a:pt x="37420" y="61336"/>
                  </a:lnTo>
                  <a:cubicBezTo>
                    <a:pt x="37420" y="61336"/>
                    <a:pt x="37420" y="61336"/>
                    <a:pt x="37420" y="141866"/>
                  </a:cubicBezTo>
                  <a:cubicBezTo>
                    <a:pt x="40142" y="144464"/>
                    <a:pt x="42863" y="147061"/>
                    <a:pt x="42863" y="149659"/>
                  </a:cubicBezTo>
                  <a:cubicBezTo>
                    <a:pt x="42863" y="154855"/>
                    <a:pt x="38781" y="158751"/>
                    <a:pt x="33338" y="158751"/>
                  </a:cubicBezTo>
                  <a:cubicBezTo>
                    <a:pt x="27895" y="158751"/>
                    <a:pt x="23813" y="154855"/>
                    <a:pt x="23813" y="149659"/>
                  </a:cubicBezTo>
                  <a:cubicBezTo>
                    <a:pt x="23813" y="147061"/>
                    <a:pt x="25174" y="144464"/>
                    <a:pt x="27895" y="141866"/>
                  </a:cubicBezTo>
                  <a:cubicBezTo>
                    <a:pt x="27895" y="141866"/>
                    <a:pt x="27895" y="141866"/>
                    <a:pt x="27895" y="58738"/>
                  </a:cubicBezTo>
                  <a:close/>
                  <a:moveTo>
                    <a:pt x="131763" y="0"/>
                  </a:moveTo>
                  <a:cubicBezTo>
                    <a:pt x="131763" y="0"/>
                    <a:pt x="131763" y="0"/>
                    <a:pt x="258358" y="45305"/>
                  </a:cubicBezTo>
                  <a:cubicBezTo>
                    <a:pt x="258358" y="45305"/>
                    <a:pt x="258358" y="45305"/>
                    <a:pt x="209270" y="62133"/>
                  </a:cubicBezTo>
                  <a:cubicBezTo>
                    <a:pt x="209270" y="62133"/>
                    <a:pt x="209270" y="62133"/>
                    <a:pt x="209270" y="113909"/>
                  </a:cubicBezTo>
                  <a:cubicBezTo>
                    <a:pt x="209270" y="116498"/>
                    <a:pt x="207978" y="119087"/>
                    <a:pt x="204103" y="121676"/>
                  </a:cubicBezTo>
                  <a:cubicBezTo>
                    <a:pt x="202811" y="148859"/>
                    <a:pt x="187310" y="177336"/>
                    <a:pt x="164057" y="192869"/>
                  </a:cubicBezTo>
                  <a:cubicBezTo>
                    <a:pt x="222188" y="207108"/>
                    <a:pt x="263525" y="256296"/>
                    <a:pt x="263525" y="293834"/>
                  </a:cubicBezTo>
                  <a:cubicBezTo>
                    <a:pt x="263525" y="309853"/>
                    <a:pt x="226467" y="319864"/>
                    <a:pt x="180144" y="323869"/>
                  </a:cubicBezTo>
                  <a:lnTo>
                    <a:pt x="132984" y="325821"/>
                  </a:lnTo>
                  <a:lnTo>
                    <a:pt x="169863" y="289444"/>
                  </a:lnTo>
                  <a:cubicBezTo>
                    <a:pt x="169863" y="289444"/>
                    <a:pt x="169863" y="289444"/>
                    <a:pt x="138332" y="214280"/>
                  </a:cubicBezTo>
                  <a:cubicBezTo>
                    <a:pt x="138332" y="214280"/>
                    <a:pt x="138332" y="214280"/>
                    <a:pt x="150156" y="200025"/>
                  </a:cubicBezTo>
                  <a:cubicBezTo>
                    <a:pt x="144901" y="202617"/>
                    <a:pt x="138332" y="203913"/>
                    <a:pt x="131763" y="203913"/>
                  </a:cubicBezTo>
                  <a:cubicBezTo>
                    <a:pt x="125194" y="203913"/>
                    <a:pt x="118625" y="202617"/>
                    <a:pt x="113370" y="200025"/>
                  </a:cubicBezTo>
                  <a:cubicBezTo>
                    <a:pt x="113370" y="200025"/>
                    <a:pt x="113370" y="200025"/>
                    <a:pt x="125194" y="214280"/>
                  </a:cubicBezTo>
                  <a:cubicBezTo>
                    <a:pt x="125194" y="214280"/>
                    <a:pt x="125194" y="214280"/>
                    <a:pt x="126508" y="214280"/>
                  </a:cubicBezTo>
                  <a:cubicBezTo>
                    <a:pt x="126508" y="214280"/>
                    <a:pt x="126508" y="214280"/>
                    <a:pt x="93663" y="289444"/>
                  </a:cubicBezTo>
                  <a:cubicBezTo>
                    <a:pt x="93663" y="289444"/>
                    <a:pt x="93663" y="289444"/>
                    <a:pt x="109737" y="305298"/>
                  </a:cubicBezTo>
                  <a:lnTo>
                    <a:pt x="130542" y="325821"/>
                  </a:lnTo>
                  <a:lnTo>
                    <a:pt x="83381" y="323869"/>
                  </a:lnTo>
                  <a:cubicBezTo>
                    <a:pt x="37058" y="319864"/>
                    <a:pt x="0" y="309853"/>
                    <a:pt x="0" y="293834"/>
                  </a:cubicBezTo>
                  <a:cubicBezTo>
                    <a:pt x="0" y="256296"/>
                    <a:pt x="42629" y="207108"/>
                    <a:pt x="99468" y="192869"/>
                  </a:cubicBezTo>
                  <a:cubicBezTo>
                    <a:pt x="77508" y="177336"/>
                    <a:pt x="60714" y="148859"/>
                    <a:pt x="59423" y="121676"/>
                  </a:cubicBezTo>
                  <a:cubicBezTo>
                    <a:pt x="55547" y="119087"/>
                    <a:pt x="54255" y="116498"/>
                    <a:pt x="54255" y="113909"/>
                  </a:cubicBezTo>
                  <a:cubicBezTo>
                    <a:pt x="54255" y="113909"/>
                    <a:pt x="54255" y="113909"/>
                    <a:pt x="54255" y="62133"/>
                  </a:cubicBezTo>
                  <a:cubicBezTo>
                    <a:pt x="54255" y="62133"/>
                    <a:pt x="54255" y="62133"/>
                    <a:pt x="5167" y="45305"/>
                  </a:cubicBezTo>
                  <a:cubicBezTo>
                    <a:pt x="5167" y="45305"/>
                    <a:pt x="5167" y="45305"/>
                    <a:pt x="1317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35972B0-455B-29DE-177E-7DB45D9492D6}"/>
              </a:ext>
            </a:extLst>
          </p:cNvPr>
          <p:cNvGrpSpPr/>
          <p:nvPr/>
        </p:nvGrpSpPr>
        <p:grpSpPr>
          <a:xfrm>
            <a:off x="6317132" y="846019"/>
            <a:ext cx="5000156" cy="1564191"/>
            <a:chOff x="6723970" y="2930779"/>
            <a:chExt cx="5000156" cy="947759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86868FA-157E-C54F-1174-BBDCE33A903A}"/>
                </a:ext>
              </a:extLst>
            </p:cNvPr>
            <p:cNvSpPr/>
            <p:nvPr/>
          </p:nvSpPr>
          <p:spPr>
            <a:xfrm>
              <a:off x="6723970" y="3285516"/>
              <a:ext cx="5000156" cy="59302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!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属于单目运算符，优先级最高，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&amp;&amp;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与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||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同档次，但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&amp;&amp;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稍高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D679976-9778-3ACA-8A30-C6A55F37E6BB}"/>
                </a:ext>
              </a:extLst>
            </p:cNvPr>
            <p:cNvSpPr/>
            <p:nvPr/>
          </p:nvSpPr>
          <p:spPr>
            <a:xfrm>
              <a:off x="6723970" y="2930779"/>
              <a:ext cx="2241974" cy="32448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+mn-ea"/>
                </a:rPr>
                <a:t>优先级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0098CA7-A5B4-67CD-60DB-8E6E67151169}"/>
              </a:ext>
            </a:extLst>
          </p:cNvPr>
          <p:cNvGrpSpPr/>
          <p:nvPr/>
        </p:nvGrpSpPr>
        <p:grpSpPr>
          <a:xfrm>
            <a:off x="6347778" y="2510064"/>
            <a:ext cx="5729454" cy="1372092"/>
            <a:chOff x="6723970" y="2930779"/>
            <a:chExt cx="5000156" cy="1372092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56F8E90-10BE-26AA-830C-BB429A5DF08C}"/>
                </a:ext>
              </a:extLst>
            </p:cNvPr>
            <p:cNvSpPr/>
            <p:nvPr/>
          </p:nvSpPr>
          <p:spPr>
            <a:xfrm>
              <a:off x="6723970" y="3361716"/>
              <a:ext cx="5000156" cy="94115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当使用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&amp;&amp;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和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||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将三个表达式连接起来时，先与结合，再或结合，计算从左到右</a:t>
              </a:r>
              <a:endPara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4844A81-4163-9F3D-11ED-99091B1D68D1}"/>
                </a:ext>
              </a:extLst>
            </p:cNvPr>
            <p:cNvSpPr/>
            <p:nvPr/>
          </p:nvSpPr>
          <p:spPr>
            <a:xfrm>
              <a:off x="6723970" y="2930779"/>
              <a:ext cx="224197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9D6BAB"/>
                  </a:solidFill>
                  <a:latin typeface="+mn-ea"/>
                </a:rPr>
                <a:t>&amp;&amp;</a:t>
              </a:r>
              <a:r>
                <a:rPr lang="zh-CN" altLang="en-US" sz="2400" b="1" dirty="0">
                  <a:solidFill>
                    <a:srgbClr val="9D6BAB"/>
                  </a:solidFill>
                  <a:latin typeface="+mn-ea"/>
                </a:rPr>
                <a:t>和</a:t>
              </a:r>
              <a:r>
                <a:rPr lang="en-US" altLang="zh-CN" sz="2400" b="1" dirty="0">
                  <a:solidFill>
                    <a:srgbClr val="9D6BAB"/>
                  </a:solidFill>
                  <a:latin typeface="+mn-ea"/>
                </a:rPr>
                <a:t>||</a:t>
              </a:r>
              <a:endParaRPr lang="zh-CN" altLang="en-US" sz="2400" b="1" dirty="0">
                <a:solidFill>
                  <a:srgbClr val="9D6BAB"/>
                </a:solidFill>
                <a:latin typeface="+mn-ea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B568D65-8667-4004-3E32-E031AB3568C3}"/>
              </a:ext>
            </a:extLst>
          </p:cNvPr>
          <p:cNvGrpSpPr/>
          <p:nvPr/>
        </p:nvGrpSpPr>
        <p:grpSpPr>
          <a:xfrm>
            <a:off x="189613" y="3034596"/>
            <a:ext cx="6022219" cy="1023618"/>
            <a:chOff x="5295069" y="1493010"/>
            <a:chExt cx="6022219" cy="1023618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5DD3A75B-F18F-0B83-AAA1-388C1125C120}"/>
                </a:ext>
              </a:extLst>
            </p:cNvPr>
            <p:cNvGrpSpPr/>
            <p:nvPr/>
          </p:nvGrpSpPr>
          <p:grpSpPr>
            <a:xfrm>
              <a:off x="6317132" y="1493010"/>
              <a:ext cx="5000156" cy="1023618"/>
              <a:chOff x="6723970" y="2930779"/>
              <a:chExt cx="5000156" cy="1023618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0C002FE4-C761-8678-A9ED-AF37618C926D}"/>
                  </a:ext>
                </a:extLst>
              </p:cNvPr>
              <p:cNvSpPr/>
              <p:nvPr/>
            </p:nvSpPr>
            <p:spPr>
              <a:xfrm>
                <a:off x="6723970" y="3418866"/>
                <a:ext cx="5000156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从左到右</a:t>
                </a: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58F9A04B-79D0-4D2D-0F28-2A2853C037A5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2241974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结合方向</a:t>
                </a:r>
              </a:p>
            </p:txBody>
          </p:sp>
        </p:grp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0A8AA7B-BD7F-98BC-8787-0C32CA0356A1}"/>
                </a:ext>
              </a:extLst>
            </p:cNvPr>
            <p:cNvSpPr/>
            <p:nvPr/>
          </p:nvSpPr>
          <p:spPr>
            <a:xfrm>
              <a:off x="5295069" y="1612730"/>
              <a:ext cx="770775" cy="770775"/>
            </a:xfrm>
            <a:prstGeom prst="ellipse">
              <a:avLst/>
            </a:prstGeom>
            <a:solidFill>
              <a:srgbClr val="C8AC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35" name="椭圆 25">
              <a:extLst>
                <a:ext uri="{FF2B5EF4-FFF2-40B4-BE49-F238E27FC236}">
                  <a16:creationId xmlns:a16="http://schemas.microsoft.com/office/drawing/2014/main" id="{4376001F-1CDD-E88B-BEF9-36501DC6447C}"/>
                </a:ext>
              </a:extLst>
            </p:cNvPr>
            <p:cNvSpPr/>
            <p:nvPr/>
          </p:nvSpPr>
          <p:spPr>
            <a:xfrm>
              <a:off x="5450298" y="1775093"/>
              <a:ext cx="460318" cy="446049"/>
            </a:xfrm>
            <a:custGeom>
              <a:avLst/>
              <a:gdLst>
                <a:gd name="connsiteX0" fmla="*/ 58918 w 323554"/>
                <a:gd name="connsiteY0" fmla="*/ 189699 h 313525"/>
                <a:gd name="connsiteX1" fmla="*/ 101421 w 323554"/>
                <a:gd name="connsiteY1" fmla="*/ 189699 h 313525"/>
                <a:gd name="connsiteX2" fmla="*/ 103997 w 323554"/>
                <a:gd name="connsiteY2" fmla="*/ 189699 h 313525"/>
                <a:gd name="connsiteX3" fmla="*/ 114301 w 323554"/>
                <a:gd name="connsiteY3" fmla="*/ 201731 h 313525"/>
                <a:gd name="connsiteX4" fmla="*/ 113013 w 323554"/>
                <a:gd name="connsiteY4" fmla="*/ 205741 h 313525"/>
                <a:gd name="connsiteX5" fmla="*/ 101421 w 323554"/>
                <a:gd name="connsiteY5" fmla="*/ 215099 h 313525"/>
                <a:gd name="connsiteX6" fmla="*/ 58918 w 323554"/>
                <a:gd name="connsiteY6" fmla="*/ 215099 h 313525"/>
                <a:gd name="connsiteX7" fmla="*/ 46038 w 323554"/>
                <a:gd name="connsiteY7" fmla="*/ 201731 h 313525"/>
                <a:gd name="connsiteX8" fmla="*/ 58918 w 323554"/>
                <a:gd name="connsiteY8" fmla="*/ 189699 h 313525"/>
                <a:gd name="connsiteX9" fmla="*/ 149225 w 323554"/>
                <a:gd name="connsiteY9" fmla="*/ 165887 h 313525"/>
                <a:gd name="connsiteX10" fmla="*/ 142875 w 323554"/>
                <a:gd name="connsiteY10" fmla="*/ 186525 h 313525"/>
                <a:gd name="connsiteX11" fmla="*/ 153988 w 323554"/>
                <a:gd name="connsiteY11" fmla="*/ 196050 h 313525"/>
                <a:gd name="connsiteX12" fmla="*/ 173038 w 323554"/>
                <a:gd name="connsiteY12" fmla="*/ 188112 h 313525"/>
                <a:gd name="connsiteX13" fmla="*/ 145188 w 323554"/>
                <a:gd name="connsiteY13" fmla="*/ 151599 h 313525"/>
                <a:gd name="connsiteX14" fmla="*/ 187326 w 323554"/>
                <a:gd name="connsiteY14" fmla="*/ 190104 h 313525"/>
                <a:gd name="connsiteX15" fmla="*/ 138803 w 323554"/>
                <a:gd name="connsiteY15" fmla="*/ 210640 h 313525"/>
                <a:gd name="connsiteX16" fmla="*/ 131142 w 323554"/>
                <a:gd name="connsiteY16" fmla="*/ 210640 h 313525"/>
                <a:gd name="connsiteX17" fmla="*/ 129865 w 323554"/>
                <a:gd name="connsiteY17" fmla="*/ 202939 h 313525"/>
                <a:gd name="connsiteX18" fmla="*/ 145188 w 323554"/>
                <a:gd name="connsiteY18" fmla="*/ 151599 h 313525"/>
                <a:gd name="connsiteX19" fmla="*/ 58982 w 323554"/>
                <a:gd name="connsiteY19" fmla="*/ 146837 h 313525"/>
                <a:gd name="connsiteX20" fmla="*/ 130176 w 323554"/>
                <a:gd name="connsiteY20" fmla="*/ 146837 h 313525"/>
                <a:gd name="connsiteX21" fmla="*/ 130176 w 323554"/>
                <a:gd name="connsiteY21" fmla="*/ 148186 h 313525"/>
                <a:gd name="connsiteX22" fmla="*/ 122409 w 323554"/>
                <a:gd name="connsiteY22" fmla="*/ 173825 h 313525"/>
                <a:gd name="connsiteX23" fmla="*/ 58982 w 323554"/>
                <a:gd name="connsiteY23" fmla="*/ 173825 h 313525"/>
                <a:gd name="connsiteX24" fmla="*/ 46038 w 323554"/>
                <a:gd name="connsiteY24" fmla="*/ 160331 h 313525"/>
                <a:gd name="connsiteX25" fmla="*/ 58982 w 323554"/>
                <a:gd name="connsiteY25" fmla="*/ 146837 h 313525"/>
                <a:gd name="connsiteX26" fmla="*/ 59011 w 323554"/>
                <a:gd name="connsiteY26" fmla="*/ 105562 h 313525"/>
                <a:gd name="connsiteX27" fmla="*/ 166688 w 323554"/>
                <a:gd name="connsiteY27" fmla="*/ 105562 h 313525"/>
                <a:gd name="connsiteX28" fmla="*/ 144634 w 323554"/>
                <a:gd name="connsiteY28" fmla="*/ 130962 h 313525"/>
                <a:gd name="connsiteX29" fmla="*/ 59011 w 323554"/>
                <a:gd name="connsiteY29" fmla="*/ 130962 h 313525"/>
                <a:gd name="connsiteX30" fmla="*/ 46038 w 323554"/>
                <a:gd name="connsiteY30" fmla="*/ 118930 h 313525"/>
                <a:gd name="connsiteX31" fmla="*/ 59011 w 323554"/>
                <a:gd name="connsiteY31" fmla="*/ 105562 h 313525"/>
                <a:gd name="connsiteX32" fmla="*/ 226883 w 323554"/>
                <a:gd name="connsiteY32" fmla="*/ 81749 h 313525"/>
                <a:gd name="connsiteX33" fmla="*/ 224292 w 323554"/>
                <a:gd name="connsiteY33" fmla="*/ 83037 h 313525"/>
                <a:gd name="connsiteX34" fmla="*/ 171159 w 323554"/>
                <a:gd name="connsiteY34" fmla="*/ 140996 h 313525"/>
                <a:gd name="connsiteX35" fmla="*/ 172455 w 323554"/>
                <a:gd name="connsiteY35" fmla="*/ 146148 h 313525"/>
                <a:gd name="connsiteX36" fmla="*/ 175047 w 323554"/>
                <a:gd name="connsiteY36" fmla="*/ 148724 h 313525"/>
                <a:gd name="connsiteX37" fmla="*/ 177639 w 323554"/>
                <a:gd name="connsiteY37" fmla="*/ 150012 h 313525"/>
                <a:gd name="connsiteX38" fmla="*/ 180230 w 323554"/>
                <a:gd name="connsiteY38" fmla="*/ 148724 h 313525"/>
                <a:gd name="connsiteX39" fmla="*/ 232067 w 323554"/>
                <a:gd name="connsiteY39" fmla="*/ 90765 h 313525"/>
                <a:gd name="connsiteX40" fmla="*/ 232067 w 323554"/>
                <a:gd name="connsiteY40" fmla="*/ 85613 h 313525"/>
                <a:gd name="connsiteX41" fmla="*/ 229475 w 323554"/>
                <a:gd name="connsiteY41" fmla="*/ 83037 h 313525"/>
                <a:gd name="connsiteX42" fmla="*/ 226883 w 323554"/>
                <a:gd name="connsiteY42" fmla="*/ 81749 h 313525"/>
                <a:gd name="connsiteX43" fmla="*/ 247254 w 323554"/>
                <a:gd name="connsiteY43" fmla="*/ 62303 h 313525"/>
                <a:gd name="connsiteX44" fmla="*/ 242491 w 323554"/>
                <a:gd name="connsiteY44" fmla="*/ 63493 h 313525"/>
                <a:gd name="connsiteX45" fmla="*/ 237729 w 323554"/>
                <a:gd name="connsiteY45" fmla="*/ 68256 h 313525"/>
                <a:gd name="connsiteX46" fmla="*/ 236538 w 323554"/>
                <a:gd name="connsiteY46" fmla="*/ 70637 h 313525"/>
                <a:gd name="connsiteX47" fmla="*/ 237729 w 323554"/>
                <a:gd name="connsiteY47" fmla="*/ 73019 h 313525"/>
                <a:gd name="connsiteX48" fmla="*/ 240110 w 323554"/>
                <a:gd name="connsiteY48" fmla="*/ 74209 h 313525"/>
                <a:gd name="connsiteX49" fmla="*/ 242491 w 323554"/>
                <a:gd name="connsiteY49" fmla="*/ 75400 h 313525"/>
                <a:gd name="connsiteX50" fmla="*/ 244873 w 323554"/>
                <a:gd name="connsiteY50" fmla="*/ 75400 h 313525"/>
                <a:gd name="connsiteX51" fmla="*/ 244873 w 323554"/>
                <a:gd name="connsiteY51" fmla="*/ 74209 h 313525"/>
                <a:gd name="connsiteX52" fmla="*/ 249635 w 323554"/>
                <a:gd name="connsiteY52" fmla="*/ 69447 h 313525"/>
                <a:gd name="connsiteX53" fmla="*/ 249635 w 323554"/>
                <a:gd name="connsiteY53" fmla="*/ 64684 h 313525"/>
                <a:gd name="connsiteX54" fmla="*/ 247254 w 323554"/>
                <a:gd name="connsiteY54" fmla="*/ 62303 h 313525"/>
                <a:gd name="connsiteX55" fmla="*/ 24647 w 323554"/>
                <a:gd name="connsiteY55" fmla="*/ 48412 h 313525"/>
                <a:gd name="connsiteX56" fmla="*/ 201069 w 323554"/>
                <a:gd name="connsiteY56" fmla="*/ 48412 h 313525"/>
                <a:gd name="connsiteX57" fmla="*/ 214041 w 323554"/>
                <a:gd name="connsiteY57" fmla="*/ 52292 h 313525"/>
                <a:gd name="connsiteX58" fmla="*/ 193285 w 323554"/>
                <a:gd name="connsiteY58" fmla="*/ 76863 h 313525"/>
                <a:gd name="connsiteX59" fmla="*/ 181610 w 323554"/>
                <a:gd name="connsiteY59" fmla="*/ 72983 h 313525"/>
                <a:gd name="connsiteX60" fmla="*/ 45403 w 323554"/>
                <a:gd name="connsiteY60" fmla="*/ 72983 h 313525"/>
                <a:gd name="connsiteX61" fmla="*/ 24647 w 323554"/>
                <a:gd name="connsiteY61" fmla="*/ 93675 h 313525"/>
                <a:gd name="connsiteX62" fmla="*/ 24647 w 323554"/>
                <a:gd name="connsiteY62" fmla="*/ 268262 h 313525"/>
                <a:gd name="connsiteX63" fmla="*/ 45403 w 323554"/>
                <a:gd name="connsiteY63" fmla="*/ 287660 h 313525"/>
                <a:gd name="connsiteX64" fmla="*/ 181610 w 323554"/>
                <a:gd name="connsiteY64" fmla="*/ 287660 h 313525"/>
                <a:gd name="connsiteX65" fmla="*/ 202366 w 323554"/>
                <a:gd name="connsiteY65" fmla="*/ 268262 h 313525"/>
                <a:gd name="connsiteX66" fmla="*/ 202366 w 323554"/>
                <a:gd name="connsiteY66" fmla="*/ 202307 h 313525"/>
                <a:gd name="connsiteX67" fmla="*/ 203663 w 323554"/>
                <a:gd name="connsiteY67" fmla="*/ 201014 h 313525"/>
                <a:gd name="connsiteX68" fmla="*/ 206258 w 323554"/>
                <a:gd name="connsiteY68" fmla="*/ 198427 h 313525"/>
                <a:gd name="connsiteX69" fmla="*/ 227013 w 323554"/>
                <a:gd name="connsiteY69" fmla="*/ 175149 h 313525"/>
                <a:gd name="connsiteX70" fmla="*/ 227013 w 323554"/>
                <a:gd name="connsiteY70" fmla="*/ 287660 h 313525"/>
                <a:gd name="connsiteX71" fmla="*/ 201069 w 323554"/>
                <a:gd name="connsiteY71" fmla="*/ 313525 h 313525"/>
                <a:gd name="connsiteX72" fmla="*/ 25944 w 323554"/>
                <a:gd name="connsiteY72" fmla="*/ 313525 h 313525"/>
                <a:gd name="connsiteX73" fmla="*/ 0 w 323554"/>
                <a:gd name="connsiteY73" fmla="*/ 287660 h 313525"/>
                <a:gd name="connsiteX74" fmla="*/ 0 w 323554"/>
                <a:gd name="connsiteY74" fmla="*/ 72983 h 313525"/>
                <a:gd name="connsiteX75" fmla="*/ 24647 w 323554"/>
                <a:gd name="connsiteY75" fmla="*/ 48412 h 313525"/>
                <a:gd name="connsiteX76" fmla="*/ 242888 w 323554"/>
                <a:gd name="connsiteY76" fmla="*/ 42062 h 313525"/>
                <a:gd name="connsiteX77" fmla="*/ 285751 w 323554"/>
                <a:gd name="connsiteY77" fmla="*/ 81750 h 313525"/>
                <a:gd name="connsiteX78" fmla="*/ 279401 w 323554"/>
                <a:gd name="connsiteY78" fmla="*/ 89687 h 313525"/>
                <a:gd name="connsiteX79" fmla="*/ 200026 w 323554"/>
                <a:gd name="connsiteY79" fmla="*/ 178587 h 313525"/>
                <a:gd name="connsiteX80" fmla="*/ 193676 w 323554"/>
                <a:gd name="connsiteY80" fmla="*/ 184937 h 313525"/>
                <a:gd name="connsiteX81" fmla="*/ 150813 w 323554"/>
                <a:gd name="connsiteY81" fmla="*/ 146837 h 313525"/>
                <a:gd name="connsiteX82" fmla="*/ 155576 w 323554"/>
                <a:gd name="connsiteY82" fmla="*/ 138899 h 313525"/>
                <a:gd name="connsiteX83" fmla="*/ 236538 w 323554"/>
                <a:gd name="connsiteY83" fmla="*/ 48412 h 313525"/>
                <a:gd name="connsiteX84" fmla="*/ 257175 w 323554"/>
                <a:gd name="connsiteY84" fmla="*/ 26187 h 313525"/>
                <a:gd name="connsiteX85" fmla="*/ 301625 w 323554"/>
                <a:gd name="connsiteY85" fmla="*/ 64287 h 313525"/>
                <a:gd name="connsiteX86" fmla="*/ 295275 w 323554"/>
                <a:gd name="connsiteY86" fmla="*/ 72225 h 313525"/>
                <a:gd name="connsiteX87" fmla="*/ 290513 w 323554"/>
                <a:gd name="connsiteY87" fmla="*/ 75400 h 313525"/>
                <a:gd name="connsiteX88" fmla="*/ 247650 w 323554"/>
                <a:gd name="connsiteY88" fmla="*/ 37300 h 313525"/>
                <a:gd name="connsiteX89" fmla="*/ 250825 w 323554"/>
                <a:gd name="connsiteY89" fmla="*/ 34125 h 313525"/>
                <a:gd name="connsiteX90" fmla="*/ 285750 w 323554"/>
                <a:gd name="connsiteY90" fmla="*/ 11899 h 313525"/>
                <a:gd name="connsiteX91" fmla="*/ 279400 w 323554"/>
                <a:gd name="connsiteY91" fmla="*/ 19837 h 313525"/>
                <a:gd name="connsiteX92" fmla="*/ 304800 w 323554"/>
                <a:gd name="connsiteY92" fmla="*/ 43649 h 313525"/>
                <a:gd name="connsiteX93" fmla="*/ 312738 w 323554"/>
                <a:gd name="connsiteY93" fmla="*/ 35712 h 313525"/>
                <a:gd name="connsiteX94" fmla="*/ 285265 w 323554"/>
                <a:gd name="connsiteY94" fmla="*/ 516 h 313525"/>
                <a:gd name="connsiteX95" fmla="*/ 294336 w 323554"/>
                <a:gd name="connsiteY95" fmla="*/ 3151 h 313525"/>
                <a:gd name="connsiteX96" fmla="*/ 318958 w 323554"/>
                <a:gd name="connsiteY96" fmla="*/ 25545 h 313525"/>
                <a:gd name="connsiteX97" fmla="*/ 320254 w 323554"/>
                <a:gd name="connsiteY97" fmla="*/ 43987 h 313525"/>
                <a:gd name="connsiteX98" fmla="*/ 305999 w 323554"/>
                <a:gd name="connsiteY98" fmla="*/ 61112 h 313525"/>
                <a:gd name="connsiteX99" fmla="*/ 261938 w 323554"/>
                <a:gd name="connsiteY99" fmla="*/ 20276 h 313525"/>
                <a:gd name="connsiteX100" fmla="*/ 276193 w 323554"/>
                <a:gd name="connsiteY100" fmla="*/ 4468 h 313525"/>
                <a:gd name="connsiteX101" fmla="*/ 285265 w 323554"/>
                <a:gd name="connsiteY101" fmla="*/ 516 h 31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23554" h="313525">
                  <a:moveTo>
                    <a:pt x="58918" y="189699"/>
                  </a:moveTo>
                  <a:cubicBezTo>
                    <a:pt x="58918" y="189699"/>
                    <a:pt x="58918" y="189699"/>
                    <a:pt x="101421" y="189699"/>
                  </a:cubicBezTo>
                  <a:cubicBezTo>
                    <a:pt x="102709" y="189699"/>
                    <a:pt x="102709" y="189699"/>
                    <a:pt x="103997" y="189699"/>
                  </a:cubicBezTo>
                  <a:cubicBezTo>
                    <a:pt x="109149" y="189699"/>
                    <a:pt x="114301" y="195046"/>
                    <a:pt x="114301" y="201731"/>
                  </a:cubicBezTo>
                  <a:cubicBezTo>
                    <a:pt x="114301" y="203067"/>
                    <a:pt x="114301" y="204404"/>
                    <a:pt x="113013" y="205741"/>
                  </a:cubicBezTo>
                  <a:cubicBezTo>
                    <a:pt x="111725" y="211088"/>
                    <a:pt x="107861" y="215099"/>
                    <a:pt x="101421" y="215099"/>
                  </a:cubicBezTo>
                  <a:cubicBezTo>
                    <a:pt x="101421" y="215099"/>
                    <a:pt x="101421" y="215099"/>
                    <a:pt x="58918" y="215099"/>
                  </a:cubicBezTo>
                  <a:cubicBezTo>
                    <a:pt x="51190" y="215099"/>
                    <a:pt x="46038" y="209752"/>
                    <a:pt x="46038" y="201731"/>
                  </a:cubicBezTo>
                  <a:cubicBezTo>
                    <a:pt x="46038" y="195046"/>
                    <a:pt x="51190" y="189699"/>
                    <a:pt x="58918" y="189699"/>
                  </a:cubicBezTo>
                  <a:close/>
                  <a:moveTo>
                    <a:pt x="149225" y="165887"/>
                  </a:moveTo>
                  <a:lnTo>
                    <a:pt x="142875" y="186525"/>
                  </a:lnTo>
                  <a:lnTo>
                    <a:pt x="153988" y="196050"/>
                  </a:lnTo>
                  <a:lnTo>
                    <a:pt x="173038" y="188112"/>
                  </a:lnTo>
                  <a:close/>
                  <a:moveTo>
                    <a:pt x="145188" y="151599"/>
                  </a:moveTo>
                  <a:cubicBezTo>
                    <a:pt x="145188" y="151599"/>
                    <a:pt x="145188" y="151599"/>
                    <a:pt x="187326" y="190104"/>
                  </a:cubicBezTo>
                  <a:cubicBezTo>
                    <a:pt x="187326" y="190104"/>
                    <a:pt x="187326" y="190104"/>
                    <a:pt x="138803" y="210640"/>
                  </a:cubicBezTo>
                  <a:cubicBezTo>
                    <a:pt x="136249" y="211924"/>
                    <a:pt x="133696" y="211924"/>
                    <a:pt x="131142" y="210640"/>
                  </a:cubicBezTo>
                  <a:cubicBezTo>
                    <a:pt x="129865" y="208073"/>
                    <a:pt x="128588" y="205506"/>
                    <a:pt x="129865" y="202939"/>
                  </a:cubicBezTo>
                  <a:cubicBezTo>
                    <a:pt x="129865" y="202939"/>
                    <a:pt x="129865" y="202939"/>
                    <a:pt x="145188" y="151599"/>
                  </a:cubicBezTo>
                  <a:close/>
                  <a:moveTo>
                    <a:pt x="58982" y="146837"/>
                  </a:moveTo>
                  <a:cubicBezTo>
                    <a:pt x="58982" y="146837"/>
                    <a:pt x="58982" y="146837"/>
                    <a:pt x="130176" y="146837"/>
                  </a:cubicBezTo>
                  <a:cubicBezTo>
                    <a:pt x="130176" y="148186"/>
                    <a:pt x="130176" y="148186"/>
                    <a:pt x="130176" y="148186"/>
                  </a:cubicBezTo>
                  <a:lnTo>
                    <a:pt x="122409" y="173825"/>
                  </a:lnTo>
                  <a:cubicBezTo>
                    <a:pt x="122409" y="173825"/>
                    <a:pt x="122409" y="173825"/>
                    <a:pt x="58982" y="173825"/>
                  </a:cubicBezTo>
                  <a:cubicBezTo>
                    <a:pt x="51216" y="173825"/>
                    <a:pt x="46038" y="167078"/>
                    <a:pt x="46038" y="160331"/>
                  </a:cubicBezTo>
                  <a:cubicBezTo>
                    <a:pt x="46038" y="153584"/>
                    <a:pt x="51216" y="146837"/>
                    <a:pt x="58982" y="146837"/>
                  </a:cubicBezTo>
                  <a:close/>
                  <a:moveTo>
                    <a:pt x="59011" y="105562"/>
                  </a:moveTo>
                  <a:lnTo>
                    <a:pt x="166688" y="105562"/>
                  </a:lnTo>
                  <a:cubicBezTo>
                    <a:pt x="166688" y="105562"/>
                    <a:pt x="166688" y="105562"/>
                    <a:pt x="144634" y="130962"/>
                  </a:cubicBezTo>
                  <a:cubicBezTo>
                    <a:pt x="144634" y="130962"/>
                    <a:pt x="144634" y="130962"/>
                    <a:pt x="59011" y="130962"/>
                  </a:cubicBezTo>
                  <a:cubicBezTo>
                    <a:pt x="51227" y="130962"/>
                    <a:pt x="46038" y="125615"/>
                    <a:pt x="46038" y="118930"/>
                  </a:cubicBezTo>
                  <a:cubicBezTo>
                    <a:pt x="46038" y="110909"/>
                    <a:pt x="51227" y="105562"/>
                    <a:pt x="59011" y="105562"/>
                  </a:cubicBezTo>
                  <a:close/>
                  <a:moveTo>
                    <a:pt x="226883" y="81749"/>
                  </a:moveTo>
                  <a:cubicBezTo>
                    <a:pt x="225587" y="81749"/>
                    <a:pt x="224292" y="83037"/>
                    <a:pt x="224292" y="83037"/>
                  </a:cubicBezTo>
                  <a:cubicBezTo>
                    <a:pt x="224292" y="83037"/>
                    <a:pt x="224292" y="83037"/>
                    <a:pt x="171159" y="140996"/>
                  </a:cubicBezTo>
                  <a:cubicBezTo>
                    <a:pt x="169863" y="142284"/>
                    <a:pt x="169863" y="144860"/>
                    <a:pt x="172455" y="146148"/>
                  </a:cubicBezTo>
                  <a:cubicBezTo>
                    <a:pt x="172455" y="146148"/>
                    <a:pt x="172455" y="146148"/>
                    <a:pt x="175047" y="148724"/>
                  </a:cubicBezTo>
                  <a:cubicBezTo>
                    <a:pt x="175047" y="148724"/>
                    <a:pt x="176343" y="150012"/>
                    <a:pt x="177639" y="150012"/>
                  </a:cubicBezTo>
                  <a:cubicBezTo>
                    <a:pt x="177639" y="150012"/>
                    <a:pt x="178934" y="148724"/>
                    <a:pt x="180230" y="148724"/>
                  </a:cubicBezTo>
                  <a:cubicBezTo>
                    <a:pt x="180230" y="148724"/>
                    <a:pt x="180230" y="148724"/>
                    <a:pt x="232067" y="90765"/>
                  </a:cubicBezTo>
                  <a:cubicBezTo>
                    <a:pt x="233363" y="89477"/>
                    <a:pt x="233363" y="86901"/>
                    <a:pt x="232067" y="85613"/>
                  </a:cubicBezTo>
                  <a:cubicBezTo>
                    <a:pt x="232067" y="85613"/>
                    <a:pt x="232067" y="85613"/>
                    <a:pt x="229475" y="83037"/>
                  </a:cubicBezTo>
                  <a:cubicBezTo>
                    <a:pt x="228179" y="81749"/>
                    <a:pt x="226883" y="81749"/>
                    <a:pt x="226883" y="81749"/>
                  </a:cubicBezTo>
                  <a:close/>
                  <a:moveTo>
                    <a:pt x="247254" y="62303"/>
                  </a:moveTo>
                  <a:cubicBezTo>
                    <a:pt x="244873" y="61112"/>
                    <a:pt x="243682" y="62303"/>
                    <a:pt x="242491" y="63493"/>
                  </a:cubicBezTo>
                  <a:cubicBezTo>
                    <a:pt x="242491" y="63493"/>
                    <a:pt x="242491" y="63493"/>
                    <a:pt x="237729" y="68256"/>
                  </a:cubicBezTo>
                  <a:cubicBezTo>
                    <a:pt x="237729" y="68256"/>
                    <a:pt x="236538" y="69447"/>
                    <a:pt x="236538" y="70637"/>
                  </a:cubicBezTo>
                  <a:cubicBezTo>
                    <a:pt x="236538" y="70637"/>
                    <a:pt x="237729" y="71828"/>
                    <a:pt x="237729" y="73019"/>
                  </a:cubicBezTo>
                  <a:cubicBezTo>
                    <a:pt x="237729" y="73019"/>
                    <a:pt x="237729" y="73019"/>
                    <a:pt x="240110" y="74209"/>
                  </a:cubicBezTo>
                  <a:cubicBezTo>
                    <a:pt x="241301" y="75400"/>
                    <a:pt x="242491" y="75400"/>
                    <a:pt x="242491" y="75400"/>
                  </a:cubicBezTo>
                  <a:cubicBezTo>
                    <a:pt x="243682" y="75400"/>
                    <a:pt x="243682" y="75400"/>
                    <a:pt x="244873" y="75400"/>
                  </a:cubicBezTo>
                  <a:cubicBezTo>
                    <a:pt x="244873" y="74209"/>
                    <a:pt x="244873" y="74209"/>
                    <a:pt x="244873" y="74209"/>
                  </a:cubicBezTo>
                  <a:cubicBezTo>
                    <a:pt x="244873" y="74209"/>
                    <a:pt x="244873" y="74209"/>
                    <a:pt x="249635" y="69447"/>
                  </a:cubicBezTo>
                  <a:cubicBezTo>
                    <a:pt x="250826" y="68256"/>
                    <a:pt x="250826" y="65875"/>
                    <a:pt x="249635" y="64684"/>
                  </a:cubicBezTo>
                  <a:cubicBezTo>
                    <a:pt x="249635" y="64684"/>
                    <a:pt x="249635" y="64684"/>
                    <a:pt x="247254" y="62303"/>
                  </a:cubicBezTo>
                  <a:close/>
                  <a:moveTo>
                    <a:pt x="24647" y="48412"/>
                  </a:moveTo>
                  <a:cubicBezTo>
                    <a:pt x="24647" y="48412"/>
                    <a:pt x="24647" y="48412"/>
                    <a:pt x="201069" y="48412"/>
                  </a:cubicBezTo>
                  <a:cubicBezTo>
                    <a:pt x="206258" y="48412"/>
                    <a:pt x="210149" y="49705"/>
                    <a:pt x="214041" y="52292"/>
                  </a:cubicBezTo>
                  <a:cubicBezTo>
                    <a:pt x="214041" y="52292"/>
                    <a:pt x="214041" y="52292"/>
                    <a:pt x="193285" y="76863"/>
                  </a:cubicBezTo>
                  <a:cubicBezTo>
                    <a:pt x="189394" y="74277"/>
                    <a:pt x="185502" y="72983"/>
                    <a:pt x="181610" y="72983"/>
                  </a:cubicBezTo>
                  <a:cubicBezTo>
                    <a:pt x="181610" y="72983"/>
                    <a:pt x="181610" y="72983"/>
                    <a:pt x="45403" y="72983"/>
                  </a:cubicBezTo>
                  <a:cubicBezTo>
                    <a:pt x="33728" y="72983"/>
                    <a:pt x="24647" y="82036"/>
                    <a:pt x="24647" y="93675"/>
                  </a:cubicBezTo>
                  <a:cubicBezTo>
                    <a:pt x="24647" y="93675"/>
                    <a:pt x="24647" y="93675"/>
                    <a:pt x="24647" y="268262"/>
                  </a:cubicBezTo>
                  <a:cubicBezTo>
                    <a:pt x="24647" y="278608"/>
                    <a:pt x="33728" y="287660"/>
                    <a:pt x="45403" y="287660"/>
                  </a:cubicBezTo>
                  <a:cubicBezTo>
                    <a:pt x="45403" y="287660"/>
                    <a:pt x="45403" y="287660"/>
                    <a:pt x="181610" y="287660"/>
                  </a:cubicBezTo>
                  <a:cubicBezTo>
                    <a:pt x="193285" y="287660"/>
                    <a:pt x="202366" y="278608"/>
                    <a:pt x="202366" y="268262"/>
                  </a:cubicBezTo>
                  <a:cubicBezTo>
                    <a:pt x="202366" y="268262"/>
                    <a:pt x="202366" y="268262"/>
                    <a:pt x="202366" y="202307"/>
                  </a:cubicBezTo>
                  <a:cubicBezTo>
                    <a:pt x="202366" y="202307"/>
                    <a:pt x="202366" y="201014"/>
                    <a:pt x="203663" y="201014"/>
                  </a:cubicBezTo>
                  <a:cubicBezTo>
                    <a:pt x="203663" y="199720"/>
                    <a:pt x="204960" y="199720"/>
                    <a:pt x="206258" y="198427"/>
                  </a:cubicBezTo>
                  <a:cubicBezTo>
                    <a:pt x="206258" y="198427"/>
                    <a:pt x="206258" y="198427"/>
                    <a:pt x="227013" y="175149"/>
                  </a:cubicBezTo>
                  <a:cubicBezTo>
                    <a:pt x="227013" y="175149"/>
                    <a:pt x="227013" y="175149"/>
                    <a:pt x="227013" y="287660"/>
                  </a:cubicBezTo>
                  <a:cubicBezTo>
                    <a:pt x="227013" y="301886"/>
                    <a:pt x="215338" y="313525"/>
                    <a:pt x="201069" y="313525"/>
                  </a:cubicBezTo>
                  <a:cubicBezTo>
                    <a:pt x="201069" y="313525"/>
                    <a:pt x="201069" y="313525"/>
                    <a:pt x="25944" y="313525"/>
                  </a:cubicBezTo>
                  <a:cubicBezTo>
                    <a:pt x="11675" y="313525"/>
                    <a:pt x="0" y="301886"/>
                    <a:pt x="0" y="287660"/>
                  </a:cubicBezTo>
                  <a:cubicBezTo>
                    <a:pt x="0" y="287660"/>
                    <a:pt x="0" y="287660"/>
                    <a:pt x="0" y="72983"/>
                  </a:cubicBezTo>
                  <a:cubicBezTo>
                    <a:pt x="0" y="60051"/>
                    <a:pt x="10378" y="48412"/>
                    <a:pt x="24647" y="48412"/>
                  </a:cubicBezTo>
                  <a:close/>
                  <a:moveTo>
                    <a:pt x="242888" y="42062"/>
                  </a:moveTo>
                  <a:lnTo>
                    <a:pt x="285751" y="81750"/>
                  </a:lnTo>
                  <a:lnTo>
                    <a:pt x="279401" y="89687"/>
                  </a:lnTo>
                  <a:lnTo>
                    <a:pt x="200026" y="178587"/>
                  </a:lnTo>
                  <a:lnTo>
                    <a:pt x="193676" y="184937"/>
                  </a:lnTo>
                  <a:lnTo>
                    <a:pt x="150813" y="146837"/>
                  </a:lnTo>
                  <a:lnTo>
                    <a:pt x="155576" y="138899"/>
                  </a:lnTo>
                  <a:lnTo>
                    <a:pt x="236538" y="48412"/>
                  </a:lnTo>
                  <a:close/>
                  <a:moveTo>
                    <a:pt x="257175" y="26187"/>
                  </a:moveTo>
                  <a:lnTo>
                    <a:pt x="301625" y="64287"/>
                  </a:lnTo>
                  <a:lnTo>
                    <a:pt x="295275" y="72225"/>
                  </a:lnTo>
                  <a:lnTo>
                    <a:pt x="290513" y="75400"/>
                  </a:lnTo>
                  <a:lnTo>
                    <a:pt x="247650" y="37300"/>
                  </a:lnTo>
                  <a:lnTo>
                    <a:pt x="250825" y="34125"/>
                  </a:lnTo>
                  <a:close/>
                  <a:moveTo>
                    <a:pt x="285750" y="11899"/>
                  </a:moveTo>
                  <a:lnTo>
                    <a:pt x="279400" y="19837"/>
                  </a:lnTo>
                  <a:lnTo>
                    <a:pt x="304800" y="43649"/>
                  </a:lnTo>
                  <a:lnTo>
                    <a:pt x="312738" y="35712"/>
                  </a:lnTo>
                  <a:close/>
                  <a:moveTo>
                    <a:pt x="285265" y="516"/>
                  </a:moveTo>
                  <a:cubicBezTo>
                    <a:pt x="289152" y="-801"/>
                    <a:pt x="291744" y="516"/>
                    <a:pt x="294336" y="3151"/>
                  </a:cubicBezTo>
                  <a:cubicBezTo>
                    <a:pt x="294336" y="3151"/>
                    <a:pt x="294336" y="3151"/>
                    <a:pt x="318958" y="25545"/>
                  </a:cubicBezTo>
                  <a:cubicBezTo>
                    <a:pt x="324142" y="30814"/>
                    <a:pt x="325438" y="38718"/>
                    <a:pt x="320254" y="43987"/>
                  </a:cubicBezTo>
                  <a:cubicBezTo>
                    <a:pt x="320254" y="43987"/>
                    <a:pt x="320254" y="43987"/>
                    <a:pt x="305999" y="61112"/>
                  </a:cubicBezTo>
                  <a:cubicBezTo>
                    <a:pt x="305999" y="61112"/>
                    <a:pt x="305999" y="61112"/>
                    <a:pt x="261938" y="20276"/>
                  </a:cubicBezTo>
                  <a:cubicBezTo>
                    <a:pt x="261938" y="20276"/>
                    <a:pt x="261938" y="20276"/>
                    <a:pt x="276193" y="4468"/>
                  </a:cubicBezTo>
                  <a:cubicBezTo>
                    <a:pt x="278785" y="1834"/>
                    <a:pt x="281377" y="516"/>
                    <a:pt x="285265" y="5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1505CAAF-B86C-178C-D95E-E9119934251F}"/>
              </a:ext>
            </a:extLst>
          </p:cNvPr>
          <p:cNvSpPr txBox="1"/>
          <p:nvPr/>
        </p:nvSpPr>
        <p:spPr>
          <a:xfrm>
            <a:off x="6174606" y="3954053"/>
            <a:ext cx="6527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9D6BAB"/>
                </a:solidFill>
              </a:rPr>
              <a:t>a&gt;1||b&lt;2&amp;&amp;c&gt;3</a:t>
            </a:r>
            <a:r>
              <a:rPr lang="zh-CN" altLang="en-US" sz="2400" b="1" dirty="0">
                <a:solidFill>
                  <a:srgbClr val="9D6BAB"/>
                </a:solidFill>
              </a:rPr>
              <a:t>等价于</a:t>
            </a:r>
            <a:r>
              <a:rPr lang="en-US" altLang="zh-CN" sz="2400" b="1" dirty="0">
                <a:solidFill>
                  <a:srgbClr val="9D6BAB"/>
                </a:solidFill>
              </a:rPr>
              <a:t>a&gt;1||(b&lt;2&amp;&amp;c&gt;3)</a:t>
            </a:r>
            <a:endParaRPr lang="zh-CN" altLang="en-US" sz="2400" b="1" dirty="0">
              <a:solidFill>
                <a:srgbClr val="9D6BAB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BD0B8AD-2AFA-583E-9C07-2DD647871B72}"/>
              </a:ext>
            </a:extLst>
          </p:cNvPr>
          <p:cNvSpPr txBox="1"/>
          <p:nvPr/>
        </p:nvSpPr>
        <p:spPr>
          <a:xfrm>
            <a:off x="6350303" y="4542568"/>
            <a:ext cx="54389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9D6BAB"/>
                </a:solidFill>
              </a:rPr>
              <a:t>逻辑运算的副作用</a:t>
            </a:r>
            <a:endParaRPr lang="en-US" altLang="zh-CN" sz="2400" b="1" dirty="0">
              <a:solidFill>
                <a:srgbClr val="9D6BAB"/>
              </a:solidFill>
            </a:endParaRPr>
          </a:p>
          <a:p>
            <a:r>
              <a:rPr lang="zh-CN" altLang="en-US" sz="2000" dirty="0"/>
              <a:t>如果从左边的运算能求出整个逻辑表达式的值，</a:t>
            </a:r>
            <a:endParaRPr lang="en-US" altLang="zh-CN" sz="2000" dirty="0"/>
          </a:p>
          <a:p>
            <a:r>
              <a:rPr lang="zh-CN" altLang="en-US" sz="2000" dirty="0"/>
              <a:t>则右边的运算不做</a:t>
            </a:r>
            <a:endParaRPr lang="en-US" altLang="zh-CN" sz="2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91F8D27-66D3-3AD9-BAE4-22E045EFD804}"/>
              </a:ext>
            </a:extLst>
          </p:cNvPr>
          <p:cNvSpPr txBox="1"/>
          <p:nvPr/>
        </p:nvSpPr>
        <p:spPr>
          <a:xfrm>
            <a:off x="5295068" y="5619786"/>
            <a:ext cx="660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9D6BAB"/>
                </a:solidFill>
              </a:rPr>
              <a:t>int a=1,b=2,c=3;</a:t>
            </a:r>
          </a:p>
          <a:p>
            <a:r>
              <a:rPr lang="zh-CN" altLang="en-US" sz="2400" b="1" dirty="0">
                <a:solidFill>
                  <a:srgbClr val="9D6BAB"/>
                </a:solidFill>
              </a:rPr>
              <a:t>（</a:t>
            </a:r>
            <a:r>
              <a:rPr lang="en-US" altLang="zh-CN" sz="2400" b="1" dirty="0">
                <a:solidFill>
                  <a:srgbClr val="9D6BAB"/>
                </a:solidFill>
              </a:rPr>
              <a:t>a=a+1</a:t>
            </a:r>
            <a:r>
              <a:rPr lang="zh-CN" altLang="en-US" sz="2400" b="1" dirty="0">
                <a:solidFill>
                  <a:srgbClr val="9D6BAB"/>
                </a:solidFill>
              </a:rPr>
              <a:t>）</a:t>
            </a:r>
            <a:r>
              <a:rPr lang="en-US" altLang="zh-CN" sz="2400" b="1" dirty="0">
                <a:solidFill>
                  <a:srgbClr val="9D6BAB"/>
                </a:solidFill>
              </a:rPr>
              <a:t>||(b=b-1)&amp;&amp;(c=c+1)</a:t>
            </a:r>
            <a:r>
              <a:rPr lang="zh-CN" altLang="en-US" sz="2400" b="1" dirty="0">
                <a:solidFill>
                  <a:srgbClr val="9D6BAB"/>
                </a:solidFill>
              </a:rPr>
              <a:t>之后，</a:t>
            </a:r>
            <a:r>
              <a:rPr lang="en-US" altLang="zh-CN" sz="2400" b="1" dirty="0" err="1">
                <a:solidFill>
                  <a:srgbClr val="9D6BAB"/>
                </a:solidFill>
              </a:rPr>
              <a:t>a,b,c</a:t>
            </a:r>
            <a:r>
              <a:rPr lang="zh-CN" altLang="en-US" sz="2400" b="1" dirty="0">
                <a:solidFill>
                  <a:srgbClr val="9D6BAB"/>
                </a:solidFill>
              </a:rPr>
              <a:t>的值？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ED635BF-2C5C-F2C8-CB2A-3BAE915BB2F9}"/>
              </a:ext>
            </a:extLst>
          </p:cNvPr>
          <p:cNvGrpSpPr/>
          <p:nvPr/>
        </p:nvGrpSpPr>
        <p:grpSpPr>
          <a:xfrm>
            <a:off x="189613" y="4101539"/>
            <a:ext cx="5316105" cy="1526617"/>
            <a:chOff x="-24695" y="4773063"/>
            <a:chExt cx="5316105" cy="1526617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0B7528B-5698-A098-9904-E05EC301B38B}"/>
                </a:ext>
              </a:extLst>
            </p:cNvPr>
            <p:cNvGrpSpPr/>
            <p:nvPr/>
          </p:nvGrpSpPr>
          <p:grpSpPr>
            <a:xfrm>
              <a:off x="934255" y="4773063"/>
              <a:ext cx="4357155" cy="1526617"/>
              <a:chOff x="6723970" y="2930779"/>
              <a:chExt cx="5000156" cy="924993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AEB20B0F-34BB-E550-6DA7-125944F15600}"/>
                  </a:ext>
                </a:extLst>
              </p:cNvPr>
              <p:cNvSpPr/>
              <p:nvPr/>
            </p:nvSpPr>
            <p:spPr>
              <a:xfrm>
                <a:off x="6723970" y="3285516"/>
                <a:ext cx="5000156" cy="570256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单目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&gt;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算术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&gt;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关系</a:t>
                </a:r>
                <a:endPara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&gt;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逻辑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&gt;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赋值</a:t>
                </a: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10797CB3-20C7-4E3D-5C80-C30882829CB0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3305595" cy="301717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五种运算符优先级</a:t>
                </a:r>
              </a:p>
            </p:txBody>
          </p:sp>
        </p:grp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55A6CE46-A552-82B7-620C-BD34871D9D5B}"/>
                </a:ext>
              </a:extLst>
            </p:cNvPr>
            <p:cNvSpPr/>
            <p:nvPr/>
          </p:nvSpPr>
          <p:spPr>
            <a:xfrm>
              <a:off x="-24695" y="4849340"/>
              <a:ext cx="770775" cy="770775"/>
            </a:xfrm>
            <a:prstGeom prst="ellipse">
              <a:avLst/>
            </a:prstGeom>
            <a:solidFill>
              <a:srgbClr val="BFC3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44" name="椭圆 30">
              <a:extLst>
                <a:ext uri="{FF2B5EF4-FFF2-40B4-BE49-F238E27FC236}">
                  <a16:creationId xmlns:a16="http://schemas.microsoft.com/office/drawing/2014/main" id="{BDC3E5E6-8839-8288-72B4-E8F25F939845}"/>
                </a:ext>
              </a:extLst>
            </p:cNvPr>
            <p:cNvSpPr/>
            <p:nvPr/>
          </p:nvSpPr>
          <p:spPr>
            <a:xfrm>
              <a:off x="163219" y="5004568"/>
              <a:ext cx="370936" cy="460318"/>
            </a:xfrm>
            <a:custGeom>
              <a:avLst/>
              <a:gdLst>
                <a:gd name="connsiteX0" fmla="*/ 132984 w 263525"/>
                <a:gd name="connsiteY0" fmla="*/ 325821 h 327025"/>
                <a:gd name="connsiteX1" fmla="*/ 131763 w 263525"/>
                <a:gd name="connsiteY1" fmla="*/ 327025 h 327025"/>
                <a:gd name="connsiteX2" fmla="*/ 130542 w 263525"/>
                <a:gd name="connsiteY2" fmla="*/ 325821 h 327025"/>
                <a:gd name="connsiteX3" fmla="*/ 131763 w 263525"/>
                <a:gd name="connsiteY3" fmla="*/ 325871 h 327025"/>
                <a:gd name="connsiteX4" fmla="*/ 27895 w 263525"/>
                <a:gd name="connsiteY4" fmla="*/ 58738 h 327025"/>
                <a:gd name="connsiteX5" fmla="*/ 37420 w 263525"/>
                <a:gd name="connsiteY5" fmla="*/ 61336 h 327025"/>
                <a:gd name="connsiteX6" fmla="*/ 37420 w 263525"/>
                <a:gd name="connsiteY6" fmla="*/ 141866 h 327025"/>
                <a:gd name="connsiteX7" fmla="*/ 42863 w 263525"/>
                <a:gd name="connsiteY7" fmla="*/ 149659 h 327025"/>
                <a:gd name="connsiteX8" fmla="*/ 33338 w 263525"/>
                <a:gd name="connsiteY8" fmla="*/ 158751 h 327025"/>
                <a:gd name="connsiteX9" fmla="*/ 23813 w 263525"/>
                <a:gd name="connsiteY9" fmla="*/ 149659 h 327025"/>
                <a:gd name="connsiteX10" fmla="*/ 27895 w 263525"/>
                <a:gd name="connsiteY10" fmla="*/ 141866 h 327025"/>
                <a:gd name="connsiteX11" fmla="*/ 27895 w 263525"/>
                <a:gd name="connsiteY11" fmla="*/ 58738 h 327025"/>
                <a:gd name="connsiteX12" fmla="*/ 131763 w 263525"/>
                <a:gd name="connsiteY12" fmla="*/ 0 h 327025"/>
                <a:gd name="connsiteX13" fmla="*/ 258358 w 263525"/>
                <a:gd name="connsiteY13" fmla="*/ 45305 h 327025"/>
                <a:gd name="connsiteX14" fmla="*/ 209270 w 263525"/>
                <a:gd name="connsiteY14" fmla="*/ 62133 h 327025"/>
                <a:gd name="connsiteX15" fmla="*/ 209270 w 263525"/>
                <a:gd name="connsiteY15" fmla="*/ 113909 h 327025"/>
                <a:gd name="connsiteX16" fmla="*/ 204103 w 263525"/>
                <a:gd name="connsiteY16" fmla="*/ 121676 h 327025"/>
                <a:gd name="connsiteX17" fmla="*/ 164057 w 263525"/>
                <a:gd name="connsiteY17" fmla="*/ 192869 h 327025"/>
                <a:gd name="connsiteX18" fmla="*/ 263525 w 263525"/>
                <a:gd name="connsiteY18" fmla="*/ 293834 h 327025"/>
                <a:gd name="connsiteX19" fmla="*/ 180144 w 263525"/>
                <a:gd name="connsiteY19" fmla="*/ 323869 h 327025"/>
                <a:gd name="connsiteX20" fmla="*/ 132984 w 263525"/>
                <a:gd name="connsiteY20" fmla="*/ 325821 h 327025"/>
                <a:gd name="connsiteX21" fmla="*/ 169863 w 263525"/>
                <a:gd name="connsiteY21" fmla="*/ 289444 h 327025"/>
                <a:gd name="connsiteX22" fmla="*/ 138332 w 263525"/>
                <a:gd name="connsiteY22" fmla="*/ 214280 h 327025"/>
                <a:gd name="connsiteX23" fmla="*/ 150156 w 263525"/>
                <a:gd name="connsiteY23" fmla="*/ 200025 h 327025"/>
                <a:gd name="connsiteX24" fmla="*/ 131763 w 263525"/>
                <a:gd name="connsiteY24" fmla="*/ 203913 h 327025"/>
                <a:gd name="connsiteX25" fmla="*/ 113370 w 263525"/>
                <a:gd name="connsiteY25" fmla="*/ 200025 h 327025"/>
                <a:gd name="connsiteX26" fmla="*/ 125194 w 263525"/>
                <a:gd name="connsiteY26" fmla="*/ 214280 h 327025"/>
                <a:gd name="connsiteX27" fmla="*/ 126508 w 263525"/>
                <a:gd name="connsiteY27" fmla="*/ 214280 h 327025"/>
                <a:gd name="connsiteX28" fmla="*/ 93663 w 263525"/>
                <a:gd name="connsiteY28" fmla="*/ 289444 h 327025"/>
                <a:gd name="connsiteX29" fmla="*/ 109737 w 263525"/>
                <a:gd name="connsiteY29" fmla="*/ 305298 h 327025"/>
                <a:gd name="connsiteX30" fmla="*/ 130542 w 263525"/>
                <a:gd name="connsiteY30" fmla="*/ 325821 h 327025"/>
                <a:gd name="connsiteX31" fmla="*/ 83381 w 263525"/>
                <a:gd name="connsiteY31" fmla="*/ 323869 h 327025"/>
                <a:gd name="connsiteX32" fmla="*/ 0 w 263525"/>
                <a:gd name="connsiteY32" fmla="*/ 293834 h 327025"/>
                <a:gd name="connsiteX33" fmla="*/ 99468 w 263525"/>
                <a:gd name="connsiteY33" fmla="*/ 192869 h 327025"/>
                <a:gd name="connsiteX34" fmla="*/ 59423 w 263525"/>
                <a:gd name="connsiteY34" fmla="*/ 121676 h 327025"/>
                <a:gd name="connsiteX35" fmla="*/ 54255 w 263525"/>
                <a:gd name="connsiteY35" fmla="*/ 113909 h 327025"/>
                <a:gd name="connsiteX36" fmla="*/ 54255 w 263525"/>
                <a:gd name="connsiteY36" fmla="*/ 62133 h 327025"/>
                <a:gd name="connsiteX37" fmla="*/ 5167 w 263525"/>
                <a:gd name="connsiteY37" fmla="*/ 45305 h 327025"/>
                <a:gd name="connsiteX38" fmla="*/ 131763 w 263525"/>
                <a:gd name="connsiteY38" fmla="*/ 0 h 32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3525" h="327025">
                  <a:moveTo>
                    <a:pt x="132984" y="325821"/>
                  </a:moveTo>
                  <a:lnTo>
                    <a:pt x="131763" y="327025"/>
                  </a:lnTo>
                  <a:lnTo>
                    <a:pt x="130542" y="325821"/>
                  </a:lnTo>
                  <a:lnTo>
                    <a:pt x="131763" y="325871"/>
                  </a:lnTo>
                  <a:close/>
                  <a:moveTo>
                    <a:pt x="27895" y="58738"/>
                  </a:moveTo>
                  <a:lnTo>
                    <a:pt x="37420" y="61336"/>
                  </a:lnTo>
                  <a:cubicBezTo>
                    <a:pt x="37420" y="61336"/>
                    <a:pt x="37420" y="61336"/>
                    <a:pt x="37420" y="141866"/>
                  </a:cubicBezTo>
                  <a:cubicBezTo>
                    <a:pt x="40142" y="144464"/>
                    <a:pt x="42863" y="147061"/>
                    <a:pt x="42863" y="149659"/>
                  </a:cubicBezTo>
                  <a:cubicBezTo>
                    <a:pt x="42863" y="154855"/>
                    <a:pt x="38781" y="158751"/>
                    <a:pt x="33338" y="158751"/>
                  </a:cubicBezTo>
                  <a:cubicBezTo>
                    <a:pt x="27895" y="158751"/>
                    <a:pt x="23813" y="154855"/>
                    <a:pt x="23813" y="149659"/>
                  </a:cubicBezTo>
                  <a:cubicBezTo>
                    <a:pt x="23813" y="147061"/>
                    <a:pt x="25174" y="144464"/>
                    <a:pt x="27895" y="141866"/>
                  </a:cubicBezTo>
                  <a:cubicBezTo>
                    <a:pt x="27895" y="141866"/>
                    <a:pt x="27895" y="141866"/>
                    <a:pt x="27895" y="58738"/>
                  </a:cubicBezTo>
                  <a:close/>
                  <a:moveTo>
                    <a:pt x="131763" y="0"/>
                  </a:moveTo>
                  <a:cubicBezTo>
                    <a:pt x="131763" y="0"/>
                    <a:pt x="131763" y="0"/>
                    <a:pt x="258358" y="45305"/>
                  </a:cubicBezTo>
                  <a:cubicBezTo>
                    <a:pt x="258358" y="45305"/>
                    <a:pt x="258358" y="45305"/>
                    <a:pt x="209270" y="62133"/>
                  </a:cubicBezTo>
                  <a:cubicBezTo>
                    <a:pt x="209270" y="62133"/>
                    <a:pt x="209270" y="62133"/>
                    <a:pt x="209270" y="113909"/>
                  </a:cubicBezTo>
                  <a:cubicBezTo>
                    <a:pt x="209270" y="116498"/>
                    <a:pt x="207978" y="119087"/>
                    <a:pt x="204103" y="121676"/>
                  </a:cubicBezTo>
                  <a:cubicBezTo>
                    <a:pt x="202811" y="148859"/>
                    <a:pt x="187310" y="177336"/>
                    <a:pt x="164057" y="192869"/>
                  </a:cubicBezTo>
                  <a:cubicBezTo>
                    <a:pt x="222188" y="207108"/>
                    <a:pt x="263525" y="256296"/>
                    <a:pt x="263525" y="293834"/>
                  </a:cubicBezTo>
                  <a:cubicBezTo>
                    <a:pt x="263525" y="309853"/>
                    <a:pt x="226467" y="319864"/>
                    <a:pt x="180144" y="323869"/>
                  </a:cubicBezTo>
                  <a:lnTo>
                    <a:pt x="132984" y="325821"/>
                  </a:lnTo>
                  <a:lnTo>
                    <a:pt x="169863" y="289444"/>
                  </a:lnTo>
                  <a:cubicBezTo>
                    <a:pt x="169863" y="289444"/>
                    <a:pt x="169863" y="289444"/>
                    <a:pt x="138332" y="214280"/>
                  </a:cubicBezTo>
                  <a:cubicBezTo>
                    <a:pt x="138332" y="214280"/>
                    <a:pt x="138332" y="214280"/>
                    <a:pt x="150156" y="200025"/>
                  </a:cubicBezTo>
                  <a:cubicBezTo>
                    <a:pt x="144901" y="202617"/>
                    <a:pt x="138332" y="203913"/>
                    <a:pt x="131763" y="203913"/>
                  </a:cubicBezTo>
                  <a:cubicBezTo>
                    <a:pt x="125194" y="203913"/>
                    <a:pt x="118625" y="202617"/>
                    <a:pt x="113370" y="200025"/>
                  </a:cubicBezTo>
                  <a:cubicBezTo>
                    <a:pt x="113370" y="200025"/>
                    <a:pt x="113370" y="200025"/>
                    <a:pt x="125194" y="214280"/>
                  </a:cubicBezTo>
                  <a:cubicBezTo>
                    <a:pt x="125194" y="214280"/>
                    <a:pt x="125194" y="214280"/>
                    <a:pt x="126508" y="214280"/>
                  </a:cubicBezTo>
                  <a:cubicBezTo>
                    <a:pt x="126508" y="214280"/>
                    <a:pt x="126508" y="214280"/>
                    <a:pt x="93663" y="289444"/>
                  </a:cubicBezTo>
                  <a:cubicBezTo>
                    <a:pt x="93663" y="289444"/>
                    <a:pt x="93663" y="289444"/>
                    <a:pt x="109737" y="305298"/>
                  </a:cubicBezTo>
                  <a:lnTo>
                    <a:pt x="130542" y="325821"/>
                  </a:lnTo>
                  <a:lnTo>
                    <a:pt x="83381" y="323869"/>
                  </a:lnTo>
                  <a:cubicBezTo>
                    <a:pt x="37058" y="319864"/>
                    <a:pt x="0" y="309853"/>
                    <a:pt x="0" y="293834"/>
                  </a:cubicBezTo>
                  <a:cubicBezTo>
                    <a:pt x="0" y="256296"/>
                    <a:pt x="42629" y="207108"/>
                    <a:pt x="99468" y="192869"/>
                  </a:cubicBezTo>
                  <a:cubicBezTo>
                    <a:pt x="77508" y="177336"/>
                    <a:pt x="60714" y="148859"/>
                    <a:pt x="59423" y="121676"/>
                  </a:cubicBezTo>
                  <a:cubicBezTo>
                    <a:pt x="55547" y="119087"/>
                    <a:pt x="54255" y="116498"/>
                    <a:pt x="54255" y="113909"/>
                  </a:cubicBezTo>
                  <a:cubicBezTo>
                    <a:pt x="54255" y="113909"/>
                    <a:pt x="54255" y="113909"/>
                    <a:pt x="54255" y="62133"/>
                  </a:cubicBezTo>
                  <a:cubicBezTo>
                    <a:pt x="54255" y="62133"/>
                    <a:pt x="54255" y="62133"/>
                    <a:pt x="5167" y="45305"/>
                  </a:cubicBezTo>
                  <a:cubicBezTo>
                    <a:pt x="5167" y="45305"/>
                    <a:pt x="5167" y="45305"/>
                    <a:pt x="1317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05C601C-0A1D-E9CD-7C9D-418C8D11D405}"/>
              </a:ext>
            </a:extLst>
          </p:cNvPr>
          <p:cNvGrpSpPr/>
          <p:nvPr/>
        </p:nvGrpSpPr>
        <p:grpSpPr>
          <a:xfrm>
            <a:off x="5295069" y="965739"/>
            <a:ext cx="770775" cy="770775"/>
            <a:chOff x="5295069" y="965739"/>
            <a:chExt cx="770775" cy="770775"/>
          </a:xfrm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A06109FA-6BFC-CF43-5B5D-BD63E5AF4563}"/>
                </a:ext>
              </a:extLst>
            </p:cNvPr>
            <p:cNvSpPr/>
            <p:nvPr/>
          </p:nvSpPr>
          <p:spPr>
            <a:xfrm>
              <a:off x="5295069" y="965739"/>
              <a:ext cx="770775" cy="770775"/>
            </a:xfrm>
            <a:prstGeom prst="ellipse">
              <a:avLst/>
            </a:prstGeom>
            <a:solidFill>
              <a:srgbClr val="ACC0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49" name="椭圆 30">
              <a:extLst>
                <a:ext uri="{FF2B5EF4-FFF2-40B4-BE49-F238E27FC236}">
                  <a16:creationId xmlns:a16="http://schemas.microsoft.com/office/drawing/2014/main" id="{FC3309F1-2231-9926-57DB-D24AB39E272E}"/>
                </a:ext>
              </a:extLst>
            </p:cNvPr>
            <p:cNvSpPr/>
            <p:nvPr/>
          </p:nvSpPr>
          <p:spPr>
            <a:xfrm>
              <a:off x="5494988" y="1158993"/>
              <a:ext cx="370936" cy="460318"/>
            </a:xfrm>
            <a:custGeom>
              <a:avLst/>
              <a:gdLst>
                <a:gd name="connsiteX0" fmla="*/ 132984 w 263525"/>
                <a:gd name="connsiteY0" fmla="*/ 325821 h 327025"/>
                <a:gd name="connsiteX1" fmla="*/ 131763 w 263525"/>
                <a:gd name="connsiteY1" fmla="*/ 327025 h 327025"/>
                <a:gd name="connsiteX2" fmla="*/ 130542 w 263525"/>
                <a:gd name="connsiteY2" fmla="*/ 325821 h 327025"/>
                <a:gd name="connsiteX3" fmla="*/ 131763 w 263525"/>
                <a:gd name="connsiteY3" fmla="*/ 325871 h 327025"/>
                <a:gd name="connsiteX4" fmla="*/ 27895 w 263525"/>
                <a:gd name="connsiteY4" fmla="*/ 58738 h 327025"/>
                <a:gd name="connsiteX5" fmla="*/ 37420 w 263525"/>
                <a:gd name="connsiteY5" fmla="*/ 61336 h 327025"/>
                <a:gd name="connsiteX6" fmla="*/ 37420 w 263525"/>
                <a:gd name="connsiteY6" fmla="*/ 141866 h 327025"/>
                <a:gd name="connsiteX7" fmla="*/ 42863 w 263525"/>
                <a:gd name="connsiteY7" fmla="*/ 149659 h 327025"/>
                <a:gd name="connsiteX8" fmla="*/ 33338 w 263525"/>
                <a:gd name="connsiteY8" fmla="*/ 158751 h 327025"/>
                <a:gd name="connsiteX9" fmla="*/ 23813 w 263525"/>
                <a:gd name="connsiteY9" fmla="*/ 149659 h 327025"/>
                <a:gd name="connsiteX10" fmla="*/ 27895 w 263525"/>
                <a:gd name="connsiteY10" fmla="*/ 141866 h 327025"/>
                <a:gd name="connsiteX11" fmla="*/ 27895 w 263525"/>
                <a:gd name="connsiteY11" fmla="*/ 58738 h 327025"/>
                <a:gd name="connsiteX12" fmla="*/ 131763 w 263525"/>
                <a:gd name="connsiteY12" fmla="*/ 0 h 327025"/>
                <a:gd name="connsiteX13" fmla="*/ 258358 w 263525"/>
                <a:gd name="connsiteY13" fmla="*/ 45305 h 327025"/>
                <a:gd name="connsiteX14" fmla="*/ 209270 w 263525"/>
                <a:gd name="connsiteY14" fmla="*/ 62133 h 327025"/>
                <a:gd name="connsiteX15" fmla="*/ 209270 w 263525"/>
                <a:gd name="connsiteY15" fmla="*/ 113909 h 327025"/>
                <a:gd name="connsiteX16" fmla="*/ 204103 w 263525"/>
                <a:gd name="connsiteY16" fmla="*/ 121676 h 327025"/>
                <a:gd name="connsiteX17" fmla="*/ 164057 w 263525"/>
                <a:gd name="connsiteY17" fmla="*/ 192869 h 327025"/>
                <a:gd name="connsiteX18" fmla="*/ 263525 w 263525"/>
                <a:gd name="connsiteY18" fmla="*/ 293834 h 327025"/>
                <a:gd name="connsiteX19" fmla="*/ 180144 w 263525"/>
                <a:gd name="connsiteY19" fmla="*/ 323869 h 327025"/>
                <a:gd name="connsiteX20" fmla="*/ 132984 w 263525"/>
                <a:gd name="connsiteY20" fmla="*/ 325821 h 327025"/>
                <a:gd name="connsiteX21" fmla="*/ 169863 w 263525"/>
                <a:gd name="connsiteY21" fmla="*/ 289444 h 327025"/>
                <a:gd name="connsiteX22" fmla="*/ 138332 w 263525"/>
                <a:gd name="connsiteY22" fmla="*/ 214280 h 327025"/>
                <a:gd name="connsiteX23" fmla="*/ 150156 w 263525"/>
                <a:gd name="connsiteY23" fmla="*/ 200025 h 327025"/>
                <a:gd name="connsiteX24" fmla="*/ 131763 w 263525"/>
                <a:gd name="connsiteY24" fmla="*/ 203913 h 327025"/>
                <a:gd name="connsiteX25" fmla="*/ 113370 w 263525"/>
                <a:gd name="connsiteY25" fmla="*/ 200025 h 327025"/>
                <a:gd name="connsiteX26" fmla="*/ 125194 w 263525"/>
                <a:gd name="connsiteY26" fmla="*/ 214280 h 327025"/>
                <a:gd name="connsiteX27" fmla="*/ 126508 w 263525"/>
                <a:gd name="connsiteY27" fmla="*/ 214280 h 327025"/>
                <a:gd name="connsiteX28" fmla="*/ 93663 w 263525"/>
                <a:gd name="connsiteY28" fmla="*/ 289444 h 327025"/>
                <a:gd name="connsiteX29" fmla="*/ 109737 w 263525"/>
                <a:gd name="connsiteY29" fmla="*/ 305298 h 327025"/>
                <a:gd name="connsiteX30" fmla="*/ 130542 w 263525"/>
                <a:gd name="connsiteY30" fmla="*/ 325821 h 327025"/>
                <a:gd name="connsiteX31" fmla="*/ 83381 w 263525"/>
                <a:gd name="connsiteY31" fmla="*/ 323869 h 327025"/>
                <a:gd name="connsiteX32" fmla="*/ 0 w 263525"/>
                <a:gd name="connsiteY32" fmla="*/ 293834 h 327025"/>
                <a:gd name="connsiteX33" fmla="*/ 99468 w 263525"/>
                <a:gd name="connsiteY33" fmla="*/ 192869 h 327025"/>
                <a:gd name="connsiteX34" fmla="*/ 59423 w 263525"/>
                <a:gd name="connsiteY34" fmla="*/ 121676 h 327025"/>
                <a:gd name="connsiteX35" fmla="*/ 54255 w 263525"/>
                <a:gd name="connsiteY35" fmla="*/ 113909 h 327025"/>
                <a:gd name="connsiteX36" fmla="*/ 54255 w 263525"/>
                <a:gd name="connsiteY36" fmla="*/ 62133 h 327025"/>
                <a:gd name="connsiteX37" fmla="*/ 5167 w 263525"/>
                <a:gd name="connsiteY37" fmla="*/ 45305 h 327025"/>
                <a:gd name="connsiteX38" fmla="*/ 131763 w 263525"/>
                <a:gd name="connsiteY38" fmla="*/ 0 h 32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3525" h="327025">
                  <a:moveTo>
                    <a:pt x="132984" y="325821"/>
                  </a:moveTo>
                  <a:lnTo>
                    <a:pt x="131763" y="327025"/>
                  </a:lnTo>
                  <a:lnTo>
                    <a:pt x="130542" y="325821"/>
                  </a:lnTo>
                  <a:lnTo>
                    <a:pt x="131763" y="325871"/>
                  </a:lnTo>
                  <a:close/>
                  <a:moveTo>
                    <a:pt x="27895" y="58738"/>
                  </a:moveTo>
                  <a:lnTo>
                    <a:pt x="37420" y="61336"/>
                  </a:lnTo>
                  <a:cubicBezTo>
                    <a:pt x="37420" y="61336"/>
                    <a:pt x="37420" y="61336"/>
                    <a:pt x="37420" y="141866"/>
                  </a:cubicBezTo>
                  <a:cubicBezTo>
                    <a:pt x="40142" y="144464"/>
                    <a:pt x="42863" y="147061"/>
                    <a:pt x="42863" y="149659"/>
                  </a:cubicBezTo>
                  <a:cubicBezTo>
                    <a:pt x="42863" y="154855"/>
                    <a:pt x="38781" y="158751"/>
                    <a:pt x="33338" y="158751"/>
                  </a:cubicBezTo>
                  <a:cubicBezTo>
                    <a:pt x="27895" y="158751"/>
                    <a:pt x="23813" y="154855"/>
                    <a:pt x="23813" y="149659"/>
                  </a:cubicBezTo>
                  <a:cubicBezTo>
                    <a:pt x="23813" y="147061"/>
                    <a:pt x="25174" y="144464"/>
                    <a:pt x="27895" y="141866"/>
                  </a:cubicBezTo>
                  <a:cubicBezTo>
                    <a:pt x="27895" y="141866"/>
                    <a:pt x="27895" y="141866"/>
                    <a:pt x="27895" y="58738"/>
                  </a:cubicBezTo>
                  <a:close/>
                  <a:moveTo>
                    <a:pt x="131763" y="0"/>
                  </a:moveTo>
                  <a:cubicBezTo>
                    <a:pt x="131763" y="0"/>
                    <a:pt x="131763" y="0"/>
                    <a:pt x="258358" y="45305"/>
                  </a:cubicBezTo>
                  <a:cubicBezTo>
                    <a:pt x="258358" y="45305"/>
                    <a:pt x="258358" y="45305"/>
                    <a:pt x="209270" y="62133"/>
                  </a:cubicBezTo>
                  <a:cubicBezTo>
                    <a:pt x="209270" y="62133"/>
                    <a:pt x="209270" y="62133"/>
                    <a:pt x="209270" y="113909"/>
                  </a:cubicBezTo>
                  <a:cubicBezTo>
                    <a:pt x="209270" y="116498"/>
                    <a:pt x="207978" y="119087"/>
                    <a:pt x="204103" y="121676"/>
                  </a:cubicBezTo>
                  <a:cubicBezTo>
                    <a:pt x="202811" y="148859"/>
                    <a:pt x="187310" y="177336"/>
                    <a:pt x="164057" y="192869"/>
                  </a:cubicBezTo>
                  <a:cubicBezTo>
                    <a:pt x="222188" y="207108"/>
                    <a:pt x="263525" y="256296"/>
                    <a:pt x="263525" y="293834"/>
                  </a:cubicBezTo>
                  <a:cubicBezTo>
                    <a:pt x="263525" y="309853"/>
                    <a:pt x="226467" y="319864"/>
                    <a:pt x="180144" y="323869"/>
                  </a:cubicBezTo>
                  <a:lnTo>
                    <a:pt x="132984" y="325821"/>
                  </a:lnTo>
                  <a:lnTo>
                    <a:pt x="169863" y="289444"/>
                  </a:lnTo>
                  <a:cubicBezTo>
                    <a:pt x="169863" y="289444"/>
                    <a:pt x="169863" y="289444"/>
                    <a:pt x="138332" y="214280"/>
                  </a:cubicBezTo>
                  <a:cubicBezTo>
                    <a:pt x="138332" y="214280"/>
                    <a:pt x="138332" y="214280"/>
                    <a:pt x="150156" y="200025"/>
                  </a:cubicBezTo>
                  <a:cubicBezTo>
                    <a:pt x="144901" y="202617"/>
                    <a:pt x="138332" y="203913"/>
                    <a:pt x="131763" y="203913"/>
                  </a:cubicBezTo>
                  <a:cubicBezTo>
                    <a:pt x="125194" y="203913"/>
                    <a:pt x="118625" y="202617"/>
                    <a:pt x="113370" y="200025"/>
                  </a:cubicBezTo>
                  <a:cubicBezTo>
                    <a:pt x="113370" y="200025"/>
                    <a:pt x="113370" y="200025"/>
                    <a:pt x="125194" y="214280"/>
                  </a:cubicBezTo>
                  <a:cubicBezTo>
                    <a:pt x="125194" y="214280"/>
                    <a:pt x="125194" y="214280"/>
                    <a:pt x="126508" y="214280"/>
                  </a:cubicBezTo>
                  <a:cubicBezTo>
                    <a:pt x="126508" y="214280"/>
                    <a:pt x="126508" y="214280"/>
                    <a:pt x="93663" y="289444"/>
                  </a:cubicBezTo>
                  <a:cubicBezTo>
                    <a:pt x="93663" y="289444"/>
                    <a:pt x="93663" y="289444"/>
                    <a:pt x="109737" y="305298"/>
                  </a:cubicBezTo>
                  <a:lnTo>
                    <a:pt x="130542" y="325821"/>
                  </a:lnTo>
                  <a:lnTo>
                    <a:pt x="83381" y="323869"/>
                  </a:lnTo>
                  <a:cubicBezTo>
                    <a:pt x="37058" y="319864"/>
                    <a:pt x="0" y="309853"/>
                    <a:pt x="0" y="293834"/>
                  </a:cubicBezTo>
                  <a:cubicBezTo>
                    <a:pt x="0" y="256296"/>
                    <a:pt x="42629" y="207108"/>
                    <a:pt x="99468" y="192869"/>
                  </a:cubicBezTo>
                  <a:cubicBezTo>
                    <a:pt x="77508" y="177336"/>
                    <a:pt x="60714" y="148859"/>
                    <a:pt x="59423" y="121676"/>
                  </a:cubicBezTo>
                  <a:cubicBezTo>
                    <a:pt x="55547" y="119087"/>
                    <a:pt x="54255" y="116498"/>
                    <a:pt x="54255" y="113909"/>
                  </a:cubicBezTo>
                  <a:cubicBezTo>
                    <a:pt x="54255" y="113909"/>
                    <a:pt x="54255" y="113909"/>
                    <a:pt x="54255" y="62133"/>
                  </a:cubicBezTo>
                  <a:cubicBezTo>
                    <a:pt x="54255" y="62133"/>
                    <a:pt x="54255" y="62133"/>
                    <a:pt x="5167" y="45305"/>
                  </a:cubicBezTo>
                  <a:cubicBezTo>
                    <a:pt x="5167" y="45305"/>
                    <a:pt x="5167" y="45305"/>
                    <a:pt x="1317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EC1CA6C-CCC0-BEEC-0E6F-27AFE89E4673}"/>
              </a:ext>
            </a:extLst>
          </p:cNvPr>
          <p:cNvGrpSpPr/>
          <p:nvPr/>
        </p:nvGrpSpPr>
        <p:grpSpPr>
          <a:xfrm>
            <a:off x="5295068" y="2649208"/>
            <a:ext cx="770775" cy="770775"/>
            <a:chOff x="4572861" y="2563031"/>
            <a:chExt cx="770775" cy="770775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C2710BBC-83C4-AA17-9D2A-6FFA0EB9B769}"/>
                </a:ext>
              </a:extLst>
            </p:cNvPr>
            <p:cNvSpPr/>
            <p:nvPr/>
          </p:nvSpPr>
          <p:spPr>
            <a:xfrm>
              <a:off x="4572861" y="2563031"/>
              <a:ext cx="770775" cy="770775"/>
            </a:xfrm>
            <a:prstGeom prst="ellipse">
              <a:avLst/>
            </a:prstGeom>
            <a:solidFill>
              <a:srgbClr val="C8AC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52" name="椭圆 42">
              <a:extLst>
                <a:ext uri="{FF2B5EF4-FFF2-40B4-BE49-F238E27FC236}">
                  <a16:creationId xmlns:a16="http://schemas.microsoft.com/office/drawing/2014/main" id="{8AD452F4-186B-6FE7-558D-492028FE80AD}"/>
                </a:ext>
              </a:extLst>
            </p:cNvPr>
            <p:cNvSpPr/>
            <p:nvPr/>
          </p:nvSpPr>
          <p:spPr>
            <a:xfrm>
              <a:off x="4708807" y="2745973"/>
              <a:ext cx="527458" cy="348460"/>
            </a:xfrm>
            <a:custGeom>
              <a:avLst/>
              <a:gdLst>
                <a:gd name="connsiteX0" fmla="*/ 73819 w 331341"/>
                <a:gd name="connsiteY0" fmla="*/ 138113 h 250825"/>
                <a:gd name="connsiteX1" fmla="*/ 58737 w 331341"/>
                <a:gd name="connsiteY1" fmla="*/ 152401 h 250825"/>
                <a:gd name="connsiteX2" fmla="*/ 73819 w 331341"/>
                <a:gd name="connsiteY2" fmla="*/ 166689 h 250825"/>
                <a:gd name="connsiteX3" fmla="*/ 88901 w 331341"/>
                <a:gd name="connsiteY3" fmla="*/ 152401 h 250825"/>
                <a:gd name="connsiteX4" fmla="*/ 73819 w 331341"/>
                <a:gd name="connsiteY4" fmla="*/ 138113 h 250825"/>
                <a:gd name="connsiteX5" fmla="*/ 75406 w 331341"/>
                <a:gd name="connsiteY5" fmla="*/ 123825 h 250825"/>
                <a:gd name="connsiteX6" fmla="*/ 103928 w 331341"/>
                <a:gd name="connsiteY6" fmla="*/ 153238 h 250825"/>
                <a:gd name="connsiteX7" fmla="*/ 97446 w 331341"/>
                <a:gd name="connsiteY7" fmla="*/ 171141 h 250825"/>
                <a:gd name="connsiteX8" fmla="*/ 113003 w 331341"/>
                <a:gd name="connsiteY8" fmla="*/ 200554 h 250825"/>
                <a:gd name="connsiteX9" fmla="*/ 113003 w 331341"/>
                <a:gd name="connsiteY9" fmla="*/ 204391 h 250825"/>
                <a:gd name="connsiteX10" fmla="*/ 107818 w 331341"/>
                <a:gd name="connsiteY10" fmla="*/ 205670 h 250825"/>
                <a:gd name="connsiteX11" fmla="*/ 96149 w 331341"/>
                <a:gd name="connsiteY11" fmla="*/ 199275 h 250825"/>
                <a:gd name="connsiteX12" fmla="*/ 94853 w 331341"/>
                <a:gd name="connsiteY12" fmla="*/ 212064 h 250825"/>
                <a:gd name="connsiteX13" fmla="*/ 93557 w 331341"/>
                <a:gd name="connsiteY13" fmla="*/ 214621 h 250825"/>
                <a:gd name="connsiteX14" fmla="*/ 92260 w 331341"/>
                <a:gd name="connsiteY14" fmla="*/ 214621 h 250825"/>
                <a:gd name="connsiteX15" fmla="*/ 88371 w 331341"/>
                <a:gd name="connsiteY15" fmla="*/ 213342 h 250825"/>
                <a:gd name="connsiteX16" fmla="*/ 75406 w 331341"/>
                <a:gd name="connsiteY16" fmla="*/ 189045 h 250825"/>
                <a:gd name="connsiteX17" fmla="*/ 61145 w 331341"/>
                <a:gd name="connsiteY17" fmla="*/ 213342 h 250825"/>
                <a:gd name="connsiteX18" fmla="*/ 57255 w 331341"/>
                <a:gd name="connsiteY18" fmla="*/ 214621 h 250825"/>
                <a:gd name="connsiteX19" fmla="*/ 55959 w 331341"/>
                <a:gd name="connsiteY19" fmla="*/ 214621 h 250825"/>
                <a:gd name="connsiteX20" fmla="*/ 54663 w 331341"/>
                <a:gd name="connsiteY20" fmla="*/ 212064 h 250825"/>
                <a:gd name="connsiteX21" fmla="*/ 53366 w 331341"/>
                <a:gd name="connsiteY21" fmla="*/ 199275 h 250825"/>
                <a:gd name="connsiteX22" fmla="*/ 41698 w 331341"/>
                <a:gd name="connsiteY22" fmla="*/ 205670 h 250825"/>
                <a:gd name="connsiteX23" fmla="*/ 37808 w 331341"/>
                <a:gd name="connsiteY23" fmla="*/ 204391 h 250825"/>
                <a:gd name="connsiteX24" fmla="*/ 36512 w 331341"/>
                <a:gd name="connsiteY24" fmla="*/ 200554 h 250825"/>
                <a:gd name="connsiteX25" fmla="*/ 52070 w 331341"/>
                <a:gd name="connsiteY25" fmla="*/ 171141 h 250825"/>
                <a:gd name="connsiteX26" fmla="*/ 45587 w 331341"/>
                <a:gd name="connsiteY26" fmla="*/ 153238 h 250825"/>
                <a:gd name="connsiteX27" fmla="*/ 75406 w 331341"/>
                <a:gd name="connsiteY27" fmla="*/ 123825 h 250825"/>
                <a:gd name="connsiteX28" fmla="*/ 15512 w 331341"/>
                <a:gd name="connsiteY28" fmla="*/ 47625 h 250825"/>
                <a:gd name="connsiteX29" fmla="*/ 159000 w 331341"/>
                <a:gd name="connsiteY29" fmla="*/ 47625 h 250825"/>
                <a:gd name="connsiteX30" fmla="*/ 148658 w 331341"/>
                <a:gd name="connsiteY30" fmla="*/ 69628 h 250825"/>
                <a:gd name="connsiteX31" fmla="*/ 147366 w 331341"/>
                <a:gd name="connsiteY31" fmla="*/ 73510 h 250825"/>
                <a:gd name="connsiteX32" fmla="*/ 23268 w 331341"/>
                <a:gd name="connsiteY32" fmla="*/ 73510 h 250825"/>
                <a:gd name="connsiteX33" fmla="*/ 23268 w 331341"/>
                <a:gd name="connsiteY33" fmla="*/ 224940 h 250825"/>
                <a:gd name="connsiteX34" fmla="*/ 248195 w 331341"/>
                <a:gd name="connsiteY34" fmla="*/ 224940 h 250825"/>
                <a:gd name="connsiteX35" fmla="*/ 248195 w 331341"/>
                <a:gd name="connsiteY35" fmla="*/ 142107 h 250825"/>
                <a:gd name="connsiteX36" fmla="*/ 271463 w 331341"/>
                <a:gd name="connsiteY36" fmla="*/ 143401 h 250825"/>
                <a:gd name="connsiteX37" fmla="*/ 271463 w 331341"/>
                <a:gd name="connsiteY37" fmla="*/ 235294 h 250825"/>
                <a:gd name="connsiteX38" fmla="*/ 255951 w 331341"/>
                <a:gd name="connsiteY38" fmla="*/ 250825 h 250825"/>
                <a:gd name="connsiteX39" fmla="*/ 15512 w 331341"/>
                <a:gd name="connsiteY39" fmla="*/ 250825 h 250825"/>
                <a:gd name="connsiteX40" fmla="*/ 0 w 331341"/>
                <a:gd name="connsiteY40" fmla="*/ 235294 h 250825"/>
                <a:gd name="connsiteX41" fmla="*/ 0 w 331341"/>
                <a:gd name="connsiteY41" fmla="*/ 63156 h 250825"/>
                <a:gd name="connsiteX42" fmla="*/ 15512 w 331341"/>
                <a:gd name="connsiteY42" fmla="*/ 47625 h 250825"/>
                <a:gd name="connsiteX43" fmla="*/ 175923 w 331341"/>
                <a:gd name="connsiteY43" fmla="*/ 0 h 250825"/>
                <a:gd name="connsiteX44" fmla="*/ 260350 w 331341"/>
                <a:gd name="connsiteY44" fmla="*/ 5179 h 250825"/>
                <a:gd name="connsiteX45" fmla="*/ 269442 w 331341"/>
                <a:gd name="connsiteY45" fmla="*/ 9063 h 250825"/>
                <a:gd name="connsiteX46" fmla="*/ 329189 w 331341"/>
                <a:gd name="connsiteY46" fmla="*/ 67322 h 250825"/>
                <a:gd name="connsiteX47" fmla="*/ 330488 w 331341"/>
                <a:gd name="connsiteY47" fmla="*/ 77680 h 250825"/>
                <a:gd name="connsiteX48" fmla="*/ 323994 w 331341"/>
                <a:gd name="connsiteY48" fmla="*/ 84153 h 250825"/>
                <a:gd name="connsiteX49" fmla="*/ 318798 w 331341"/>
                <a:gd name="connsiteY49" fmla="*/ 84153 h 250825"/>
                <a:gd name="connsiteX50" fmla="*/ 318798 w 331341"/>
                <a:gd name="connsiteY50" fmla="*/ 110046 h 250825"/>
                <a:gd name="connsiteX51" fmla="*/ 320097 w 331341"/>
                <a:gd name="connsiteY51" fmla="*/ 110046 h 250825"/>
                <a:gd name="connsiteX52" fmla="*/ 322695 w 331341"/>
                <a:gd name="connsiteY52" fmla="*/ 111341 h 250825"/>
                <a:gd name="connsiteX53" fmla="*/ 322695 w 331341"/>
                <a:gd name="connsiteY53" fmla="*/ 117814 h 250825"/>
                <a:gd name="connsiteX54" fmla="*/ 323994 w 331341"/>
                <a:gd name="connsiteY54" fmla="*/ 126877 h 250825"/>
                <a:gd name="connsiteX55" fmla="*/ 323994 w 331341"/>
                <a:gd name="connsiteY55" fmla="*/ 128171 h 250825"/>
                <a:gd name="connsiteX56" fmla="*/ 322695 w 331341"/>
                <a:gd name="connsiteY56" fmla="*/ 128171 h 250825"/>
                <a:gd name="connsiteX57" fmla="*/ 309706 w 331341"/>
                <a:gd name="connsiteY57" fmla="*/ 128171 h 250825"/>
                <a:gd name="connsiteX58" fmla="*/ 308407 w 331341"/>
                <a:gd name="connsiteY58" fmla="*/ 128171 h 250825"/>
                <a:gd name="connsiteX59" fmla="*/ 307109 w 331341"/>
                <a:gd name="connsiteY59" fmla="*/ 126877 h 250825"/>
                <a:gd name="connsiteX60" fmla="*/ 309706 w 331341"/>
                <a:gd name="connsiteY60" fmla="*/ 111341 h 250825"/>
                <a:gd name="connsiteX61" fmla="*/ 311005 w 331341"/>
                <a:gd name="connsiteY61" fmla="*/ 110046 h 250825"/>
                <a:gd name="connsiteX62" fmla="*/ 312304 w 331341"/>
                <a:gd name="connsiteY62" fmla="*/ 110046 h 250825"/>
                <a:gd name="connsiteX63" fmla="*/ 312304 w 331341"/>
                <a:gd name="connsiteY63" fmla="*/ 85448 h 250825"/>
                <a:gd name="connsiteX64" fmla="*/ 303212 w 331341"/>
                <a:gd name="connsiteY64" fmla="*/ 85448 h 250825"/>
                <a:gd name="connsiteX65" fmla="*/ 285028 w 331341"/>
                <a:gd name="connsiteY65" fmla="*/ 128171 h 250825"/>
                <a:gd name="connsiteX66" fmla="*/ 274637 w 331341"/>
                <a:gd name="connsiteY66" fmla="*/ 133350 h 250825"/>
                <a:gd name="connsiteX67" fmla="*/ 214889 w 331341"/>
                <a:gd name="connsiteY67" fmla="*/ 120404 h 250825"/>
                <a:gd name="connsiteX68" fmla="*/ 164234 w 331341"/>
                <a:gd name="connsiteY68" fmla="*/ 85448 h 250825"/>
                <a:gd name="connsiteX69" fmla="*/ 161636 w 331341"/>
                <a:gd name="connsiteY69" fmla="*/ 73796 h 250825"/>
                <a:gd name="connsiteX70" fmla="*/ 177222 w 331341"/>
                <a:gd name="connsiteY70" fmla="*/ 38840 h 250825"/>
                <a:gd name="connsiteX71" fmla="*/ 179820 w 331341"/>
                <a:gd name="connsiteY71" fmla="*/ 32367 h 250825"/>
                <a:gd name="connsiteX72" fmla="*/ 168130 w 331341"/>
                <a:gd name="connsiteY72" fmla="*/ 16831 h 250825"/>
                <a:gd name="connsiteX73" fmla="*/ 166831 w 331341"/>
                <a:gd name="connsiteY73" fmla="*/ 6473 h 250825"/>
                <a:gd name="connsiteX74" fmla="*/ 175923 w 331341"/>
                <a:gd name="connsiteY74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31341" h="250825">
                  <a:moveTo>
                    <a:pt x="73819" y="138113"/>
                  </a:moveTo>
                  <a:cubicBezTo>
                    <a:pt x="65489" y="138113"/>
                    <a:pt x="58737" y="144510"/>
                    <a:pt x="58737" y="152401"/>
                  </a:cubicBezTo>
                  <a:cubicBezTo>
                    <a:pt x="58737" y="160292"/>
                    <a:pt x="65489" y="166689"/>
                    <a:pt x="73819" y="166689"/>
                  </a:cubicBezTo>
                  <a:cubicBezTo>
                    <a:pt x="82149" y="166689"/>
                    <a:pt x="88901" y="160292"/>
                    <a:pt x="88901" y="152401"/>
                  </a:cubicBezTo>
                  <a:cubicBezTo>
                    <a:pt x="88901" y="144510"/>
                    <a:pt x="82149" y="138113"/>
                    <a:pt x="73819" y="138113"/>
                  </a:cubicBezTo>
                  <a:close/>
                  <a:moveTo>
                    <a:pt x="75406" y="123825"/>
                  </a:moveTo>
                  <a:cubicBezTo>
                    <a:pt x="90964" y="123825"/>
                    <a:pt x="103928" y="136613"/>
                    <a:pt x="103928" y="153238"/>
                  </a:cubicBezTo>
                  <a:cubicBezTo>
                    <a:pt x="103928" y="159632"/>
                    <a:pt x="101335" y="166026"/>
                    <a:pt x="97446" y="171141"/>
                  </a:cubicBezTo>
                  <a:cubicBezTo>
                    <a:pt x="97446" y="171141"/>
                    <a:pt x="97446" y="171141"/>
                    <a:pt x="113003" y="200554"/>
                  </a:cubicBezTo>
                  <a:cubicBezTo>
                    <a:pt x="114300" y="201833"/>
                    <a:pt x="114300" y="203112"/>
                    <a:pt x="113003" y="204391"/>
                  </a:cubicBezTo>
                  <a:cubicBezTo>
                    <a:pt x="111707" y="205670"/>
                    <a:pt x="109114" y="205670"/>
                    <a:pt x="107818" y="205670"/>
                  </a:cubicBezTo>
                  <a:cubicBezTo>
                    <a:pt x="107818" y="205670"/>
                    <a:pt x="107818" y="205670"/>
                    <a:pt x="96149" y="199275"/>
                  </a:cubicBezTo>
                  <a:cubicBezTo>
                    <a:pt x="96149" y="199275"/>
                    <a:pt x="96149" y="199275"/>
                    <a:pt x="94853" y="212064"/>
                  </a:cubicBezTo>
                  <a:cubicBezTo>
                    <a:pt x="94853" y="213342"/>
                    <a:pt x="94853" y="214621"/>
                    <a:pt x="93557" y="214621"/>
                  </a:cubicBezTo>
                  <a:cubicBezTo>
                    <a:pt x="93557" y="214621"/>
                    <a:pt x="92260" y="214621"/>
                    <a:pt x="92260" y="214621"/>
                  </a:cubicBezTo>
                  <a:cubicBezTo>
                    <a:pt x="90964" y="215900"/>
                    <a:pt x="89667" y="214621"/>
                    <a:pt x="88371" y="213342"/>
                  </a:cubicBezTo>
                  <a:cubicBezTo>
                    <a:pt x="88371" y="213342"/>
                    <a:pt x="88371" y="213342"/>
                    <a:pt x="75406" y="189045"/>
                  </a:cubicBezTo>
                  <a:cubicBezTo>
                    <a:pt x="75406" y="189045"/>
                    <a:pt x="75406" y="189045"/>
                    <a:pt x="61145" y="213342"/>
                  </a:cubicBezTo>
                  <a:cubicBezTo>
                    <a:pt x="61145" y="214621"/>
                    <a:pt x="58552" y="215900"/>
                    <a:pt x="57255" y="214621"/>
                  </a:cubicBezTo>
                  <a:cubicBezTo>
                    <a:pt x="57255" y="214621"/>
                    <a:pt x="57255" y="214621"/>
                    <a:pt x="55959" y="214621"/>
                  </a:cubicBezTo>
                  <a:cubicBezTo>
                    <a:pt x="55959" y="214621"/>
                    <a:pt x="54663" y="213342"/>
                    <a:pt x="54663" y="212064"/>
                  </a:cubicBezTo>
                  <a:cubicBezTo>
                    <a:pt x="54663" y="212064"/>
                    <a:pt x="54663" y="212064"/>
                    <a:pt x="53366" y="199275"/>
                  </a:cubicBezTo>
                  <a:cubicBezTo>
                    <a:pt x="53366" y="199275"/>
                    <a:pt x="53366" y="199275"/>
                    <a:pt x="41698" y="205670"/>
                  </a:cubicBezTo>
                  <a:cubicBezTo>
                    <a:pt x="40401" y="205670"/>
                    <a:pt x="39105" y="205670"/>
                    <a:pt x="37808" y="204391"/>
                  </a:cubicBezTo>
                  <a:cubicBezTo>
                    <a:pt x="36512" y="203112"/>
                    <a:pt x="36512" y="201833"/>
                    <a:pt x="36512" y="200554"/>
                  </a:cubicBezTo>
                  <a:cubicBezTo>
                    <a:pt x="36512" y="200554"/>
                    <a:pt x="36512" y="200554"/>
                    <a:pt x="52070" y="171141"/>
                  </a:cubicBezTo>
                  <a:cubicBezTo>
                    <a:pt x="48180" y="166026"/>
                    <a:pt x="45587" y="159632"/>
                    <a:pt x="45587" y="153238"/>
                  </a:cubicBezTo>
                  <a:cubicBezTo>
                    <a:pt x="45587" y="136613"/>
                    <a:pt x="58552" y="123825"/>
                    <a:pt x="75406" y="123825"/>
                  </a:cubicBezTo>
                  <a:close/>
                  <a:moveTo>
                    <a:pt x="15512" y="47625"/>
                  </a:moveTo>
                  <a:cubicBezTo>
                    <a:pt x="15512" y="47625"/>
                    <a:pt x="15512" y="47625"/>
                    <a:pt x="159000" y="47625"/>
                  </a:cubicBezTo>
                  <a:cubicBezTo>
                    <a:pt x="159000" y="47625"/>
                    <a:pt x="159000" y="47625"/>
                    <a:pt x="148658" y="69628"/>
                  </a:cubicBezTo>
                  <a:cubicBezTo>
                    <a:pt x="148658" y="70922"/>
                    <a:pt x="148658" y="72216"/>
                    <a:pt x="147366" y="73510"/>
                  </a:cubicBezTo>
                  <a:cubicBezTo>
                    <a:pt x="147366" y="73510"/>
                    <a:pt x="147366" y="73510"/>
                    <a:pt x="23268" y="73510"/>
                  </a:cubicBezTo>
                  <a:cubicBezTo>
                    <a:pt x="23268" y="73510"/>
                    <a:pt x="23268" y="73510"/>
                    <a:pt x="23268" y="224940"/>
                  </a:cubicBezTo>
                  <a:cubicBezTo>
                    <a:pt x="23268" y="224940"/>
                    <a:pt x="23268" y="224940"/>
                    <a:pt x="248195" y="224940"/>
                  </a:cubicBezTo>
                  <a:cubicBezTo>
                    <a:pt x="248195" y="224940"/>
                    <a:pt x="248195" y="224940"/>
                    <a:pt x="248195" y="142107"/>
                  </a:cubicBezTo>
                  <a:cubicBezTo>
                    <a:pt x="255951" y="143401"/>
                    <a:pt x="263707" y="143401"/>
                    <a:pt x="271463" y="143401"/>
                  </a:cubicBezTo>
                  <a:cubicBezTo>
                    <a:pt x="271463" y="143401"/>
                    <a:pt x="271463" y="143401"/>
                    <a:pt x="271463" y="235294"/>
                  </a:cubicBezTo>
                  <a:cubicBezTo>
                    <a:pt x="271463" y="243060"/>
                    <a:pt x="263707" y="250825"/>
                    <a:pt x="255951" y="250825"/>
                  </a:cubicBezTo>
                  <a:cubicBezTo>
                    <a:pt x="255951" y="250825"/>
                    <a:pt x="255951" y="250825"/>
                    <a:pt x="15512" y="250825"/>
                  </a:cubicBezTo>
                  <a:cubicBezTo>
                    <a:pt x="6463" y="250825"/>
                    <a:pt x="0" y="243060"/>
                    <a:pt x="0" y="235294"/>
                  </a:cubicBezTo>
                  <a:cubicBezTo>
                    <a:pt x="0" y="235294"/>
                    <a:pt x="0" y="235294"/>
                    <a:pt x="0" y="63156"/>
                  </a:cubicBezTo>
                  <a:cubicBezTo>
                    <a:pt x="0" y="54096"/>
                    <a:pt x="6463" y="47625"/>
                    <a:pt x="15512" y="47625"/>
                  </a:cubicBezTo>
                  <a:close/>
                  <a:moveTo>
                    <a:pt x="175923" y="0"/>
                  </a:moveTo>
                  <a:cubicBezTo>
                    <a:pt x="175923" y="0"/>
                    <a:pt x="175923" y="0"/>
                    <a:pt x="260350" y="5179"/>
                  </a:cubicBezTo>
                  <a:cubicBezTo>
                    <a:pt x="264246" y="3884"/>
                    <a:pt x="266844" y="5179"/>
                    <a:pt x="269442" y="9063"/>
                  </a:cubicBezTo>
                  <a:cubicBezTo>
                    <a:pt x="269442" y="9063"/>
                    <a:pt x="269442" y="9063"/>
                    <a:pt x="329189" y="67322"/>
                  </a:cubicBezTo>
                  <a:cubicBezTo>
                    <a:pt x="331787" y="69912"/>
                    <a:pt x="331787" y="75090"/>
                    <a:pt x="330488" y="77680"/>
                  </a:cubicBezTo>
                  <a:cubicBezTo>
                    <a:pt x="329189" y="81564"/>
                    <a:pt x="327890" y="82858"/>
                    <a:pt x="323994" y="84153"/>
                  </a:cubicBezTo>
                  <a:cubicBezTo>
                    <a:pt x="323994" y="84153"/>
                    <a:pt x="323994" y="84153"/>
                    <a:pt x="318798" y="84153"/>
                  </a:cubicBezTo>
                  <a:cubicBezTo>
                    <a:pt x="318798" y="84153"/>
                    <a:pt x="318798" y="84153"/>
                    <a:pt x="318798" y="110046"/>
                  </a:cubicBezTo>
                  <a:cubicBezTo>
                    <a:pt x="318798" y="110046"/>
                    <a:pt x="318798" y="110046"/>
                    <a:pt x="320097" y="110046"/>
                  </a:cubicBezTo>
                  <a:cubicBezTo>
                    <a:pt x="321396" y="110046"/>
                    <a:pt x="322695" y="111341"/>
                    <a:pt x="322695" y="111341"/>
                  </a:cubicBezTo>
                  <a:cubicBezTo>
                    <a:pt x="322695" y="111341"/>
                    <a:pt x="322695" y="111341"/>
                    <a:pt x="322695" y="117814"/>
                  </a:cubicBezTo>
                  <a:cubicBezTo>
                    <a:pt x="323994" y="120404"/>
                    <a:pt x="323994" y="122993"/>
                    <a:pt x="323994" y="126877"/>
                  </a:cubicBezTo>
                  <a:cubicBezTo>
                    <a:pt x="323994" y="126877"/>
                    <a:pt x="323994" y="126877"/>
                    <a:pt x="323994" y="128171"/>
                  </a:cubicBezTo>
                  <a:cubicBezTo>
                    <a:pt x="323994" y="128171"/>
                    <a:pt x="322695" y="128171"/>
                    <a:pt x="322695" y="128171"/>
                  </a:cubicBezTo>
                  <a:cubicBezTo>
                    <a:pt x="322695" y="128171"/>
                    <a:pt x="322695" y="128171"/>
                    <a:pt x="309706" y="128171"/>
                  </a:cubicBezTo>
                  <a:cubicBezTo>
                    <a:pt x="308407" y="128171"/>
                    <a:pt x="308407" y="128171"/>
                    <a:pt x="308407" y="128171"/>
                  </a:cubicBezTo>
                  <a:cubicBezTo>
                    <a:pt x="308407" y="126877"/>
                    <a:pt x="307109" y="126877"/>
                    <a:pt x="307109" y="126877"/>
                  </a:cubicBezTo>
                  <a:cubicBezTo>
                    <a:pt x="307109" y="126877"/>
                    <a:pt x="307109" y="126877"/>
                    <a:pt x="309706" y="111341"/>
                  </a:cubicBezTo>
                  <a:cubicBezTo>
                    <a:pt x="309706" y="111341"/>
                    <a:pt x="311005" y="110046"/>
                    <a:pt x="311005" y="110046"/>
                  </a:cubicBezTo>
                  <a:cubicBezTo>
                    <a:pt x="311005" y="110046"/>
                    <a:pt x="311005" y="110046"/>
                    <a:pt x="312304" y="110046"/>
                  </a:cubicBezTo>
                  <a:cubicBezTo>
                    <a:pt x="312304" y="110046"/>
                    <a:pt x="312304" y="110046"/>
                    <a:pt x="312304" y="85448"/>
                  </a:cubicBezTo>
                  <a:cubicBezTo>
                    <a:pt x="312304" y="85448"/>
                    <a:pt x="312304" y="85448"/>
                    <a:pt x="303212" y="85448"/>
                  </a:cubicBezTo>
                  <a:cubicBezTo>
                    <a:pt x="303212" y="85448"/>
                    <a:pt x="303212" y="85448"/>
                    <a:pt x="285028" y="128171"/>
                  </a:cubicBezTo>
                  <a:cubicBezTo>
                    <a:pt x="282430" y="132055"/>
                    <a:pt x="278534" y="133350"/>
                    <a:pt x="274637" y="133350"/>
                  </a:cubicBezTo>
                  <a:cubicBezTo>
                    <a:pt x="253855" y="133350"/>
                    <a:pt x="233073" y="128171"/>
                    <a:pt x="214889" y="120404"/>
                  </a:cubicBezTo>
                  <a:cubicBezTo>
                    <a:pt x="195406" y="112636"/>
                    <a:pt x="178521" y="99689"/>
                    <a:pt x="164234" y="85448"/>
                  </a:cubicBezTo>
                  <a:cubicBezTo>
                    <a:pt x="160337" y="81564"/>
                    <a:pt x="160337" y="77680"/>
                    <a:pt x="161636" y="73796"/>
                  </a:cubicBezTo>
                  <a:cubicBezTo>
                    <a:pt x="172027" y="51787"/>
                    <a:pt x="169429" y="58260"/>
                    <a:pt x="177222" y="38840"/>
                  </a:cubicBezTo>
                  <a:cubicBezTo>
                    <a:pt x="177222" y="38840"/>
                    <a:pt x="177222" y="38840"/>
                    <a:pt x="179820" y="32367"/>
                  </a:cubicBezTo>
                  <a:cubicBezTo>
                    <a:pt x="179820" y="32367"/>
                    <a:pt x="179820" y="32367"/>
                    <a:pt x="168130" y="16831"/>
                  </a:cubicBezTo>
                  <a:cubicBezTo>
                    <a:pt x="165532" y="14241"/>
                    <a:pt x="165532" y="10357"/>
                    <a:pt x="166831" y="6473"/>
                  </a:cubicBezTo>
                  <a:cubicBezTo>
                    <a:pt x="168130" y="2589"/>
                    <a:pt x="172027" y="0"/>
                    <a:pt x="1759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094DA588-0938-5FE6-770F-DB8AB67E3B37}"/>
              </a:ext>
            </a:extLst>
          </p:cNvPr>
          <p:cNvGrpSpPr/>
          <p:nvPr/>
        </p:nvGrpSpPr>
        <p:grpSpPr>
          <a:xfrm>
            <a:off x="5364029" y="4507980"/>
            <a:ext cx="770775" cy="770775"/>
            <a:chOff x="5295069" y="965739"/>
            <a:chExt cx="770775" cy="770775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88B77224-91BE-464E-D4D9-2FB649490655}"/>
                </a:ext>
              </a:extLst>
            </p:cNvPr>
            <p:cNvSpPr/>
            <p:nvPr/>
          </p:nvSpPr>
          <p:spPr>
            <a:xfrm>
              <a:off x="5295069" y="965739"/>
              <a:ext cx="770775" cy="770775"/>
            </a:xfrm>
            <a:prstGeom prst="ellipse">
              <a:avLst/>
            </a:prstGeom>
            <a:solidFill>
              <a:srgbClr val="ACC0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55" name="椭圆 30">
              <a:extLst>
                <a:ext uri="{FF2B5EF4-FFF2-40B4-BE49-F238E27FC236}">
                  <a16:creationId xmlns:a16="http://schemas.microsoft.com/office/drawing/2014/main" id="{7AC4A0DE-6D35-BF61-2CE6-178BA48D864A}"/>
                </a:ext>
              </a:extLst>
            </p:cNvPr>
            <p:cNvSpPr/>
            <p:nvPr/>
          </p:nvSpPr>
          <p:spPr>
            <a:xfrm>
              <a:off x="5494988" y="1158993"/>
              <a:ext cx="370936" cy="460318"/>
            </a:xfrm>
            <a:custGeom>
              <a:avLst/>
              <a:gdLst>
                <a:gd name="connsiteX0" fmla="*/ 132984 w 263525"/>
                <a:gd name="connsiteY0" fmla="*/ 325821 h 327025"/>
                <a:gd name="connsiteX1" fmla="*/ 131763 w 263525"/>
                <a:gd name="connsiteY1" fmla="*/ 327025 h 327025"/>
                <a:gd name="connsiteX2" fmla="*/ 130542 w 263525"/>
                <a:gd name="connsiteY2" fmla="*/ 325821 h 327025"/>
                <a:gd name="connsiteX3" fmla="*/ 131763 w 263525"/>
                <a:gd name="connsiteY3" fmla="*/ 325871 h 327025"/>
                <a:gd name="connsiteX4" fmla="*/ 27895 w 263525"/>
                <a:gd name="connsiteY4" fmla="*/ 58738 h 327025"/>
                <a:gd name="connsiteX5" fmla="*/ 37420 w 263525"/>
                <a:gd name="connsiteY5" fmla="*/ 61336 h 327025"/>
                <a:gd name="connsiteX6" fmla="*/ 37420 w 263525"/>
                <a:gd name="connsiteY6" fmla="*/ 141866 h 327025"/>
                <a:gd name="connsiteX7" fmla="*/ 42863 w 263525"/>
                <a:gd name="connsiteY7" fmla="*/ 149659 h 327025"/>
                <a:gd name="connsiteX8" fmla="*/ 33338 w 263525"/>
                <a:gd name="connsiteY8" fmla="*/ 158751 h 327025"/>
                <a:gd name="connsiteX9" fmla="*/ 23813 w 263525"/>
                <a:gd name="connsiteY9" fmla="*/ 149659 h 327025"/>
                <a:gd name="connsiteX10" fmla="*/ 27895 w 263525"/>
                <a:gd name="connsiteY10" fmla="*/ 141866 h 327025"/>
                <a:gd name="connsiteX11" fmla="*/ 27895 w 263525"/>
                <a:gd name="connsiteY11" fmla="*/ 58738 h 327025"/>
                <a:gd name="connsiteX12" fmla="*/ 131763 w 263525"/>
                <a:gd name="connsiteY12" fmla="*/ 0 h 327025"/>
                <a:gd name="connsiteX13" fmla="*/ 258358 w 263525"/>
                <a:gd name="connsiteY13" fmla="*/ 45305 h 327025"/>
                <a:gd name="connsiteX14" fmla="*/ 209270 w 263525"/>
                <a:gd name="connsiteY14" fmla="*/ 62133 h 327025"/>
                <a:gd name="connsiteX15" fmla="*/ 209270 w 263525"/>
                <a:gd name="connsiteY15" fmla="*/ 113909 h 327025"/>
                <a:gd name="connsiteX16" fmla="*/ 204103 w 263525"/>
                <a:gd name="connsiteY16" fmla="*/ 121676 h 327025"/>
                <a:gd name="connsiteX17" fmla="*/ 164057 w 263525"/>
                <a:gd name="connsiteY17" fmla="*/ 192869 h 327025"/>
                <a:gd name="connsiteX18" fmla="*/ 263525 w 263525"/>
                <a:gd name="connsiteY18" fmla="*/ 293834 h 327025"/>
                <a:gd name="connsiteX19" fmla="*/ 180144 w 263525"/>
                <a:gd name="connsiteY19" fmla="*/ 323869 h 327025"/>
                <a:gd name="connsiteX20" fmla="*/ 132984 w 263525"/>
                <a:gd name="connsiteY20" fmla="*/ 325821 h 327025"/>
                <a:gd name="connsiteX21" fmla="*/ 169863 w 263525"/>
                <a:gd name="connsiteY21" fmla="*/ 289444 h 327025"/>
                <a:gd name="connsiteX22" fmla="*/ 138332 w 263525"/>
                <a:gd name="connsiteY22" fmla="*/ 214280 h 327025"/>
                <a:gd name="connsiteX23" fmla="*/ 150156 w 263525"/>
                <a:gd name="connsiteY23" fmla="*/ 200025 h 327025"/>
                <a:gd name="connsiteX24" fmla="*/ 131763 w 263525"/>
                <a:gd name="connsiteY24" fmla="*/ 203913 h 327025"/>
                <a:gd name="connsiteX25" fmla="*/ 113370 w 263525"/>
                <a:gd name="connsiteY25" fmla="*/ 200025 h 327025"/>
                <a:gd name="connsiteX26" fmla="*/ 125194 w 263525"/>
                <a:gd name="connsiteY26" fmla="*/ 214280 h 327025"/>
                <a:gd name="connsiteX27" fmla="*/ 126508 w 263525"/>
                <a:gd name="connsiteY27" fmla="*/ 214280 h 327025"/>
                <a:gd name="connsiteX28" fmla="*/ 93663 w 263525"/>
                <a:gd name="connsiteY28" fmla="*/ 289444 h 327025"/>
                <a:gd name="connsiteX29" fmla="*/ 109737 w 263525"/>
                <a:gd name="connsiteY29" fmla="*/ 305298 h 327025"/>
                <a:gd name="connsiteX30" fmla="*/ 130542 w 263525"/>
                <a:gd name="connsiteY30" fmla="*/ 325821 h 327025"/>
                <a:gd name="connsiteX31" fmla="*/ 83381 w 263525"/>
                <a:gd name="connsiteY31" fmla="*/ 323869 h 327025"/>
                <a:gd name="connsiteX32" fmla="*/ 0 w 263525"/>
                <a:gd name="connsiteY32" fmla="*/ 293834 h 327025"/>
                <a:gd name="connsiteX33" fmla="*/ 99468 w 263525"/>
                <a:gd name="connsiteY33" fmla="*/ 192869 h 327025"/>
                <a:gd name="connsiteX34" fmla="*/ 59423 w 263525"/>
                <a:gd name="connsiteY34" fmla="*/ 121676 h 327025"/>
                <a:gd name="connsiteX35" fmla="*/ 54255 w 263525"/>
                <a:gd name="connsiteY35" fmla="*/ 113909 h 327025"/>
                <a:gd name="connsiteX36" fmla="*/ 54255 w 263525"/>
                <a:gd name="connsiteY36" fmla="*/ 62133 h 327025"/>
                <a:gd name="connsiteX37" fmla="*/ 5167 w 263525"/>
                <a:gd name="connsiteY37" fmla="*/ 45305 h 327025"/>
                <a:gd name="connsiteX38" fmla="*/ 131763 w 263525"/>
                <a:gd name="connsiteY38" fmla="*/ 0 h 32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3525" h="327025">
                  <a:moveTo>
                    <a:pt x="132984" y="325821"/>
                  </a:moveTo>
                  <a:lnTo>
                    <a:pt x="131763" y="327025"/>
                  </a:lnTo>
                  <a:lnTo>
                    <a:pt x="130542" y="325821"/>
                  </a:lnTo>
                  <a:lnTo>
                    <a:pt x="131763" y="325871"/>
                  </a:lnTo>
                  <a:close/>
                  <a:moveTo>
                    <a:pt x="27895" y="58738"/>
                  </a:moveTo>
                  <a:lnTo>
                    <a:pt x="37420" y="61336"/>
                  </a:lnTo>
                  <a:cubicBezTo>
                    <a:pt x="37420" y="61336"/>
                    <a:pt x="37420" y="61336"/>
                    <a:pt x="37420" y="141866"/>
                  </a:cubicBezTo>
                  <a:cubicBezTo>
                    <a:pt x="40142" y="144464"/>
                    <a:pt x="42863" y="147061"/>
                    <a:pt x="42863" y="149659"/>
                  </a:cubicBezTo>
                  <a:cubicBezTo>
                    <a:pt x="42863" y="154855"/>
                    <a:pt x="38781" y="158751"/>
                    <a:pt x="33338" y="158751"/>
                  </a:cubicBezTo>
                  <a:cubicBezTo>
                    <a:pt x="27895" y="158751"/>
                    <a:pt x="23813" y="154855"/>
                    <a:pt x="23813" y="149659"/>
                  </a:cubicBezTo>
                  <a:cubicBezTo>
                    <a:pt x="23813" y="147061"/>
                    <a:pt x="25174" y="144464"/>
                    <a:pt x="27895" y="141866"/>
                  </a:cubicBezTo>
                  <a:cubicBezTo>
                    <a:pt x="27895" y="141866"/>
                    <a:pt x="27895" y="141866"/>
                    <a:pt x="27895" y="58738"/>
                  </a:cubicBezTo>
                  <a:close/>
                  <a:moveTo>
                    <a:pt x="131763" y="0"/>
                  </a:moveTo>
                  <a:cubicBezTo>
                    <a:pt x="131763" y="0"/>
                    <a:pt x="131763" y="0"/>
                    <a:pt x="258358" y="45305"/>
                  </a:cubicBezTo>
                  <a:cubicBezTo>
                    <a:pt x="258358" y="45305"/>
                    <a:pt x="258358" y="45305"/>
                    <a:pt x="209270" y="62133"/>
                  </a:cubicBezTo>
                  <a:cubicBezTo>
                    <a:pt x="209270" y="62133"/>
                    <a:pt x="209270" y="62133"/>
                    <a:pt x="209270" y="113909"/>
                  </a:cubicBezTo>
                  <a:cubicBezTo>
                    <a:pt x="209270" y="116498"/>
                    <a:pt x="207978" y="119087"/>
                    <a:pt x="204103" y="121676"/>
                  </a:cubicBezTo>
                  <a:cubicBezTo>
                    <a:pt x="202811" y="148859"/>
                    <a:pt x="187310" y="177336"/>
                    <a:pt x="164057" y="192869"/>
                  </a:cubicBezTo>
                  <a:cubicBezTo>
                    <a:pt x="222188" y="207108"/>
                    <a:pt x="263525" y="256296"/>
                    <a:pt x="263525" y="293834"/>
                  </a:cubicBezTo>
                  <a:cubicBezTo>
                    <a:pt x="263525" y="309853"/>
                    <a:pt x="226467" y="319864"/>
                    <a:pt x="180144" y="323869"/>
                  </a:cubicBezTo>
                  <a:lnTo>
                    <a:pt x="132984" y="325821"/>
                  </a:lnTo>
                  <a:lnTo>
                    <a:pt x="169863" y="289444"/>
                  </a:lnTo>
                  <a:cubicBezTo>
                    <a:pt x="169863" y="289444"/>
                    <a:pt x="169863" y="289444"/>
                    <a:pt x="138332" y="214280"/>
                  </a:cubicBezTo>
                  <a:cubicBezTo>
                    <a:pt x="138332" y="214280"/>
                    <a:pt x="138332" y="214280"/>
                    <a:pt x="150156" y="200025"/>
                  </a:cubicBezTo>
                  <a:cubicBezTo>
                    <a:pt x="144901" y="202617"/>
                    <a:pt x="138332" y="203913"/>
                    <a:pt x="131763" y="203913"/>
                  </a:cubicBezTo>
                  <a:cubicBezTo>
                    <a:pt x="125194" y="203913"/>
                    <a:pt x="118625" y="202617"/>
                    <a:pt x="113370" y="200025"/>
                  </a:cubicBezTo>
                  <a:cubicBezTo>
                    <a:pt x="113370" y="200025"/>
                    <a:pt x="113370" y="200025"/>
                    <a:pt x="125194" y="214280"/>
                  </a:cubicBezTo>
                  <a:cubicBezTo>
                    <a:pt x="125194" y="214280"/>
                    <a:pt x="125194" y="214280"/>
                    <a:pt x="126508" y="214280"/>
                  </a:cubicBezTo>
                  <a:cubicBezTo>
                    <a:pt x="126508" y="214280"/>
                    <a:pt x="126508" y="214280"/>
                    <a:pt x="93663" y="289444"/>
                  </a:cubicBezTo>
                  <a:cubicBezTo>
                    <a:pt x="93663" y="289444"/>
                    <a:pt x="93663" y="289444"/>
                    <a:pt x="109737" y="305298"/>
                  </a:cubicBezTo>
                  <a:lnTo>
                    <a:pt x="130542" y="325821"/>
                  </a:lnTo>
                  <a:lnTo>
                    <a:pt x="83381" y="323869"/>
                  </a:lnTo>
                  <a:cubicBezTo>
                    <a:pt x="37058" y="319864"/>
                    <a:pt x="0" y="309853"/>
                    <a:pt x="0" y="293834"/>
                  </a:cubicBezTo>
                  <a:cubicBezTo>
                    <a:pt x="0" y="256296"/>
                    <a:pt x="42629" y="207108"/>
                    <a:pt x="99468" y="192869"/>
                  </a:cubicBezTo>
                  <a:cubicBezTo>
                    <a:pt x="77508" y="177336"/>
                    <a:pt x="60714" y="148859"/>
                    <a:pt x="59423" y="121676"/>
                  </a:cubicBezTo>
                  <a:cubicBezTo>
                    <a:pt x="55547" y="119087"/>
                    <a:pt x="54255" y="116498"/>
                    <a:pt x="54255" y="113909"/>
                  </a:cubicBezTo>
                  <a:cubicBezTo>
                    <a:pt x="54255" y="113909"/>
                    <a:pt x="54255" y="113909"/>
                    <a:pt x="54255" y="62133"/>
                  </a:cubicBezTo>
                  <a:cubicBezTo>
                    <a:pt x="54255" y="62133"/>
                    <a:pt x="54255" y="62133"/>
                    <a:pt x="5167" y="45305"/>
                  </a:cubicBezTo>
                  <a:cubicBezTo>
                    <a:pt x="5167" y="45305"/>
                    <a:pt x="5167" y="45305"/>
                    <a:pt x="1317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96750EC-37B1-3881-9E67-4B65123B2572}"/>
              </a:ext>
            </a:extLst>
          </p:cNvPr>
          <p:cNvSpPr txBox="1"/>
          <p:nvPr/>
        </p:nvSpPr>
        <p:spPr>
          <a:xfrm>
            <a:off x="479376" y="5699007"/>
            <a:ext cx="6350466" cy="583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大小写字母判断</a:t>
            </a:r>
            <a:r>
              <a:rPr lang="en-US" altLang="zh-CN" sz="2400" b="1" dirty="0"/>
              <a:t>?</a:t>
            </a:r>
            <a:r>
              <a:rPr lang="zh-CN" altLang="en-US" sz="2400" b="1" dirty="0"/>
              <a:t>转换？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2226966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35B4DA1-D546-75F7-C72E-C1AAE20A520C}"/>
              </a:ext>
            </a:extLst>
          </p:cNvPr>
          <p:cNvGrpSpPr/>
          <p:nvPr/>
        </p:nvGrpSpPr>
        <p:grpSpPr>
          <a:xfrm>
            <a:off x="455269" y="524958"/>
            <a:ext cx="5833493" cy="584775"/>
            <a:chOff x="455269" y="369186"/>
            <a:chExt cx="5833493" cy="58477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60F4361-5DC8-BAE6-55B7-5B8A0B0884B1}"/>
                </a:ext>
              </a:extLst>
            </p:cNvPr>
            <p:cNvSpPr txBox="1"/>
            <p:nvPr/>
          </p:nvSpPr>
          <p:spPr>
            <a:xfrm>
              <a:off x="455269" y="430741"/>
              <a:ext cx="697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01-1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01C3034-2DC4-ED4D-CE5A-0F6BBB458333}"/>
                </a:ext>
              </a:extLst>
            </p:cNvPr>
            <p:cNvSpPr txBox="1"/>
            <p:nvPr/>
          </p:nvSpPr>
          <p:spPr>
            <a:xfrm>
              <a:off x="1301499" y="369186"/>
              <a:ext cx="49872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单分支</a:t>
              </a: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结构应用程序举例</a:t>
              </a:r>
            </a:p>
          </p:txBody>
        </p:sp>
      </p:grp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35587C6-FEAA-B736-73C5-49A400D152C6}"/>
              </a:ext>
            </a:extLst>
          </p:cNvPr>
          <p:cNvSpPr>
            <a:spLocks noGrp="1"/>
          </p:cNvSpPr>
          <p:nvPr/>
        </p:nvSpPr>
        <p:spPr bwMode="auto">
          <a:xfrm>
            <a:off x="336915" y="2000347"/>
            <a:ext cx="5244735" cy="4181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+mn-ea"/>
              </a:rPr>
              <a:t>#include &lt;</a:t>
            </a:r>
            <a:r>
              <a:rPr lang="en-US" dirty="0" err="1">
                <a:latin typeface="+mn-ea"/>
              </a:rPr>
              <a:t>stdio.h</a:t>
            </a:r>
            <a:r>
              <a:rPr lang="en-US" dirty="0">
                <a:latin typeface="+mn-ea"/>
              </a:rPr>
              <a:t>&gt;</a:t>
            </a:r>
            <a:endParaRPr lang="zh-CN" altLang="en-US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0" indent="0">
              <a:buNone/>
            </a:pPr>
            <a:r>
              <a:rPr lang="en-US" dirty="0">
                <a:latin typeface="+mn-ea"/>
              </a:rPr>
              <a:t>{</a:t>
            </a:r>
            <a:endParaRPr lang="zh-CN" altLang="en-US" dirty="0">
              <a:latin typeface="+mn-ea"/>
            </a:endParaRPr>
          </a:p>
          <a:p>
            <a:pPr marL="0" indent="0">
              <a:buNone/>
            </a:pPr>
            <a:r>
              <a:rPr lang="en-US" dirty="0">
                <a:latin typeface="+mn-ea"/>
              </a:rPr>
              <a:t>   </a:t>
            </a:r>
            <a:r>
              <a:rPr lang="en-US" dirty="0" err="1">
                <a:latin typeface="+mn-ea"/>
              </a:rPr>
              <a:t>int</a:t>
            </a:r>
            <a:r>
              <a:rPr lang="en-US" dirty="0">
                <a:latin typeface="+mn-ea"/>
              </a:rPr>
              <a:t> </a:t>
            </a:r>
            <a:r>
              <a:rPr lang="en-US" dirty="0" err="1">
                <a:latin typeface="+mn-ea"/>
              </a:rPr>
              <a:t>a,b,max</a:t>
            </a:r>
            <a:r>
              <a:rPr lang="en-US" dirty="0">
                <a:latin typeface="+mn-ea"/>
              </a:rPr>
              <a:t>;</a:t>
            </a:r>
            <a:endParaRPr lang="zh-CN" altLang="en-US" dirty="0">
              <a:latin typeface="+mn-ea"/>
            </a:endParaRPr>
          </a:p>
          <a:p>
            <a:pPr marL="0" indent="0">
              <a:buNone/>
            </a:pPr>
            <a:r>
              <a:rPr lang="en-US" dirty="0">
                <a:latin typeface="+mn-ea"/>
              </a:rPr>
              <a:t>   </a:t>
            </a:r>
            <a:r>
              <a:rPr lang="en-US" altLang="zh-CN" dirty="0" err="1">
                <a:latin typeface="+mn-ea"/>
              </a:rPr>
              <a:t>printf</a:t>
            </a:r>
            <a:r>
              <a:rPr lang="en-US" altLang="zh-CN" dirty="0">
                <a:latin typeface="+mn-ea"/>
              </a:rPr>
              <a:t>(</a:t>
            </a:r>
            <a:r>
              <a:rPr lang="en-US" dirty="0">
                <a:latin typeface="+mn-ea"/>
              </a:rPr>
              <a:t>"</a:t>
            </a:r>
            <a:r>
              <a:rPr lang="zh-CN" altLang="en-US" dirty="0">
                <a:latin typeface="+mn-ea"/>
              </a:rPr>
              <a:t>请输入两个数</a:t>
            </a:r>
            <a:r>
              <a:rPr lang="en-US" dirty="0">
                <a:latin typeface="+mn-ea"/>
              </a:rPr>
              <a:t>:</a:t>
            </a:r>
            <a:r>
              <a:rPr lang="en-US" altLang="zh-CN" dirty="0">
                <a:latin typeface="+mn-ea"/>
              </a:rPr>
              <a:t>"</a:t>
            </a:r>
            <a:r>
              <a:rPr lang="en-US" dirty="0">
                <a:latin typeface="+mn-ea"/>
              </a:rPr>
              <a:t>);</a:t>
            </a:r>
            <a:endParaRPr lang="zh-CN" altLang="en-US" dirty="0">
              <a:latin typeface="+mn-ea"/>
            </a:endParaRPr>
          </a:p>
          <a:p>
            <a:pPr marL="0" indent="0">
              <a:buNone/>
            </a:pPr>
            <a:r>
              <a:rPr lang="en-US" dirty="0">
                <a:latin typeface="+mn-ea"/>
              </a:rPr>
              <a:t>   </a:t>
            </a:r>
            <a:r>
              <a:rPr lang="en-US" dirty="0" err="1">
                <a:latin typeface="+mn-ea"/>
              </a:rPr>
              <a:t>scanf</a:t>
            </a:r>
            <a:r>
              <a:rPr lang="en-US" dirty="0">
                <a:latin typeface="+mn-ea"/>
              </a:rPr>
              <a:t>(</a:t>
            </a:r>
            <a:r>
              <a:rPr lang="en-US" altLang="zh-CN" dirty="0">
                <a:latin typeface="+mn-ea"/>
              </a:rPr>
              <a:t>"</a:t>
            </a:r>
            <a:r>
              <a:rPr lang="en-US" dirty="0">
                <a:latin typeface="+mn-ea"/>
              </a:rPr>
              <a:t>%</a:t>
            </a:r>
            <a:r>
              <a:rPr lang="en-US" dirty="0" err="1">
                <a:latin typeface="+mn-ea"/>
              </a:rPr>
              <a:t>d%d</a:t>
            </a:r>
            <a:r>
              <a:rPr lang="en-US" altLang="zh-CN" dirty="0">
                <a:latin typeface="+mn-ea"/>
              </a:rPr>
              <a:t>"</a:t>
            </a:r>
            <a:r>
              <a:rPr lang="en-US" dirty="0">
                <a:latin typeface="+mn-ea"/>
              </a:rPr>
              <a:t>,&amp;</a:t>
            </a:r>
            <a:r>
              <a:rPr lang="en-US" dirty="0" err="1">
                <a:latin typeface="+mn-ea"/>
              </a:rPr>
              <a:t>a,&amp;b</a:t>
            </a:r>
            <a:r>
              <a:rPr lang="en-US" dirty="0">
                <a:latin typeface="+mn-ea"/>
              </a:rPr>
              <a:t>);</a:t>
            </a:r>
            <a:endParaRPr lang="zh-CN" altLang="en-US" dirty="0">
              <a:latin typeface="+mn-ea"/>
            </a:endParaRPr>
          </a:p>
          <a:p>
            <a:pPr marL="0" indent="0">
              <a:buNone/>
            </a:pPr>
            <a:r>
              <a:rPr lang="en-US" dirty="0">
                <a:latin typeface="+mn-ea"/>
              </a:rPr>
              <a:t>   max=a;</a:t>
            </a:r>
            <a:endParaRPr lang="zh-CN" altLang="en-US" dirty="0">
              <a:latin typeface="+mn-ea"/>
            </a:endParaRP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0D6FF98-A160-DA57-415D-38CDACD78801}"/>
              </a:ext>
            </a:extLst>
          </p:cNvPr>
          <p:cNvSpPr txBox="1"/>
          <p:nvPr/>
        </p:nvSpPr>
        <p:spPr>
          <a:xfrm>
            <a:off x="6105525" y="2152044"/>
            <a:ext cx="49720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幼圆" pitchFamily="49" charset="-122"/>
                <a:ea typeface="幼圆" pitchFamily="49" charset="-122"/>
              </a:rPr>
              <a:t> </a:t>
            </a:r>
            <a:r>
              <a:rPr lang="en-US" altLang="zh-CN" sz="2800" b="1" dirty="0">
                <a:latin typeface="+mn-ea"/>
              </a:rPr>
              <a:t>if (max&lt;b) </a:t>
            </a:r>
            <a:endParaRPr lang="zh-CN" altLang="en-US" sz="2800" b="1" dirty="0">
              <a:latin typeface="+mn-ea"/>
            </a:endParaRPr>
          </a:p>
          <a:p>
            <a:r>
              <a:rPr lang="en-US" altLang="zh-CN" sz="2800" b="1" dirty="0">
                <a:latin typeface="+mn-ea"/>
              </a:rPr>
              <a:t>       max=b;</a:t>
            </a:r>
            <a:endParaRPr lang="zh-CN" altLang="en-US" sz="2800" b="1" dirty="0">
              <a:latin typeface="+mn-ea"/>
            </a:endParaRPr>
          </a:p>
          <a:p>
            <a:r>
              <a:rPr lang="en-US" altLang="zh-CN" sz="2800" b="1" dirty="0">
                <a:latin typeface="+mn-ea"/>
              </a:rPr>
              <a:t> </a:t>
            </a:r>
            <a:r>
              <a:rPr lang="en-US" altLang="zh-CN" sz="2800" b="1" dirty="0" err="1">
                <a:latin typeface="+mn-ea"/>
              </a:rPr>
              <a:t>printf</a:t>
            </a:r>
            <a:r>
              <a:rPr lang="en-US" altLang="zh-CN" sz="2800" b="1" dirty="0">
                <a:latin typeface="+mn-ea"/>
              </a:rPr>
              <a:t>("%d\</a:t>
            </a:r>
            <a:r>
              <a:rPr lang="en-US" altLang="zh-CN" sz="2800" b="1" dirty="0" err="1">
                <a:latin typeface="+mn-ea"/>
              </a:rPr>
              <a:t>n",max</a:t>
            </a:r>
            <a:r>
              <a:rPr lang="en-US" altLang="zh-CN" sz="2800" b="1" dirty="0">
                <a:latin typeface="+mn-ea"/>
              </a:rPr>
              <a:t>);</a:t>
            </a:r>
            <a:endParaRPr lang="zh-CN" altLang="en-US" sz="2800" b="1" dirty="0">
              <a:latin typeface="+mn-ea"/>
            </a:endParaRPr>
          </a:p>
          <a:p>
            <a:r>
              <a:rPr lang="en-US" altLang="zh-CN" sz="2800" b="1" dirty="0">
                <a:latin typeface="+mn-ea"/>
              </a:rPr>
              <a:t> return 0;</a:t>
            </a:r>
            <a:endParaRPr lang="zh-CN" altLang="en-US" sz="2800" b="1" dirty="0">
              <a:latin typeface="+mn-ea"/>
            </a:endParaRPr>
          </a:p>
          <a:p>
            <a:r>
              <a:rPr lang="en-US" altLang="zh-CN" sz="2800" b="1" dirty="0">
                <a:latin typeface="+mn-ea"/>
              </a:rPr>
              <a:t>}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990804FA-871A-35FE-0C9E-EB77EB8363E0}"/>
              </a:ext>
            </a:extLst>
          </p:cNvPr>
          <p:cNvSpPr txBox="1"/>
          <p:nvPr/>
        </p:nvSpPr>
        <p:spPr>
          <a:xfrm>
            <a:off x="161925" y="1333500"/>
            <a:ext cx="5238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32664"/>
                </a:solidFill>
                <a:latin typeface="华文楷体" pitchFamily="2" charset="-122"/>
                <a:ea typeface="华文楷体" pitchFamily="2" charset="-122"/>
              </a:rPr>
              <a:t>3.1</a:t>
            </a:r>
            <a:r>
              <a:rPr lang="zh-CN" altLang="en-US" sz="2800" b="1" dirty="0">
                <a:solidFill>
                  <a:srgbClr val="432664"/>
                </a:solidFill>
                <a:latin typeface="华文楷体" pitchFamily="2" charset="-122"/>
                <a:ea typeface="华文楷体" pitchFamily="2" charset="-122"/>
              </a:rPr>
              <a:t>编程求两个整数中大数并输出。</a:t>
            </a:r>
          </a:p>
        </p:txBody>
      </p:sp>
      <p:sp>
        <p:nvSpPr>
          <p:cNvPr id="10" name="动作按钮: 自定义 8">
            <a:hlinkClick r:id="rId2" action="ppaction://program" highlightClick="1"/>
            <a:extLst>
              <a:ext uri="{FF2B5EF4-FFF2-40B4-BE49-F238E27FC236}">
                <a16:creationId xmlns:a16="http://schemas.microsoft.com/office/drawing/2014/main" id="{5491D9F1-C7A0-76B8-08A3-7DBDFD75BE64}"/>
              </a:ext>
            </a:extLst>
          </p:cNvPr>
          <p:cNvSpPr/>
          <p:nvPr/>
        </p:nvSpPr>
        <p:spPr>
          <a:xfrm>
            <a:off x="6288762" y="1299277"/>
            <a:ext cx="1836064" cy="542828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3_1</a:t>
            </a:r>
            <a:r>
              <a:rPr lang="zh-CN" altLang="en-US" dirty="0"/>
              <a:t>源代码</a:t>
            </a:r>
          </a:p>
        </p:txBody>
      </p:sp>
    </p:spTree>
    <p:extLst>
      <p:ext uri="{BB962C8B-B14F-4D97-AF65-F5344CB8AC3E}">
        <p14:creationId xmlns:p14="http://schemas.microsoft.com/office/powerpoint/2010/main" val="33513865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1C21B058-2769-283E-02BF-A9B524EC82BA}"/>
              </a:ext>
            </a:extLst>
          </p:cNvPr>
          <p:cNvGrpSpPr/>
          <p:nvPr/>
        </p:nvGrpSpPr>
        <p:grpSpPr>
          <a:xfrm>
            <a:off x="417599" y="369186"/>
            <a:ext cx="3408950" cy="584775"/>
            <a:chOff x="417599" y="369186"/>
            <a:chExt cx="3408950" cy="584775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ABCD5596-0FE0-F6BB-CD29-47F67D95991E}"/>
                </a:ext>
              </a:extLst>
            </p:cNvPr>
            <p:cNvSpPr txBox="1"/>
            <p:nvPr/>
          </p:nvSpPr>
          <p:spPr>
            <a:xfrm>
              <a:off x="417599" y="430741"/>
              <a:ext cx="7729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+mn-ea"/>
                </a:rPr>
                <a:t>01-2</a:t>
              </a:r>
              <a:endParaRPr lang="zh-CN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DA2E0D67-C88F-6DA2-EDB5-26764B85A45C}"/>
                </a:ext>
              </a:extLst>
            </p:cNvPr>
            <p:cNvSpPr txBox="1"/>
            <p:nvPr/>
          </p:nvSpPr>
          <p:spPr>
            <a:xfrm>
              <a:off x="1301499" y="369186"/>
              <a:ext cx="25250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双分支</a:t>
              </a: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43F651C-D38A-26B0-FFA4-77EE36B33E48}"/>
              </a:ext>
            </a:extLst>
          </p:cNvPr>
          <p:cNvGrpSpPr/>
          <p:nvPr/>
        </p:nvGrpSpPr>
        <p:grpSpPr>
          <a:xfrm>
            <a:off x="1341832" y="1277983"/>
            <a:ext cx="3264037" cy="770775"/>
            <a:chOff x="427432" y="1277983"/>
            <a:chExt cx="3264037" cy="770775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7A6A887E-EA8A-1A40-D0CF-F2419D64E9F8}"/>
                </a:ext>
              </a:extLst>
            </p:cNvPr>
            <p:cNvSpPr/>
            <p:nvPr/>
          </p:nvSpPr>
          <p:spPr>
            <a:xfrm>
              <a:off x="1449495" y="1321738"/>
              <a:ext cx="224197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+mn-ea"/>
                </a:rPr>
                <a:t>语法格式</a:t>
              </a:r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19A67577-3183-7A61-9B32-EF85CA6DC72A}"/>
                </a:ext>
              </a:extLst>
            </p:cNvPr>
            <p:cNvGrpSpPr/>
            <p:nvPr/>
          </p:nvGrpSpPr>
          <p:grpSpPr>
            <a:xfrm>
              <a:off x="427432" y="1277983"/>
              <a:ext cx="770775" cy="770775"/>
              <a:chOff x="427432" y="1636357"/>
              <a:chExt cx="770775" cy="770775"/>
            </a:xfrm>
          </p:grpSpPr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4A8FB120-FA92-8DB2-6429-1614809C2FD3}"/>
                  </a:ext>
                </a:extLst>
              </p:cNvPr>
              <p:cNvSpPr/>
              <p:nvPr/>
            </p:nvSpPr>
            <p:spPr>
              <a:xfrm>
                <a:off x="427432" y="1636357"/>
                <a:ext cx="770775" cy="770775"/>
              </a:xfrm>
              <a:prstGeom prst="ellipse">
                <a:avLst/>
              </a:prstGeom>
              <a:solidFill>
                <a:srgbClr val="C8AC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64" name="椭圆 23">
                <a:extLst>
                  <a:ext uri="{FF2B5EF4-FFF2-40B4-BE49-F238E27FC236}">
                    <a16:creationId xmlns:a16="http://schemas.microsoft.com/office/drawing/2014/main" id="{16E506C7-94CE-3A87-2496-8918C9A6E502}"/>
                  </a:ext>
                </a:extLst>
              </p:cNvPr>
              <p:cNvSpPr/>
              <p:nvPr/>
            </p:nvSpPr>
            <p:spPr>
              <a:xfrm>
                <a:off x="582661" y="1809482"/>
                <a:ext cx="460318" cy="424526"/>
              </a:xfrm>
              <a:custGeom>
                <a:avLst/>
                <a:gdLst>
                  <a:gd name="connsiteX0" fmla="*/ 75173 w 330497"/>
                  <a:gd name="connsiteY0" fmla="*/ 222249 h 304800"/>
                  <a:gd name="connsiteX1" fmla="*/ 56870 w 330497"/>
                  <a:gd name="connsiteY1" fmla="*/ 239535 h 304800"/>
                  <a:gd name="connsiteX2" fmla="*/ 55563 w 330497"/>
                  <a:gd name="connsiteY2" fmla="*/ 242005 h 304800"/>
                  <a:gd name="connsiteX3" fmla="*/ 58178 w 330497"/>
                  <a:gd name="connsiteY3" fmla="*/ 243240 h 304800"/>
                  <a:gd name="connsiteX4" fmla="*/ 67329 w 330497"/>
                  <a:gd name="connsiteY4" fmla="*/ 244474 h 304800"/>
                  <a:gd name="connsiteX5" fmla="*/ 72559 w 330497"/>
                  <a:gd name="connsiteY5" fmla="*/ 240770 h 304800"/>
                  <a:gd name="connsiteX6" fmla="*/ 77788 w 330497"/>
                  <a:gd name="connsiteY6" fmla="*/ 225953 h 304800"/>
                  <a:gd name="connsiteX7" fmla="*/ 77788 w 330497"/>
                  <a:gd name="connsiteY7" fmla="*/ 223484 h 304800"/>
                  <a:gd name="connsiteX8" fmla="*/ 76481 w 330497"/>
                  <a:gd name="connsiteY8" fmla="*/ 222249 h 304800"/>
                  <a:gd name="connsiteX9" fmla="*/ 75173 w 330497"/>
                  <a:gd name="connsiteY9" fmla="*/ 222249 h 304800"/>
                  <a:gd name="connsiteX10" fmla="*/ 226286 w 330497"/>
                  <a:gd name="connsiteY10" fmla="*/ 209549 h 304800"/>
                  <a:gd name="connsiteX11" fmla="*/ 221258 w 330497"/>
                  <a:gd name="connsiteY11" fmla="*/ 213461 h 304800"/>
                  <a:gd name="connsiteX12" fmla="*/ 221258 w 330497"/>
                  <a:gd name="connsiteY12" fmla="*/ 216069 h 304800"/>
                  <a:gd name="connsiteX13" fmla="*/ 220002 w 330497"/>
                  <a:gd name="connsiteY13" fmla="*/ 222589 h 304800"/>
                  <a:gd name="connsiteX14" fmla="*/ 225029 w 330497"/>
                  <a:gd name="connsiteY14" fmla="*/ 223893 h 304800"/>
                  <a:gd name="connsiteX15" fmla="*/ 226286 w 330497"/>
                  <a:gd name="connsiteY15" fmla="*/ 229110 h 304800"/>
                  <a:gd name="connsiteX16" fmla="*/ 218745 w 330497"/>
                  <a:gd name="connsiteY16" fmla="*/ 233022 h 304800"/>
                  <a:gd name="connsiteX17" fmla="*/ 220002 w 330497"/>
                  <a:gd name="connsiteY17" fmla="*/ 236934 h 304800"/>
                  <a:gd name="connsiteX18" fmla="*/ 226286 w 330497"/>
                  <a:gd name="connsiteY18" fmla="*/ 240846 h 304800"/>
                  <a:gd name="connsiteX19" fmla="*/ 222515 w 330497"/>
                  <a:gd name="connsiteY19" fmla="*/ 247366 h 304800"/>
                  <a:gd name="connsiteX20" fmla="*/ 217488 w 330497"/>
                  <a:gd name="connsiteY20" fmla="*/ 252582 h 304800"/>
                  <a:gd name="connsiteX21" fmla="*/ 217488 w 330497"/>
                  <a:gd name="connsiteY21" fmla="*/ 253886 h 304800"/>
                  <a:gd name="connsiteX22" fmla="*/ 218745 w 330497"/>
                  <a:gd name="connsiteY22" fmla="*/ 253886 h 304800"/>
                  <a:gd name="connsiteX23" fmla="*/ 222515 w 330497"/>
                  <a:gd name="connsiteY23" fmla="*/ 252582 h 304800"/>
                  <a:gd name="connsiteX24" fmla="*/ 226286 w 330497"/>
                  <a:gd name="connsiteY24" fmla="*/ 253886 h 304800"/>
                  <a:gd name="connsiteX25" fmla="*/ 226286 w 330497"/>
                  <a:gd name="connsiteY25" fmla="*/ 259102 h 304800"/>
                  <a:gd name="connsiteX26" fmla="*/ 222515 w 330497"/>
                  <a:gd name="connsiteY26" fmla="*/ 265622 h 304800"/>
                  <a:gd name="connsiteX27" fmla="*/ 221258 w 330497"/>
                  <a:gd name="connsiteY27" fmla="*/ 276054 h 304800"/>
                  <a:gd name="connsiteX28" fmla="*/ 223772 w 330497"/>
                  <a:gd name="connsiteY28" fmla="*/ 282574 h 304800"/>
                  <a:gd name="connsiteX29" fmla="*/ 225029 w 330497"/>
                  <a:gd name="connsiteY29" fmla="*/ 282574 h 304800"/>
                  <a:gd name="connsiteX30" fmla="*/ 230056 w 330497"/>
                  <a:gd name="connsiteY30" fmla="*/ 266926 h 304800"/>
                  <a:gd name="connsiteX31" fmla="*/ 237597 w 330497"/>
                  <a:gd name="connsiteY31" fmla="*/ 261710 h 304800"/>
                  <a:gd name="connsiteX32" fmla="*/ 240110 w 330497"/>
                  <a:gd name="connsiteY32" fmla="*/ 264318 h 304800"/>
                  <a:gd name="connsiteX33" fmla="*/ 245137 w 330497"/>
                  <a:gd name="connsiteY33" fmla="*/ 268230 h 304800"/>
                  <a:gd name="connsiteX34" fmla="*/ 247651 w 330497"/>
                  <a:gd name="connsiteY34" fmla="*/ 268230 h 304800"/>
                  <a:gd name="connsiteX35" fmla="*/ 247651 w 330497"/>
                  <a:gd name="connsiteY35" fmla="*/ 266926 h 304800"/>
                  <a:gd name="connsiteX36" fmla="*/ 246394 w 330497"/>
                  <a:gd name="connsiteY36" fmla="*/ 263014 h 304800"/>
                  <a:gd name="connsiteX37" fmla="*/ 236340 w 330497"/>
                  <a:gd name="connsiteY37" fmla="*/ 218677 h 304800"/>
                  <a:gd name="connsiteX38" fmla="*/ 232569 w 330497"/>
                  <a:gd name="connsiteY38" fmla="*/ 209549 h 304800"/>
                  <a:gd name="connsiteX39" fmla="*/ 231313 w 330497"/>
                  <a:gd name="connsiteY39" fmla="*/ 209549 h 304800"/>
                  <a:gd name="connsiteX40" fmla="*/ 226286 w 330497"/>
                  <a:gd name="connsiteY40" fmla="*/ 209549 h 304800"/>
                  <a:gd name="connsiteX41" fmla="*/ 245475 w 330497"/>
                  <a:gd name="connsiteY41" fmla="*/ 204787 h 304800"/>
                  <a:gd name="connsiteX42" fmla="*/ 244182 w 330497"/>
                  <a:gd name="connsiteY42" fmla="*/ 206082 h 304800"/>
                  <a:gd name="connsiteX43" fmla="*/ 245475 w 330497"/>
                  <a:gd name="connsiteY43" fmla="*/ 215148 h 304800"/>
                  <a:gd name="connsiteX44" fmla="*/ 248062 w 330497"/>
                  <a:gd name="connsiteY44" fmla="*/ 221623 h 304800"/>
                  <a:gd name="connsiteX45" fmla="*/ 254530 w 330497"/>
                  <a:gd name="connsiteY45" fmla="*/ 248820 h 304800"/>
                  <a:gd name="connsiteX46" fmla="*/ 255823 w 330497"/>
                  <a:gd name="connsiteY46" fmla="*/ 252705 h 304800"/>
                  <a:gd name="connsiteX47" fmla="*/ 257117 w 330497"/>
                  <a:gd name="connsiteY47" fmla="*/ 254000 h 304800"/>
                  <a:gd name="connsiteX48" fmla="*/ 258410 w 330497"/>
                  <a:gd name="connsiteY48" fmla="*/ 252705 h 304800"/>
                  <a:gd name="connsiteX49" fmla="*/ 259704 w 330497"/>
                  <a:gd name="connsiteY49" fmla="*/ 247525 h 304800"/>
                  <a:gd name="connsiteX50" fmla="*/ 267465 w 330497"/>
                  <a:gd name="connsiteY50" fmla="*/ 241049 h 304800"/>
                  <a:gd name="connsiteX51" fmla="*/ 272639 w 330497"/>
                  <a:gd name="connsiteY51" fmla="*/ 242345 h 304800"/>
                  <a:gd name="connsiteX52" fmla="*/ 276520 w 330497"/>
                  <a:gd name="connsiteY52" fmla="*/ 242345 h 304800"/>
                  <a:gd name="connsiteX53" fmla="*/ 273932 w 330497"/>
                  <a:gd name="connsiteY53" fmla="*/ 238459 h 304800"/>
                  <a:gd name="connsiteX54" fmla="*/ 268758 w 330497"/>
                  <a:gd name="connsiteY54" fmla="*/ 233279 h 304800"/>
                  <a:gd name="connsiteX55" fmla="*/ 250649 w 330497"/>
                  <a:gd name="connsiteY55" fmla="*/ 211263 h 304800"/>
                  <a:gd name="connsiteX56" fmla="*/ 246769 w 330497"/>
                  <a:gd name="connsiteY56" fmla="*/ 204787 h 304800"/>
                  <a:gd name="connsiteX57" fmla="*/ 245475 w 330497"/>
                  <a:gd name="connsiteY57" fmla="*/ 204787 h 304800"/>
                  <a:gd name="connsiteX58" fmla="*/ 63501 w 330497"/>
                  <a:gd name="connsiteY58" fmla="*/ 191786 h 304800"/>
                  <a:gd name="connsiteX59" fmla="*/ 38822 w 330497"/>
                  <a:gd name="connsiteY59" fmla="*/ 193074 h 304800"/>
                  <a:gd name="connsiteX60" fmla="*/ 31029 w 330497"/>
                  <a:gd name="connsiteY60" fmla="*/ 198222 h 304800"/>
                  <a:gd name="connsiteX61" fmla="*/ 20638 w 330497"/>
                  <a:gd name="connsiteY61" fmla="*/ 226540 h 304800"/>
                  <a:gd name="connsiteX62" fmla="*/ 28431 w 330497"/>
                  <a:gd name="connsiteY62" fmla="*/ 260006 h 304800"/>
                  <a:gd name="connsiteX63" fmla="*/ 37523 w 330497"/>
                  <a:gd name="connsiteY63" fmla="*/ 271590 h 304800"/>
                  <a:gd name="connsiteX64" fmla="*/ 79087 w 330497"/>
                  <a:gd name="connsiteY64" fmla="*/ 284462 h 304800"/>
                  <a:gd name="connsiteX65" fmla="*/ 82984 w 330497"/>
                  <a:gd name="connsiteY65" fmla="*/ 284462 h 304800"/>
                  <a:gd name="connsiteX66" fmla="*/ 99869 w 330497"/>
                  <a:gd name="connsiteY66" fmla="*/ 275452 h 304800"/>
                  <a:gd name="connsiteX67" fmla="*/ 108961 w 330497"/>
                  <a:gd name="connsiteY67" fmla="*/ 266442 h 304800"/>
                  <a:gd name="connsiteX68" fmla="*/ 119352 w 330497"/>
                  <a:gd name="connsiteY68" fmla="*/ 240699 h 304800"/>
                  <a:gd name="connsiteX69" fmla="*/ 118053 w 330497"/>
                  <a:gd name="connsiteY69" fmla="*/ 230401 h 304800"/>
                  <a:gd name="connsiteX70" fmla="*/ 118053 w 330497"/>
                  <a:gd name="connsiteY70" fmla="*/ 229114 h 304800"/>
                  <a:gd name="connsiteX71" fmla="*/ 115455 w 330497"/>
                  <a:gd name="connsiteY71" fmla="*/ 230401 h 304800"/>
                  <a:gd name="connsiteX72" fmla="*/ 111559 w 330497"/>
                  <a:gd name="connsiteY72" fmla="*/ 235550 h 304800"/>
                  <a:gd name="connsiteX73" fmla="*/ 92076 w 330497"/>
                  <a:gd name="connsiteY73" fmla="*/ 254857 h 304800"/>
                  <a:gd name="connsiteX74" fmla="*/ 69995 w 330497"/>
                  <a:gd name="connsiteY74" fmla="*/ 260006 h 304800"/>
                  <a:gd name="connsiteX75" fmla="*/ 64800 w 330497"/>
                  <a:gd name="connsiteY75" fmla="*/ 260006 h 304800"/>
                  <a:gd name="connsiteX76" fmla="*/ 51811 w 330497"/>
                  <a:gd name="connsiteY76" fmla="*/ 258719 h 304800"/>
                  <a:gd name="connsiteX77" fmla="*/ 40121 w 330497"/>
                  <a:gd name="connsiteY77" fmla="*/ 249709 h 304800"/>
                  <a:gd name="connsiteX78" fmla="*/ 38822 w 330497"/>
                  <a:gd name="connsiteY78" fmla="*/ 248422 h 304800"/>
                  <a:gd name="connsiteX79" fmla="*/ 34926 w 330497"/>
                  <a:gd name="connsiteY79" fmla="*/ 241986 h 304800"/>
                  <a:gd name="connsiteX80" fmla="*/ 40121 w 330497"/>
                  <a:gd name="connsiteY80" fmla="*/ 230401 h 304800"/>
                  <a:gd name="connsiteX81" fmla="*/ 58305 w 330497"/>
                  <a:gd name="connsiteY81" fmla="*/ 214955 h 304800"/>
                  <a:gd name="connsiteX82" fmla="*/ 68696 w 330497"/>
                  <a:gd name="connsiteY82" fmla="*/ 205945 h 304800"/>
                  <a:gd name="connsiteX83" fmla="*/ 69995 w 330497"/>
                  <a:gd name="connsiteY83" fmla="*/ 200797 h 304800"/>
                  <a:gd name="connsiteX84" fmla="*/ 67397 w 330497"/>
                  <a:gd name="connsiteY84" fmla="*/ 194361 h 304800"/>
                  <a:gd name="connsiteX85" fmla="*/ 63501 w 330497"/>
                  <a:gd name="connsiteY85" fmla="*/ 191786 h 304800"/>
                  <a:gd name="connsiteX86" fmla="*/ 231942 w 330497"/>
                  <a:gd name="connsiteY86" fmla="*/ 166687 h 304800"/>
                  <a:gd name="connsiteX87" fmla="*/ 218574 w 330497"/>
                  <a:gd name="connsiteY87" fmla="*/ 177967 h 304800"/>
                  <a:gd name="connsiteX88" fmla="*/ 217237 w 330497"/>
                  <a:gd name="connsiteY88" fmla="*/ 184234 h 304800"/>
                  <a:gd name="connsiteX89" fmla="*/ 221247 w 330497"/>
                  <a:gd name="connsiteY89" fmla="*/ 180474 h 304800"/>
                  <a:gd name="connsiteX90" fmla="*/ 226595 w 330497"/>
                  <a:gd name="connsiteY90" fmla="*/ 180474 h 304800"/>
                  <a:gd name="connsiteX91" fmla="*/ 227932 w 330497"/>
                  <a:gd name="connsiteY91" fmla="*/ 182980 h 304800"/>
                  <a:gd name="connsiteX92" fmla="*/ 230605 w 330497"/>
                  <a:gd name="connsiteY92" fmla="*/ 189247 h 304800"/>
                  <a:gd name="connsiteX93" fmla="*/ 233279 w 330497"/>
                  <a:gd name="connsiteY93" fmla="*/ 189247 h 304800"/>
                  <a:gd name="connsiteX94" fmla="*/ 241300 w 330497"/>
                  <a:gd name="connsiteY94" fmla="*/ 176714 h 304800"/>
                  <a:gd name="connsiteX95" fmla="*/ 233279 w 330497"/>
                  <a:gd name="connsiteY95" fmla="*/ 166687 h 304800"/>
                  <a:gd name="connsiteX96" fmla="*/ 231942 w 330497"/>
                  <a:gd name="connsiteY96" fmla="*/ 166687 h 304800"/>
                  <a:gd name="connsiteX97" fmla="*/ 173526 w 330497"/>
                  <a:gd name="connsiteY97" fmla="*/ 155277 h 304800"/>
                  <a:gd name="connsiteX98" fmla="*/ 160704 w 330497"/>
                  <a:gd name="connsiteY98" fmla="*/ 165596 h 304800"/>
                  <a:gd name="connsiteX99" fmla="*/ 129931 w 330497"/>
                  <a:gd name="connsiteY99" fmla="*/ 183654 h 304800"/>
                  <a:gd name="connsiteX100" fmla="*/ 124802 w 330497"/>
                  <a:gd name="connsiteY100" fmla="*/ 187523 h 304800"/>
                  <a:gd name="connsiteX101" fmla="*/ 123520 w 330497"/>
                  <a:gd name="connsiteY101" fmla="*/ 190103 h 304800"/>
                  <a:gd name="connsiteX102" fmla="*/ 126085 w 330497"/>
                  <a:gd name="connsiteY102" fmla="*/ 193972 h 304800"/>
                  <a:gd name="connsiteX103" fmla="*/ 137625 w 330497"/>
                  <a:gd name="connsiteY103" fmla="*/ 222349 h 304800"/>
                  <a:gd name="connsiteX104" fmla="*/ 138907 w 330497"/>
                  <a:gd name="connsiteY104" fmla="*/ 233958 h 304800"/>
                  <a:gd name="connsiteX105" fmla="*/ 140189 w 330497"/>
                  <a:gd name="connsiteY105" fmla="*/ 236537 h 304800"/>
                  <a:gd name="connsiteX106" fmla="*/ 142753 w 330497"/>
                  <a:gd name="connsiteY106" fmla="*/ 235247 h 304800"/>
                  <a:gd name="connsiteX107" fmla="*/ 149164 w 330497"/>
                  <a:gd name="connsiteY107" fmla="*/ 226218 h 304800"/>
                  <a:gd name="connsiteX108" fmla="*/ 161987 w 330497"/>
                  <a:gd name="connsiteY108" fmla="*/ 212030 h 304800"/>
                  <a:gd name="connsiteX109" fmla="*/ 170962 w 330497"/>
                  <a:gd name="connsiteY109" fmla="*/ 201711 h 304800"/>
                  <a:gd name="connsiteX110" fmla="*/ 178655 w 330497"/>
                  <a:gd name="connsiteY110" fmla="*/ 193972 h 304800"/>
                  <a:gd name="connsiteX111" fmla="*/ 186349 w 330497"/>
                  <a:gd name="connsiteY111" fmla="*/ 186233 h 304800"/>
                  <a:gd name="connsiteX112" fmla="*/ 188913 w 330497"/>
                  <a:gd name="connsiteY112" fmla="*/ 183654 h 304800"/>
                  <a:gd name="connsiteX113" fmla="*/ 187631 w 330497"/>
                  <a:gd name="connsiteY113" fmla="*/ 182364 h 304800"/>
                  <a:gd name="connsiteX114" fmla="*/ 179937 w 330497"/>
                  <a:gd name="connsiteY114" fmla="*/ 159147 h 304800"/>
                  <a:gd name="connsiteX115" fmla="*/ 177373 w 330497"/>
                  <a:gd name="connsiteY115" fmla="*/ 156567 h 304800"/>
                  <a:gd name="connsiteX116" fmla="*/ 173526 w 330497"/>
                  <a:gd name="connsiteY116" fmla="*/ 155277 h 304800"/>
                  <a:gd name="connsiteX117" fmla="*/ 196118 w 330497"/>
                  <a:gd name="connsiteY117" fmla="*/ 139382 h 304800"/>
                  <a:gd name="connsiteX118" fmla="*/ 193431 w 330497"/>
                  <a:gd name="connsiteY118" fmla="*/ 145732 h 304800"/>
                  <a:gd name="connsiteX119" fmla="*/ 204178 w 330497"/>
                  <a:gd name="connsiteY119" fmla="*/ 160972 h 304800"/>
                  <a:gd name="connsiteX120" fmla="*/ 205521 w 330497"/>
                  <a:gd name="connsiteY120" fmla="*/ 163512 h 304800"/>
                  <a:gd name="connsiteX121" fmla="*/ 206864 w 330497"/>
                  <a:gd name="connsiteY121" fmla="*/ 163512 h 304800"/>
                  <a:gd name="connsiteX122" fmla="*/ 209551 w 330497"/>
                  <a:gd name="connsiteY122" fmla="*/ 160972 h 304800"/>
                  <a:gd name="connsiteX123" fmla="*/ 208208 w 330497"/>
                  <a:gd name="connsiteY123" fmla="*/ 157162 h 304800"/>
                  <a:gd name="connsiteX124" fmla="*/ 197461 w 330497"/>
                  <a:gd name="connsiteY124" fmla="*/ 139382 h 304800"/>
                  <a:gd name="connsiteX125" fmla="*/ 196118 w 330497"/>
                  <a:gd name="connsiteY125" fmla="*/ 139382 h 304800"/>
                  <a:gd name="connsiteX126" fmla="*/ 204470 w 330497"/>
                  <a:gd name="connsiteY126" fmla="*/ 131762 h 304800"/>
                  <a:gd name="connsiteX127" fmla="*/ 203200 w 330497"/>
                  <a:gd name="connsiteY127" fmla="*/ 132896 h 304800"/>
                  <a:gd name="connsiteX128" fmla="*/ 207010 w 330497"/>
                  <a:gd name="connsiteY128" fmla="*/ 135164 h 304800"/>
                  <a:gd name="connsiteX129" fmla="*/ 205740 w 330497"/>
                  <a:gd name="connsiteY129" fmla="*/ 131762 h 304800"/>
                  <a:gd name="connsiteX130" fmla="*/ 204470 w 330497"/>
                  <a:gd name="connsiteY130" fmla="*/ 131762 h 304800"/>
                  <a:gd name="connsiteX131" fmla="*/ 138936 w 330497"/>
                  <a:gd name="connsiteY131" fmla="*/ 117474 h 304800"/>
                  <a:gd name="connsiteX132" fmla="*/ 136349 w 330497"/>
                  <a:gd name="connsiteY132" fmla="*/ 118784 h 304800"/>
                  <a:gd name="connsiteX133" fmla="*/ 126001 w 330497"/>
                  <a:gd name="connsiteY133" fmla="*/ 126642 h 304800"/>
                  <a:gd name="connsiteX134" fmla="*/ 60031 w 330497"/>
                  <a:gd name="connsiteY134" fmla="*/ 172481 h 304800"/>
                  <a:gd name="connsiteX135" fmla="*/ 58738 w 330497"/>
                  <a:gd name="connsiteY135" fmla="*/ 173791 h 304800"/>
                  <a:gd name="connsiteX136" fmla="*/ 60031 w 330497"/>
                  <a:gd name="connsiteY136" fmla="*/ 173791 h 304800"/>
                  <a:gd name="connsiteX137" fmla="*/ 63912 w 330497"/>
                  <a:gd name="connsiteY137" fmla="*/ 173791 h 304800"/>
                  <a:gd name="connsiteX138" fmla="*/ 78141 w 330497"/>
                  <a:gd name="connsiteY138" fmla="*/ 182959 h 304800"/>
                  <a:gd name="connsiteX139" fmla="*/ 82021 w 330497"/>
                  <a:gd name="connsiteY139" fmla="*/ 188197 h 304800"/>
                  <a:gd name="connsiteX140" fmla="*/ 94956 w 330497"/>
                  <a:gd name="connsiteY140" fmla="*/ 214391 h 304800"/>
                  <a:gd name="connsiteX141" fmla="*/ 96250 w 330497"/>
                  <a:gd name="connsiteY141" fmla="*/ 222249 h 304800"/>
                  <a:gd name="connsiteX142" fmla="*/ 102718 w 330497"/>
                  <a:gd name="connsiteY142" fmla="*/ 217010 h 304800"/>
                  <a:gd name="connsiteX143" fmla="*/ 109185 w 330497"/>
                  <a:gd name="connsiteY143" fmla="*/ 209152 h 304800"/>
                  <a:gd name="connsiteX144" fmla="*/ 110479 w 330497"/>
                  <a:gd name="connsiteY144" fmla="*/ 205223 h 304800"/>
                  <a:gd name="connsiteX145" fmla="*/ 97544 w 330497"/>
                  <a:gd name="connsiteY145" fmla="*/ 192126 h 304800"/>
                  <a:gd name="connsiteX146" fmla="*/ 96250 w 330497"/>
                  <a:gd name="connsiteY146" fmla="*/ 188197 h 304800"/>
                  <a:gd name="connsiteX147" fmla="*/ 102718 w 330497"/>
                  <a:gd name="connsiteY147" fmla="*/ 180339 h 304800"/>
                  <a:gd name="connsiteX148" fmla="*/ 115653 w 330497"/>
                  <a:gd name="connsiteY148" fmla="*/ 175100 h 304800"/>
                  <a:gd name="connsiteX149" fmla="*/ 124707 w 330497"/>
                  <a:gd name="connsiteY149" fmla="*/ 169862 h 304800"/>
                  <a:gd name="connsiteX150" fmla="*/ 140230 w 330497"/>
                  <a:gd name="connsiteY150" fmla="*/ 160694 h 304800"/>
                  <a:gd name="connsiteX151" fmla="*/ 162219 w 330497"/>
                  <a:gd name="connsiteY151" fmla="*/ 141049 h 304800"/>
                  <a:gd name="connsiteX152" fmla="*/ 163513 w 330497"/>
                  <a:gd name="connsiteY152" fmla="*/ 138429 h 304800"/>
                  <a:gd name="connsiteX153" fmla="*/ 140230 w 330497"/>
                  <a:gd name="connsiteY153" fmla="*/ 118784 h 304800"/>
                  <a:gd name="connsiteX154" fmla="*/ 138936 w 330497"/>
                  <a:gd name="connsiteY154" fmla="*/ 117474 h 304800"/>
                  <a:gd name="connsiteX155" fmla="*/ 219220 w 330497"/>
                  <a:gd name="connsiteY155" fmla="*/ 115887 h 304800"/>
                  <a:gd name="connsiteX156" fmla="*/ 212725 w 330497"/>
                  <a:gd name="connsiteY156" fmla="*/ 122382 h 304800"/>
                  <a:gd name="connsiteX157" fmla="*/ 215323 w 330497"/>
                  <a:gd name="connsiteY157" fmla="*/ 126278 h 304800"/>
                  <a:gd name="connsiteX158" fmla="*/ 220518 w 330497"/>
                  <a:gd name="connsiteY158" fmla="*/ 134071 h 304800"/>
                  <a:gd name="connsiteX159" fmla="*/ 224415 w 330497"/>
                  <a:gd name="connsiteY159" fmla="*/ 143163 h 304800"/>
                  <a:gd name="connsiteX160" fmla="*/ 225714 w 330497"/>
                  <a:gd name="connsiteY160" fmla="*/ 144462 h 304800"/>
                  <a:gd name="connsiteX161" fmla="*/ 227013 w 330497"/>
                  <a:gd name="connsiteY161" fmla="*/ 141865 h 304800"/>
                  <a:gd name="connsiteX162" fmla="*/ 221817 w 330497"/>
                  <a:gd name="connsiteY162" fmla="*/ 117186 h 304800"/>
                  <a:gd name="connsiteX163" fmla="*/ 220518 w 330497"/>
                  <a:gd name="connsiteY163" fmla="*/ 115887 h 304800"/>
                  <a:gd name="connsiteX164" fmla="*/ 219220 w 330497"/>
                  <a:gd name="connsiteY164" fmla="*/ 115887 h 304800"/>
                  <a:gd name="connsiteX165" fmla="*/ 206375 w 330497"/>
                  <a:gd name="connsiteY165" fmla="*/ 96837 h 304800"/>
                  <a:gd name="connsiteX166" fmla="*/ 206375 w 330497"/>
                  <a:gd name="connsiteY166" fmla="*/ 98425 h 304800"/>
                  <a:gd name="connsiteX167" fmla="*/ 207169 w 330497"/>
                  <a:gd name="connsiteY167" fmla="*/ 101600 h 304800"/>
                  <a:gd name="connsiteX168" fmla="*/ 207963 w 330497"/>
                  <a:gd name="connsiteY168" fmla="*/ 101600 h 304800"/>
                  <a:gd name="connsiteX169" fmla="*/ 207963 w 330497"/>
                  <a:gd name="connsiteY169" fmla="*/ 100013 h 304800"/>
                  <a:gd name="connsiteX170" fmla="*/ 207169 w 330497"/>
                  <a:gd name="connsiteY170" fmla="*/ 98425 h 304800"/>
                  <a:gd name="connsiteX171" fmla="*/ 206375 w 330497"/>
                  <a:gd name="connsiteY171" fmla="*/ 96837 h 304800"/>
                  <a:gd name="connsiteX172" fmla="*/ 307146 w 330497"/>
                  <a:gd name="connsiteY172" fmla="*/ 28272 h 304800"/>
                  <a:gd name="connsiteX173" fmla="*/ 303262 w 330497"/>
                  <a:gd name="connsiteY173" fmla="*/ 33413 h 304800"/>
                  <a:gd name="connsiteX174" fmla="*/ 261841 w 330497"/>
                  <a:gd name="connsiteY174" fmla="*/ 74537 h 304800"/>
                  <a:gd name="connsiteX175" fmla="*/ 235952 w 330497"/>
                  <a:gd name="connsiteY175" fmla="*/ 98954 h 304800"/>
                  <a:gd name="connsiteX176" fmla="*/ 234657 w 330497"/>
                  <a:gd name="connsiteY176" fmla="*/ 105380 h 304800"/>
                  <a:gd name="connsiteX177" fmla="*/ 243718 w 330497"/>
                  <a:gd name="connsiteY177" fmla="*/ 133652 h 304800"/>
                  <a:gd name="connsiteX178" fmla="*/ 246307 w 330497"/>
                  <a:gd name="connsiteY178" fmla="*/ 134937 h 304800"/>
                  <a:gd name="connsiteX179" fmla="*/ 250191 w 330497"/>
                  <a:gd name="connsiteY179" fmla="*/ 131082 h 304800"/>
                  <a:gd name="connsiteX180" fmla="*/ 300673 w 330497"/>
                  <a:gd name="connsiteY180" fmla="*/ 97669 h 304800"/>
                  <a:gd name="connsiteX181" fmla="*/ 313618 w 330497"/>
                  <a:gd name="connsiteY181" fmla="*/ 89958 h 304800"/>
                  <a:gd name="connsiteX182" fmla="*/ 317501 w 330497"/>
                  <a:gd name="connsiteY182" fmla="*/ 82247 h 304800"/>
                  <a:gd name="connsiteX183" fmla="*/ 317501 w 330497"/>
                  <a:gd name="connsiteY183" fmla="*/ 74537 h 304800"/>
                  <a:gd name="connsiteX184" fmla="*/ 316207 w 330497"/>
                  <a:gd name="connsiteY184" fmla="*/ 61685 h 304800"/>
                  <a:gd name="connsiteX185" fmla="*/ 311029 w 330497"/>
                  <a:gd name="connsiteY185" fmla="*/ 33413 h 304800"/>
                  <a:gd name="connsiteX186" fmla="*/ 309734 w 330497"/>
                  <a:gd name="connsiteY186" fmla="*/ 28272 h 304800"/>
                  <a:gd name="connsiteX187" fmla="*/ 307146 w 330497"/>
                  <a:gd name="connsiteY187" fmla="*/ 28272 h 304800"/>
                  <a:gd name="connsiteX188" fmla="*/ 228600 w 330497"/>
                  <a:gd name="connsiteY188" fmla="*/ 17173 h 304800"/>
                  <a:gd name="connsiteX189" fmla="*/ 220861 w 330497"/>
                  <a:gd name="connsiteY189" fmla="*/ 22368 h 304800"/>
                  <a:gd name="connsiteX190" fmla="*/ 216991 w 330497"/>
                  <a:gd name="connsiteY190" fmla="*/ 27564 h 304800"/>
                  <a:gd name="connsiteX191" fmla="*/ 211832 w 330497"/>
                  <a:gd name="connsiteY191" fmla="*/ 34058 h 304800"/>
                  <a:gd name="connsiteX192" fmla="*/ 201513 w 330497"/>
                  <a:gd name="connsiteY192" fmla="*/ 50944 h 304800"/>
                  <a:gd name="connsiteX193" fmla="*/ 192484 w 330497"/>
                  <a:gd name="connsiteY193" fmla="*/ 63933 h 304800"/>
                  <a:gd name="connsiteX194" fmla="*/ 188615 w 330497"/>
                  <a:gd name="connsiteY194" fmla="*/ 67829 h 304800"/>
                  <a:gd name="connsiteX195" fmla="*/ 188615 w 330497"/>
                  <a:gd name="connsiteY195" fmla="*/ 70427 h 304800"/>
                  <a:gd name="connsiteX196" fmla="*/ 219571 w 330497"/>
                  <a:gd name="connsiteY196" fmla="*/ 86013 h 304800"/>
                  <a:gd name="connsiteX197" fmla="*/ 223441 w 330497"/>
                  <a:gd name="connsiteY197" fmla="*/ 86013 h 304800"/>
                  <a:gd name="connsiteX198" fmla="*/ 226020 w 330497"/>
                  <a:gd name="connsiteY198" fmla="*/ 84715 h 304800"/>
                  <a:gd name="connsiteX199" fmla="*/ 267295 w 330497"/>
                  <a:gd name="connsiteY199" fmla="*/ 45748 h 304800"/>
                  <a:gd name="connsiteX200" fmla="*/ 268585 w 330497"/>
                  <a:gd name="connsiteY200" fmla="*/ 39254 h 304800"/>
                  <a:gd name="connsiteX201" fmla="*/ 228600 w 330497"/>
                  <a:gd name="connsiteY201" fmla="*/ 17173 h 304800"/>
                  <a:gd name="connsiteX202" fmla="*/ 223344 w 330497"/>
                  <a:gd name="connsiteY202" fmla="*/ 0 h 304800"/>
                  <a:gd name="connsiteX203" fmla="*/ 233672 w 330497"/>
                  <a:gd name="connsiteY203" fmla="*/ 1297 h 304800"/>
                  <a:gd name="connsiteX204" fmla="*/ 246582 w 330497"/>
                  <a:gd name="connsiteY204" fmla="*/ 3891 h 304800"/>
                  <a:gd name="connsiteX205" fmla="*/ 281439 w 330497"/>
                  <a:gd name="connsiteY205" fmla="*/ 27238 h 304800"/>
                  <a:gd name="connsiteX206" fmla="*/ 285312 w 330497"/>
                  <a:gd name="connsiteY206" fmla="*/ 27238 h 304800"/>
                  <a:gd name="connsiteX207" fmla="*/ 300804 w 330497"/>
                  <a:gd name="connsiteY207" fmla="*/ 11673 h 304800"/>
                  <a:gd name="connsiteX208" fmla="*/ 315005 w 330497"/>
                  <a:gd name="connsiteY208" fmla="*/ 12970 h 304800"/>
                  <a:gd name="connsiteX209" fmla="*/ 318878 w 330497"/>
                  <a:gd name="connsiteY209" fmla="*/ 22049 h 304800"/>
                  <a:gd name="connsiteX210" fmla="*/ 329206 w 330497"/>
                  <a:gd name="connsiteY210" fmla="*/ 71336 h 304800"/>
                  <a:gd name="connsiteX211" fmla="*/ 329206 w 330497"/>
                  <a:gd name="connsiteY211" fmla="*/ 75227 h 304800"/>
                  <a:gd name="connsiteX212" fmla="*/ 330497 w 330497"/>
                  <a:gd name="connsiteY212" fmla="*/ 89495 h 304800"/>
                  <a:gd name="connsiteX213" fmla="*/ 327915 w 330497"/>
                  <a:gd name="connsiteY213" fmla="*/ 101168 h 304800"/>
                  <a:gd name="connsiteX214" fmla="*/ 325333 w 330497"/>
                  <a:gd name="connsiteY214" fmla="*/ 103762 h 304800"/>
                  <a:gd name="connsiteX215" fmla="*/ 316296 w 330497"/>
                  <a:gd name="connsiteY215" fmla="*/ 108950 h 304800"/>
                  <a:gd name="connsiteX216" fmla="*/ 305968 w 330497"/>
                  <a:gd name="connsiteY216" fmla="*/ 114138 h 304800"/>
                  <a:gd name="connsiteX217" fmla="*/ 277566 w 330497"/>
                  <a:gd name="connsiteY217" fmla="*/ 127108 h 304800"/>
                  <a:gd name="connsiteX218" fmla="*/ 247873 w 330497"/>
                  <a:gd name="connsiteY218" fmla="*/ 151752 h 304800"/>
                  <a:gd name="connsiteX219" fmla="*/ 246582 w 330497"/>
                  <a:gd name="connsiteY219" fmla="*/ 155643 h 304800"/>
                  <a:gd name="connsiteX220" fmla="*/ 249164 w 330497"/>
                  <a:gd name="connsiteY220" fmla="*/ 158237 h 304800"/>
                  <a:gd name="connsiteX221" fmla="*/ 253037 w 330497"/>
                  <a:gd name="connsiteY221" fmla="*/ 175098 h 304800"/>
                  <a:gd name="connsiteX222" fmla="*/ 251746 w 330497"/>
                  <a:gd name="connsiteY222" fmla="*/ 186771 h 304800"/>
                  <a:gd name="connsiteX223" fmla="*/ 253037 w 330497"/>
                  <a:gd name="connsiteY223" fmla="*/ 197147 h 304800"/>
                  <a:gd name="connsiteX224" fmla="*/ 273693 w 330497"/>
                  <a:gd name="connsiteY224" fmla="*/ 223088 h 304800"/>
                  <a:gd name="connsiteX225" fmla="*/ 293058 w 330497"/>
                  <a:gd name="connsiteY225" fmla="*/ 239949 h 304800"/>
                  <a:gd name="connsiteX226" fmla="*/ 295640 w 330497"/>
                  <a:gd name="connsiteY226" fmla="*/ 242543 h 304800"/>
                  <a:gd name="connsiteX227" fmla="*/ 296931 w 330497"/>
                  <a:gd name="connsiteY227" fmla="*/ 250325 h 304800"/>
                  <a:gd name="connsiteX228" fmla="*/ 293058 w 330497"/>
                  <a:gd name="connsiteY228" fmla="*/ 252919 h 304800"/>
                  <a:gd name="connsiteX229" fmla="*/ 280148 w 330497"/>
                  <a:gd name="connsiteY229" fmla="*/ 254216 h 304800"/>
                  <a:gd name="connsiteX230" fmla="*/ 273693 w 330497"/>
                  <a:gd name="connsiteY230" fmla="*/ 255513 h 304800"/>
                  <a:gd name="connsiteX231" fmla="*/ 274984 w 330497"/>
                  <a:gd name="connsiteY231" fmla="*/ 260702 h 304800"/>
                  <a:gd name="connsiteX232" fmla="*/ 265947 w 330497"/>
                  <a:gd name="connsiteY232" fmla="*/ 268484 h 304800"/>
                  <a:gd name="connsiteX233" fmla="*/ 263365 w 330497"/>
                  <a:gd name="connsiteY233" fmla="*/ 268484 h 304800"/>
                  <a:gd name="connsiteX234" fmla="*/ 262074 w 330497"/>
                  <a:gd name="connsiteY234" fmla="*/ 269781 h 304800"/>
                  <a:gd name="connsiteX235" fmla="*/ 264656 w 330497"/>
                  <a:gd name="connsiteY235" fmla="*/ 273672 h 304800"/>
                  <a:gd name="connsiteX236" fmla="*/ 265947 w 330497"/>
                  <a:gd name="connsiteY236" fmla="*/ 284048 h 304800"/>
                  <a:gd name="connsiteX237" fmla="*/ 255619 w 330497"/>
                  <a:gd name="connsiteY237" fmla="*/ 287939 h 304800"/>
                  <a:gd name="connsiteX238" fmla="*/ 244000 w 330497"/>
                  <a:gd name="connsiteY238" fmla="*/ 281454 h 304800"/>
                  <a:gd name="connsiteX239" fmla="*/ 240127 w 330497"/>
                  <a:gd name="connsiteY239" fmla="*/ 280157 h 304800"/>
                  <a:gd name="connsiteX240" fmla="*/ 238836 w 330497"/>
                  <a:gd name="connsiteY240" fmla="*/ 281454 h 304800"/>
                  <a:gd name="connsiteX241" fmla="*/ 238836 w 330497"/>
                  <a:gd name="connsiteY241" fmla="*/ 284048 h 304800"/>
                  <a:gd name="connsiteX242" fmla="*/ 238836 w 330497"/>
                  <a:gd name="connsiteY242" fmla="*/ 298315 h 304800"/>
                  <a:gd name="connsiteX243" fmla="*/ 232381 w 330497"/>
                  <a:gd name="connsiteY243" fmla="*/ 304800 h 304800"/>
                  <a:gd name="connsiteX244" fmla="*/ 227217 w 330497"/>
                  <a:gd name="connsiteY244" fmla="*/ 304800 h 304800"/>
                  <a:gd name="connsiteX245" fmla="*/ 223344 w 330497"/>
                  <a:gd name="connsiteY245" fmla="*/ 303503 h 304800"/>
                  <a:gd name="connsiteX246" fmla="*/ 211725 w 330497"/>
                  <a:gd name="connsiteY246" fmla="*/ 289236 h 304800"/>
                  <a:gd name="connsiteX247" fmla="*/ 202688 w 330497"/>
                  <a:gd name="connsiteY247" fmla="*/ 263296 h 304800"/>
                  <a:gd name="connsiteX248" fmla="*/ 209143 w 330497"/>
                  <a:gd name="connsiteY248" fmla="*/ 219197 h 304800"/>
                  <a:gd name="connsiteX249" fmla="*/ 210434 w 330497"/>
                  <a:gd name="connsiteY249" fmla="*/ 214009 h 304800"/>
                  <a:gd name="connsiteX250" fmla="*/ 209143 w 330497"/>
                  <a:gd name="connsiteY250" fmla="*/ 208821 h 304800"/>
                  <a:gd name="connsiteX251" fmla="*/ 198815 w 330497"/>
                  <a:gd name="connsiteY251" fmla="*/ 202336 h 304800"/>
                  <a:gd name="connsiteX252" fmla="*/ 193651 w 330497"/>
                  <a:gd name="connsiteY252" fmla="*/ 201039 h 304800"/>
                  <a:gd name="connsiteX253" fmla="*/ 162666 w 330497"/>
                  <a:gd name="connsiteY253" fmla="*/ 230870 h 304800"/>
                  <a:gd name="connsiteX254" fmla="*/ 148465 w 330497"/>
                  <a:gd name="connsiteY254" fmla="*/ 249028 h 304800"/>
                  <a:gd name="connsiteX255" fmla="*/ 127809 w 330497"/>
                  <a:gd name="connsiteY255" fmla="*/ 269781 h 304800"/>
                  <a:gd name="connsiteX256" fmla="*/ 126518 w 330497"/>
                  <a:gd name="connsiteY256" fmla="*/ 272375 h 304800"/>
                  <a:gd name="connsiteX257" fmla="*/ 100698 w 330497"/>
                  <a:gd name="connsiteY257" fmla="*/ 294424 h 304800"/>
                  <a:gd name="connsiteX258" fmla="*/ 96825 w 330497"/>
                  <a:gd name="connsiteY258" fmla="*/ 297018 h 304800"/>
                  <a:gd name="connsiteX259" fmla="*/ 72296 w 330497"/>
                  <a:gd name="connsiteY259" fmla="*/ 303503 h 304800"/>
                  <a:gd name="connsiteX260" fmla="*/ 54222 w 330497"/>
                  <a:gd name="connsiteY260" fmla="*/ 300909 h 304800"/>
                  <a:gd name="connsiteX261" fmla="*/ 45185 w 330497"/>
                  <a:gd name="connsiteY261" fmla="*/ 298315 h 304800"/>
                  <a:gd name="connsiteX262" fmla="*/ 14201 w 330497"/>
                  <a:gd name="connsiteY262" fmla="*/ 273672 h 304800"/>
                  <a:gd name="connsiteX263" fmla="*/ 6455 w 330497"/>
                  <a:gd name="connsiteY263" fmla="*/ 260702 h 304800"/>
                  <a:gd name="connsiteX264" fmla="*/ 0 w 330497"/>
                  <a:gd name="connsiteY264" fmla="*/ 238652 h 304800"/>
                  <a:gd name="connsiteX265" fmla="*/ 0 w 330497"/>
                  <a:gd name="connsiteY265" fmla="*/ 236058 h 304800"/>
                  <a:gd name="connsiteX266" fmla="*/ 5164 w 330497"/>
                  <a:gd name="connsiteY266" fmla="*/ 202336 h 304800"/>
                  <a:gd name="connsiteX267" fmla="*/ 16783 w 330497"/>
                  <a:gd name="connsiteY267" fmla="*/ 188068 h 304800"/>
                  <a:gd name="connsiteX268" fmla="*/ 24529 w 330497"/>
                  <a:gd name="connsiteY268" fmla="*/ 180286 h 304800"/>
                  <a:gd name="connsiteX269" fmla="*/ 29693 w 330497"/>
                  <a:gd name="connsiteY269" fmla="*/ 176395 h 304800"/>
                  <a:gd name="connsiteX270" fmla="*/ 37439 w 330497"/>
                  <a:gd name="connsiteY270" fmla="*/ 172504 h 304800"/>
                  <a:gd name="connsiteX271" fmla="*/ 112317 w 330497"/>
                  <a:gd name="connsiteY271" fmla="*/ 118029 h 304800"/>
                  <a:gd name="connsiteX272" fmla="*/ 138137 w 330497"/>
                  <a:gd name="connsiteY272" fmla="*/ 95980 h 304800"/>
                  <a:gd name="connsiteX273" fmla="*/ 153629 w 330497"/>
                  <a:gd name="connsiteY273" fmla="*/ 81713 h 304800"/>
                  <a:gd name="connsiteX274" fmla="*/ 171703 w 330497"/>
                  <a:gd name="connsiteY274" fmla="*/ 63554 h 304800"/>
                  <a:gd name="connsiteX275" fmla="*/ 182032 w 330497"/>
                  <a:gd name="connsiteY275" fmla="*/ 51881 h 304800"/>
                  <a:gd name="connsiteX276" fmla="*/ 187196 w 330497"/>
                  <a:gd name="connsiteY276" fmla="*/ 44099 h 304800"/>
                  <a:gd name="connsiteX277" fmla="*/ 205270 w 330497"/>
                  <a:gd name="connsiteY277" fmla="*/ 16861 h 304800"/>
                  <a:gd name="connsiteX278" fmla="*/ 209143 w 330497"/>
                  <a:gd name="connsiteY278" fmla="*/ 9079 h 304800"/>
                  <a:gd name="connsiteX279" fmla="*/ 214307 w 330497"/>
                  <a:gd name="connsiteY279" fmla="*/ 2594 h 304800"/>
                  <a:gd name="connsiteX280" fmla="*/ 223344 w 330497"/>
                  <a:gd name="connsiteY280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</a:cxnLst>
                <a:rect l="l" t="t" r="r" b="b"/>
                <a:pathLst>
                  <a:path w="330497" h="304800">
                    <a:moveTo>
                      <a:pt x="75173" y="222249"/>
                    </a:moveTo>
                    <a:cubicBezTo>
                      <a:pt x="68636" y="228423"/>
                      <a:pt x="63407" y="233362"/>
                      <a:pt x="56870" y="239535"/>
                    </a:cubicBezTo>
                    <a:cubicBezTo>
                      <a:pt x="55563" y="239535"/>
                      <a:pt x="55563" y="240770"/>
                      <a:pt x="55563" y="242005"/>
                    </a:cubicBezTo>
                    <a:cubicBezTo>
                      <a:pt x="55563" y="242005"/>
                      <a:pt x="56870" y="243240"/>
                      <a:pt x="58178" y="243240"/>
                    </a:cubicBezTo>
                    <a:cubicBezTo>
                      <a:pt x="60792" y="244474"/>
                      <a:pt x="64714" y="244474"/>
                      <a:pt x="67329" y="244474"/>
                    </a:cubicBezTo>
                    <a:cubicBezTo>
                      <a:pt x="69944" y="244474"/>
                      <a:pt x="71251" y="243240"/>
                      <a:pt x="72559" y="240770"/>
                    </a:cubicBezTo>
                    <a:cubicBezTo>
                      <a:pt x="76481" y="237066"/>
                      <a:pt x="77788" y="232127"/>
                      <a:pt x="77788" y="225953"/>
                    </a:cubicBezTo>
                    <a:cubicBezTo>
                      <a:pt x="77788" y="225953"/>
                      <a:pt x="77788" y="224719"/>
                      <a:pt x="77788" y="223484"/>
                    </a:cubicBezTo>
                    <a:cubicBezTo>
                      <a:pt x="77788" y="223484"/>
                      <a:pt x="76481" y="222249"/>
                      <a:pt x="76481" y="222249"/>
                    </a:cubicBezTo>
                    <a:cubicBezTo>
                      <a:pt x="76481" y="222249"/>
                      <a:pt x="75173" y="222249"/>
                      <a:pt x="75173" y="222249"/>
                    </a:cubicBezTo>
                    <a:close/>
                    <a:moveTo>
                      <a:pt x="226286" y="209549"/>
                    </a:moveTo>
                    <a:cubicBezTo>
                      <a:pt x="223772" y="209549"/>
                      <a:pt x="222515" y="210853"/>
                      <a:pt x="221258" y="213461"/>
                    </a:cubicBezTo>
                    <a:cubicBezTo>
                      <a:pt x="221258" y="214765"/>
                      <a:pt x="221258" y="214765"/>
                      <a:pt x="221258" y="216069"/>
                    </a:cubicBezTo>
                    <a:cubicBezTo>
                      <a:pt x="220002" y="218677"/>
                      <a:pt x="218745" y="221285"/>
                      <a:pt x="220002" y="222589"/>
                    </a:cubicBezTo>
                    <a:cubicBezTo>
                      <a:pt x="220002" y="223893"/>
                      <a:pt x="222515" y="223893"/>
                      <a:pt x="225029" y="223893"/>
                    </a:cubicBezTo>
                    <a:cubicBezTo>
                      <a:pt x="226286" y="225197"/>
                      <a:pt x="227542" y="227805"/>
                      <a:pt x="226286" y="229110"/>
                    </a:cubicBezTo>
                    <a:cubicBezTo>
                      <a:pt x="223772" y="230414"/>
                      <a:pt x="221258" y="231718"/>
                      <a:pt x="218745" y="233022"/>
                    </a:cubicBezTo>
                    <a:cubicBezTo>
                      <a:pt x="217488" y="234326"/>
                      <a:pt x="218745" y="236934"/>
                      <a:pt x="220002" y="236934"/>
                    </a:cubicBezTo>
                    <a:cubicBezTo>
                      <a:pt x="222515" y="236934"/>
                      <a:pt x="226286" y="238238"/>
                      <a:pt x="226286" y="240846"/>
                    </a:cubicBezTo>
                    <a:cubicBezTo>
                      <a:pt x="227542" y="244758"/>
                      <a:pt x="225029" y="246062"/>
                      <a:pt x="222515" y="247366"/>
                    </a:cubicBezTo>
                    <a:cubicBezTo>
                      <a:pt x="220002" y="248670"/>
                      <a:pt x="218745" y="251278"/>
                      <a:pt x="217488" y="252582"/>
                    </a:cubicBezTo>
                    <a:cubicBezTo>
                      <a:pt x="217488" y="252582"/>
                      <a:pt x="217488" y="253886"/>
                      <a:pt x="217488" y="253886"/>
                    </a:cubicBezTo>
                    <a:cubicBezTo>
                      <a:pt x="217488" y="255190"/>
                      <a:pt x="217488" y="255190"/>
                      <a:pt x="218745" y="253886"/>
                    </a:cubicBezTo>
                    <a:cubicBezTo>
                      <a:pt x="220002" y="253886"/>
                      <a:pt x="221258" y="252582"/>
                      <a:pt x="222515" y="252582"/>
                    </a:cubicBezTo>
                    <a:cubicBezTo>
                      <a:pt x="223772" y="252582"/>
                      <a:pt x="225029" y="252582"/>
                      <a:pt x="226286" y="253886"/>
                    </a:cubicBezTo>
                    <a:cubicBezTo>
                      <a:pt x="227542" y="255190"/>
                      <a:pt x="227542" y="257798"/>
                      <a:pt x="226286" y="259102"/>
                    </a:cubicBezTo>
                    <a:cubicBezTo>
                      <a:pt x="225029" y="261710"/>
                      <a:pt x="223772" y="263014"/>
                      <a:pt x="222515" y="265622"/>
                    </a:cubicBezTo>
                    <a:cubicBezTo>
                      <a:pt x="218745" y="268230"/>
                      <a:pt x="218745" y="272142"/>
                      <a:pt x="221258" y="276054"/>
                    </a:cubicBezTo>
                    <a:cubicBezTo>
                      <a:pt x="221258" y="278662"/>
                      <a:pt x="222515" y="279966"/>
                      <a:pt x="223772" y="282574"/>
                    </a:cubicBezTo>
                    <a:cubicBezTo>
                      <a:pt x="223772" y="282574"/>
                      <a:pt x="225029" y="282574"/>
                      <a:pt x="225029" y="282574"/>
                    </a:cubicBezTo>
                    <a:cubicBezTo>
                      <a:pt x="226286" y="277358"/>
                      <a:pt x="228799" y="272142"/>
                      <a:pt x="230056" y="266926"/>
                    </a:cubicBezTo>
                    <a:cubicBezTo>
                      <a:pt x="230056" y="261710"/>
                      <a:pt x="233826" y="260406"/>
                      <a:pt x="237597" y="261710"/>
                    </a:cubicBezTo>
                    <a:cubicBezTo>
                      <a:pt x="238853" y="263014"/>
                      <a:pt x="240110" y="263014"/>
                      <a:pt x="240110" y="264318"/>
                    </a:cubicBezTo>
                    <a:cubicBezTo>
                      <a:pt x="242624" y="265622"/>
                      <a:pt x="243881" y="266926"/>
                      <a:pt x="245137" y="268230"/>
                    </a:cubicBezTo>
                    <a:cubicBezTo>
                      <a:pt x="246394" y="268230"/>
                      <a:pt x="247651" y="268230"/>
                      <a:pt x="247651" y="268230"/>
                    </a:cubicBezTo>
                    <a:cubicBezTo>
                      <a:pt x="247651" y="268230"/>
                      <a:pt x="247651" y="266926"/>
                      <a:pt x="247651" y="266926"/>
                    </a:cubicBezTo>
                    <a:cubicBezTo>
                      <a:pt x="247651" y="265622"/>
                      <a:pt x="247651" y="264318"/>
                      <a:pt x="246394" y="263014"/>
                    </a:cubicBezTo>
                    <a:cubicBezTo>
                      <a:pt x="241367" y="248670"/>
                      <a:pt x="237597" y="234326"/>
                      <a:pt x="236340" y="218677"/>
                    </a:cubicBezTo>
                    <a:cubicBezTo>
                      <a:pt x="236340" y="214765"/>
                      <a:pt x="235083" y="212157"/>
                      <a:pt x="232569" y="209549"/>
                    </a:cubicBezTo>
                    <a:cubicBezTo>
                      <a:pt x="232569" y="209549"/>
                      <a:pt x="231313" y="209549"/>
                      <a:pt x="231313" y="209549"/>
                    </a:cubicBezTo>
                    <a:cubicBezTo>
                      <a:pt x="228799" y="209549"/>
                      <a:pt x="227542" y="209549"/>
                      <a:pt x="226286" y="209549"/>
                    </a:cubicBezTo>
                    <a:close/>
                    <a:moveTo>
                      <a:pt x="245475" y="204787"/>
                    </a:moveTo>
                    <a:cubicBezTo>
                      <a:pt x="245475" y="204787"/>
                      <a:pt x="244182" y="204787"/>
                      <a:pt x="244182" y="206082"/>
                    </a:cubicBezTo>
                    <a:cubicBezTo>
                      <a:pt x="242888" y="208672"/>
                      <a:pt x="244182" y="211263"/>
                      <a:pt x="245475" y="215148"/>
                    </a:cubicBezTo>
                    <a:cubicBezTo>
                      <a:pt x="245475" y="216443"/>
                      <a:pt x="246769" y="219033"/>
                      <a:pt x="248062" y="221623"/>
                    </a:cubicBezTo>
                    <a:cubicBezTo>
                      <a:pt x="248062" y="230689"/>
                      <a:pt x="251943" y="239754"/>
                      <a:pt x="254530" y="248820"/>
                    </a:cubicBezTo>
                    <a:cubicBezTo>
                      <a:pt x="254530" y="250115"/>
                      <a:pt x="254530" y="251410"/>
                      <a:pt x="255823" y="252705"/>
                    </a:cubicBezTo>
                    <a:cubicBezTo>
                      <a:pt x="255823" y="252705"/>
                      <a:pt x="257117" y="254000"/>
                      <a:pt x="257117" y="254000"/>
                    </a:cubicBezTo>
                    <a:cubicBezTo>
                      <a:pt x="257117" y="254000"/>
                      <a:pt x="258410" y="252705"/>
                      <a:pt x="258410" y="252705"/>
                    </a:cubicBezTo>
                    <a:cubicBezTo>
                      <a:pt x="258410" y="250115"/>
                      <a:pt x="258410" y="248820"/>
                      <a:pt x="259704" y="247525"/>
                    </a:cubicBezTo>
                    <a:cubicBezTo>
                      <a:pt x="259704" y="242345"/>
                      <a:pt x="263584" y="241049"/>
                      <a:pt x="267465" y="241049"/>
                    </a:cubicBezTo>
                    <a:cubicBezTo>
                      <a:pt x="268758" y="242345"/>
                      <a:pt x="271345" y="242345"/>
                      <a:pt x="272639" y="242345"/>
                    </a:cubicBezTo>
                    <a:cubicBezTo>
                      <a:pt x="273932" y="242345"/>
                      <a:pt x="275226" y="242345"/>
                      <a:pt x="276520" y="242345"/>
                    </a:cubicBezTo>
                    <a:cubicBezTo>
                      <a:pt x="277813" y="241049"/>
                      <a:pt x="275226" y="239754"/>
                      <a:pt x="273932" y="238459"/>
                    </a:cubicBezTo>
                    <a:cubicBezTo>
                      <a:pt x="272639" y="237164"/>
                      <a:pt x="270052" y="234574"/>
                      <a:pt x="268758" y="233279"/>
                    </a:cubicBezTo>
                    <a:cubicBezTo>
                      <a:pt x="260997" y="226804"/>
                      <a:pt x="255823" y="219033"/>
                      <a:pt x="250649" y="211263"/>
                    </a:cubicBezTo>
                    <a:cubicBezTo>
                      <a:pt x="249356" y="208672"/>
                      <a:pt x="248062" y="207377"/>
                      <a:pt x="246769" y="204787"/>
                    </a:cubicBezTo>
                    <a:cubicBezTo>
                      <a:pt x="246769" y="204787"/>
                      <a:pt x="245475" y="204787"/>
                      <a:pt x="245475" y="204787"/>
                    </a:cubicBezTo>
                    <a:close/>
                    <a:moveTo>
                      <a:pt x="63501" y="191786"/>
                    </a:moveTo>
                    <a:cubicBezTo>
                      <a:pt x="55707" y="190499"/>
                      <a:pt x="47914" y="191786"/>
                      <a:pt x="38822" y="193074"/>
                    </a:cubicBezTo>
                    <a:cubicBezTo>
                      <a:pt x="36224" y="193074"/>
                      <a:pt x="33627" y="195648"/>
                      <a:pt x="31029" y="198222"/>
                    </a:cubicBezTo>
                    <a:cubicBezTo>
                      <a:pt x="21937" y="205945"/>
                      <a:pt x="20638" y="216242"/>
                      <a:pt x="20638" y="226540"/>
                    </a:cubicBezTo>
                    <a:cubicBezTo>
                      <a:pt x="21937" y="238124"/>
                      <a:pt x="24535" y="249709"/>
                      <a:pt x="28431" y="260006"/>
                    </a:cubicBezTo>
                    <a:cubicBezTo>
                      <a:pt x="31029" y="263867"/>
                      <a:pt x="33627" y="267729"/>
                      <a:pt x="37523" y="271590"/>
                    </a:cubicBezTo>
                    <a:cubicBezTo>
                      <a:pt x="49213" y="281888"/>
                      <a:pt x="63501" y="285749"/>
                      <a:pt x="79087" y="284462"/>
                    </a:cubicBezTo>
                    <a:cubicBezTo>
                      <a:pt x="80386" y="284462"/>
                      <a:pt x="81685" y="284462"/>
                      <a:pt x="82984" y="284462"/>
                    </a:cubicBezTo>
                    <a:cubicBezTo>
                      <a:pt x="89478" y="281888"/>
                      <a:pt x="94674" y="278026"/>
                      <a:pt x="99869" y="275452"/>
                    </a:cubicBezTo>
                    <a:cubicBezTo>
                      <a:pt x="103766" y="272878"/>
                      <a:pt x="106363" y="269016"/>
                      <a:pt x="108961" y="266442"/>
                    </a:cubicBezTo>
                    <a:cubicBezTo>
                      <a:pt x="116754" y="260006"/>
                      <a:pt x="120651" y="250996"/>
                      <a:pt x="119352" y="240699"/>
                    </a:cubicBezTo>
                    <a:cubicBezTo>
                      <a:pt x="119352" y="236837"/>
                      <a:pt x="119352" y="234263"/>
                      <a:pt x="118053" y="230401"/>
                    </a:cubicBezTo>
                    <a:cubicBezTo>
                      <a:pt x="118053" y="230401"/>
                      <a:pt x="118053" y="229114"/>
                      <a:pt x="118053" y="229114"/>
                    </a:cubicBezTo>
                    <a:cubicBezTo>
                      <a:pt x="116754" y="229114"/>
                      <a:pt x="115455" y="230401"/>
                      <a:pt x="115455" y="230401"/>
                    </a:cubicBezTo>
                    <a:cubicBezTo>
                      <a:pt x="114157" y="231688"/>
                      <a:pt x="112858" y="234263"/>
                      <a:pt x="111559" y="235550"/>
                    </a:cubicBezTo>
                    <a:cubicBezTo>
                      <a:pt x="106363" y="243273"/>
                      <a:pt x="99869" y="249709"/>
                      <a:pt x="92076" y="254857"/>
                    </a:cubicBezTo>
                    <a:cubicBezTo>
                      <a:pt x="84283" y="258719"/>
                      <a:pt x="77788" y="261293"/>
                      <a:pt x="69995" y="260006"/>
                    </a:cubicBezTo>
                    <a:cubicBezTo>
                      <a:pt x="67397" y="260006"/>
                      <a:pt x="66098" y="260006"/>
                      <a:pt x="64800" y="260006"/>
                    </a:cubicBezTo>
                    <a:cubicBezTo>
                      <a:pt x="60903" y="260006"/>
                      <a:pt x="55707" y="258719"/>
                      <a:pt x="51811" y="258719"/>
                    </a:cubicBezTo>
                    <a:cubicBezTo>
                      <a:pt x="47914" y="256145"/>
                      <a:pt x="44018" y="252283"/>
                      <a:pt x="40121" y="249709"/>
                    </a:cubicBezTo>
                    <a:cubicBezTo>
                      <a:pt x="38822" y="248422"/>
                      <a:pt x="38822" y="248422"/>
                      <a:pt x="38822" y="248422"/>
                    </a:cubicBezTo>
                    <a:cubicBezTo>
                      <a:pt x="36224" y="245847"/>
                      <a:pt x="34926" y="244560"/>
                      <a:pt x="34926" y="241986"/>
                    </a:cubicBezTo>
                    <a:cubicBezTo>
                      <a:pt x="34926" y="236837"/>
                      <a:pt x="36224" y="232976"/>
                      <a:pt x="40121" y="230401"/>
                    </a:cubicBezTo>
                    <a:cubicBezTo>
                      <a:pt x="47914" y="226540"/>
                      <a:pt x="53110" y="220104"/>
                      <a:pt x="58305" y="214955"/>
                    </a:cubicBezTo>
                    <a:cubicBezTo>
                      <a:pt x="62202" y="211094"/>
                      <a:pt x="64800" y="208520"/>
                      <a:pt x="68696" y="205945"/>
                    </a:cubicBezTo>
                    <a:cubicBezTo>
                      <a:pt x="69995" y="203371"/>
                      <a:pt x="71294" y="203371"/>
                      <a:pt x="69995" y="200797"/>
                    </a:cubicBezTo>
                    <a:cubicBezTo>
                      <a:pt x="69995" y="198222"/>
                      <a:pt x="68696" y="196935"/>
                      <a:pt x="67397" y="194361"/>
                    </a:cubicBezTo>
                    <a:cubicBezTo>
                      <a:pt x="67397" y="193074"/>
                      <a:pt x="66098" y="193074"/>
                      <a:pt x="63501" y="191786"/>
                    </a:cubicBezTo>
                    <a:close/>
                    <a:moveTo>
                      <a:pt x="231942" y="166687"/>
                    </a:moveTo>
                    <a:cubicBezTo>
                      <a:pt x="226595" y="170447"/>
                      <a:pt x="222584" y="174207"/>
                      <a:pt x="218574" y="177967"/>
                    </a:cubicBezTo>
                    <a:cubicBezTo>
                      <a:pt x="215900" y="179220"/>
                      <a:pt x="215900" y="181727"/>
                      <a:pt x="217237" y="184234"/>
                    </a:cubicBezTo>
                    <a:cubicBezTo>
                      <a:pt x="218574" y="182980"/>
                      <a:pt x="219910" y="181727"/>
                      <a:pt x="221247" y="180474"/>
                    </a:cubicBezTo>
                    <a:cubicBezTo>
                      <a:pt x="222584" y="179220"/>
                      <a:pt x="226595" y="179220"/>
                      <a:pt x="226595" y="180474"/>
                    </a:cubicBezTo>
                    <a:cubicBezTo>
                      <a:pt x="227932" y="181727"/>
                      <a:pt x="227932" y="182980"/>
                      <a:pt x="227932" y="182980"/>
                    </a:cubicBezTo>
                    <a:cubicBezTo>
                      <a:pt x="229268" y="185487"/>
                      <a:pt x="229268" y="186740"/>
                      <a:pt x="230605" y="189247"/>
                    </a:cubicBezTo>
                    <a:cubicBezTo>
                      <a:pt x="230605" y="190500"/>
                      <a:pt x="231942" y="190500"/>
                      <a:pt x="233279" y="189247"/>
                    </a:cubicBezTo>
                    <a:cubicBezTo>
                      <a:pt x="238626" y="186740"/>
                      <a:pt x="239963" y="181727"/>
                      <a:pt x="241300" y="176714"/>
                    </a:cubicBezTo>
                    <a:cubicBezTo>
                      <a:pt x="241300" y="171701"/>
                      <a:pt x="237290" y="167941"/>
                      <a:pt x="233279" y="166687"/>
                    </a:cubicBezTo>
                    <a:cubicBezTo>
                      <a:pt x="233279" y="166687"/>
                      <a:pt x="231942" y="166687"/>
                      <a:pt x="231942" y="166687"/>
                    </a:cubicBezTo>
                    <a:close/>
                    <a:moveTo>
                      <a:pt x="173526" y="155277"/>
                    </a:moveTo>
                    <a:cubicBezTo>
                      <a:pt x="169680" y="159147"/>
                      <a:pt x="165833" y="161726"/>
                      <a:pt x="160704" y="165596"/>
                    </a:cubicBezTo>
                    <a:cubicBezTo>
                      <a:pt x="151729" y="172045"/>
                      <a:pt x="141471" y="178494"/>
                      <a:pt x="129931" y="183654"/>
                    </a:cubicBezTo>
                    <a:cubicBezTo>
                      <a:pt x="128649" y="184943"/>
                      <a:pt x="126085" y="186233"/>
                      <a:pt x="124802" y="187523"/>
                    </a:cubicBezTo>
                    <a:cubicBezTo>
                      <a:pt x="123520" y="188813"/>
                      <a:pt x="122238" y="188813"/>
                      <a:pt x="123520" y="190103"/>
                    </a:cubicBezTo>
                    <a:cubicBezTo>
                      <a:pt x="124802" y="191393"/>
                      <a:pt x="126085" y="192683"/>
                      <a:pt x="126085" y="193972"/>
                    </a:cubicBezTo>
                    <a:cubicBezTo>
                      <a:pt x="132496" y="203001"/>
                      <a:pt x="137625" y="212030"/>
                      <a:pt x="137625" y="222349"/>
                    </a:cubicBezTo>
                    <a:cubicBezTo>
                      <a:pt x="137625" y="226218"/>
                      <a:pt x="138907" y="230088"/>
                      <a:pt x="138907" y="233958"/>
                    </a:cubicBezTo>
                    <a:cubicBezTo>
                      <a:pt x="138907" y="235247"/>
                      <a:pt x="140189" y="235247"/>
                      <a:pt x="140189" y="236537"/>
                    </a:cubicBezTo>
                    <a:cubicBezTo>
                      <a:pt x="141471" y="235247"/>
                      <a:pt x="141471" y="235247"/>
                      <a:pt x="142753" y="235247"/>
                    </a:cubicBezTo>
                    <a:cubicBezTo>
                      <a:pt x="144036" y="231378"/>
                      <a:pt x="146600" y="228798"/>
                      <a:pt x="149164" y="226218"/>
                    </a:cubicBezTo>
                    <a:cubicBezTo>
                      <a:pt x="153011" y="222349"/>
                      <a:pt x="158140" y="217190"/>
                      <a:pt x="161987" y="212030"/>
                    </a:cubicBezTo>
                    <a:cubicBezTo>
                      <a:pt x="164551" y="208161"/>
                      <a:pt x="168398" y="205581"/>
                      <a:pt x="170962" y="201711"/>
                    </a:cubicBezTo>
                    <a:cubicBezTo>
                      <a:pt x="173526" y="199132"/>
                      <a:pt x="176091" y="196552"/>
                      <a:pt x="178655" y="193972"/>
                    </a:cubicBezTo>
                    <a:cubicBezTo>
                      <a:pt x="181220" y="191393"/>
                      <a:pt x="183784" y="187523"/>
                      <a:pt x="186349" y="186233"/>
                    </a:cubicBezTo>
                    <a:cubicBezTo>
                      <a:pt x="187631" y="186233"/>
                      <a:pt x="187631" y="184943"/>
                      <a:pt x="188913" y="183654"/>
                    </a:cubicBezTo>
                    <a:cubicBezTo>
                      <a:pt x="188913" y="183654"/>
                      <a:pt x="188913" y="182364"/>
                      <a:pt x="187631" y="182364"/>
                    </a:cubicBezTo>
                    <a:cubicBezTo>
                      <a:pt x="185066" y="174625"/>
                      <a:pt x="182502" y="166886"/>
                      <a:pt x="179937" y="159147"/>
                    </a:cubicBezTo>
                    <a:cubicBezTo>
                      <a:pt x="178655" y="157857"/>
                      <a:pt x="178655" y="157857"/>
                      <a:pt x="177373" y="156567"/>
                    </a:cubicBezTo>
                    <a:cubicBezTo>
                      <a:pt x="176091" y="153987"/>
                      <a:pt x="174809" y="153987"/>
                      <a:pt x="173526" y="155277"/>
                    </a:cubicBezTo>
                    <a:close/>
                    <a:moveTo>
                      <a:pt x="196118" y="139382"/>
                    </a:moveTo>
                    <a:cubicBezTo>
                      <a:pt x="192088" y="140652"/>
                      <a:pt x="192088" y="143192"/>
                      <a:pt x="193431" y="145732"/>
                    </a:cubicBezTo>
                    <a:cubicBezTo>
                      <a:pt x="197461" y="150812"/>
                      <a:pt x="200148" y="155892"/>
                      <a:pt x="204178" y="160972"/>
                    </a:cubicBezTo>
                    <a:cubicBezTo>
                      <a:pt x="204178" y="162242"/>
                      <a:pt x="205521" y="163512"/>
                      <a:pt x="205521" y="163512"/>
                    </a:cubicBezTo>
                    <a:cubicBezTo>
                      <a:pt x="205521" y="163512"/>
                      <a:pt x="206864" y="163512"/>
                      <a:pt x="206864" y="163512"/>
                    </a:cubicBezTo>
                    <a:cubicBezTo>
                      <a:pt x="208208" y="162242"/>
                      <a:pt x="208208" y="162242"/>
                      <a:pt x="209551" y="160972"/>
                    </a:cubicBezTo>
                    <a:cubicBezTo>
                      <a:pt x="208208" y="159702"/>
                      <a:pt x="208208" y="158432"/>
                      <a:pt x="208208" y="157162"/>
                    </a:cubicBezTo>
                    <a:cubicBezTo>
                      <a:pt x="206864" y="149542"/>
                      <a:pt x="201491" y="144462"/>
                      <a:pt x="197461" y="139382"/>
                    </a:cubicBezTo>
                    <a:cubicBezTo>
                      <a:pt x="197461" y="138112"/>
                      <a:pt x="196118" y="138112"/>
                      <a:pt x="196118" y="139382"/>
                    </a:cubicBezTo>
                    <a:close/>
                    <a:moveTo>
                      <a:pt x="204470" y="131762"/>
                    </a:moveTo>
                    <a:cubicBezTo>
                      <a:pt x="203200" y="131762"/>
                      <a:pt x="203200" y="132896"/>
                      <a:pt x="203200" y="132896"/>
                    </a:cubicBezTo>
                    <a:cubicBezTo>
                      <a:pt x="204470" y="134030"/>
                      <a:pt x="205740" y="135164"/>
                      <a:pt x="207010" y="135164"/>
                    </a:cubicBezTo>
                    <a:cubicBezTo>
                      <a:pt x="208280" y="134030"/>
                      <a:pt x="207010" y="132896"/>
                      <a:pt x="205740" y="131762"/>
                    </a:cubicBezTo>
                    <a:cubicBezTo>
                      <a:pt x="205740" y="131762"/>
                      <a:pt x="204470" y="131762"/>
                      <a:pt x="204470" y="131762"/>
                    </a:cubicBezTo>
                    <a:close/>
                    <a:moveTo>
                      <a:pt x="138936" y="117474"/>
                    </a:moveTo>
                    <a:cubicBezTo>
                      <a:pt x="137643" y="117474"/>
                      <a:pt x="137643" y="118784"/>
                      <a:pt x="136349" y="118784"/>
                    </a:cubicBezTo>
                    <a:cubicBezTo>
                      <a:pt x="132469" y="121403"/>
                      <a:pt x="129881" y="124023"/>
                      <a:pt x="126001" y="126642"/>
                    </a:cubicBezTo>
                    <a:cubicBezTo>
                      <a:pt x="104011" y="142358"/>
                      <a:pt x="82021" y="156765"/>
                      <a:pt x="60031" y="172481"/>
                    </a:cubicBezTo>
                    <a:cubicBezTo>
                      <a:pt x="60031" y="172481"/>
                      <a:pt x="58738" y="173791"/>
                      <a:pt x="58738" y="173791"/>
                    </a:cubicBezTo>
                    <a:cubicBezTo>
                      <a:pt x="58738" y="173791"/>
                      <a:pt x="60031" y="173791"/>
                      <a:pt x="60031" y="173791"/>
                    </a:cubicBezTo>
                    <a:cubicBezTo>
                      <a:pt x="61325" y="173791"/>
                      <a:pt x="62619" y="173791"/>
                      <a:pt x="63912" y="173791"/>
                    </a:cubicBezTo>
                    <a:cubicBezTo>
                      <a:pt x="70380" y="173791"/>
                      <a:pt x="75554" y="177720"/>
                      <a:pt x="78141" y="182959"/>
                    </a:cubicBezTo>
                    <a:cubicBezTo>
                      <a:pt x="79434" y="184268"/>
                      <a:pt x="80728" y="186888"/>
                      <a:pt x="82021" y="188197"/>
                    </a:cubicBezTo>
                    <a:cubicBezTo>
                      <a:pt x="88489" y="196055"/>
                      <a:pt x="92369" y="205223"/>
                      <a:pt x="94956" y="214391"/>
                    </a:cubicBezTo>
                    <a:cubicBezTo>
                      <a:pt x="94956" y="217010"/>
                      <a:pt x="94956" y="219630"/>
                      <a:pt x="96250" y="222249"/>
                    </a:cubicBezTo>
                    <a:cubicBezTo>
                      <a:pt x="100131" y="222249"/>
                      <a:pt x="101424" y="218320"/>
                      <a:pt x="102718" y="217010"/>
                    </a:cubicBezTo>
                    <a:cubicBezTo>
                      <a:pt x="105305" y="214391"/>
                      <a:pt x="107892" y="211772"/>
                      <a:pt x="109185" y="209152"/>
                    </a:cubicBezTo>
                    <a:cubicBezTo>
                      <a:pt x="111772" y="207843"/>
                      <a:pt x="111772" y="206533"/>
                      <a:pt x="110479" y="205223"/>
                    </a:cubicBezTo>
                    <a:cubicBezTo>
                      <a:pt x="106598" y="199985"/>
                      <a:pt x="102718" y="194746"/>
                      <a:pt x="97544" y="192126"/>
                    </a:cubicBezTo>
                    <a:cubicBezTo>
                      <a:pt x="96250" y="190817"/>
                      <a:pt x="96250" y="189507"/>
                      <a:pt x="96250" y="188197"/>
                    </a:cubicBezTo>
                    <a:cubicBezTo>
                      <a:pt x="97544" y="184268"/>
                      <a:pt x="98837" y="181649"/>
                      <a:pt x="102718" y="180339"/>
                    </a:cubicBezTo>
                    <a:cubicBezTo>
                      <a:pt x="107892" y="179030"/>
                      <a:pt x="111772" y="176410"/>
                      <a:pt x="115653" y="175100"/>
                    </a:cubicBezTo>
                    <a:cubicBezTo>
                      <a:pt x="118240" y="173791"/>
                      <a:pt x="122120" y="172481"/>
                      <a:pt x="124707" y="169862"/>
                    </a:cubicBezTo>
                    <a:cubicBezTo>
                      <a:pt x="129881" y="167242"/>
                      <a:pt x="135056" y="163313"/>
                      <a:pt x="140230" y="160694"/>
                    </a:cubicBezTo>
                    <a:cubicBezTo>
                      <a:pt x="147991" y="154145"/>
                      <a:pt x="155752" y="148907"/>
                      <a:pt x="162219" y="141049"/>
                    </a:cubicBezTo>
                    <a:cubicBezTo>
                      <a:pt x="163513" y="139739"/>
                      <a:pt x="163513" y="139739"/>
                      <a:pt x="163513" y="138429"/>
                    </a:cubicBezTo>
                    <a:cubicBezTo>
                      <a:pt x="155752" y="130571"/>
                      <a:pt x="147991" y="124023"/>
                      <a:pt x="140230" y="118784"/>
                    </a:cubicBezTo>
                    <a:cubicBezTo>
                      <a:pt x="140230" y="117474"/>
                      <a:pt x="138936" y="117474"/>
                      <a:pt x="138936" y="117474"/>
                    </a:cubicBezTo>
                    <a:close/>
                    <a:moveTo>
                      <a:pt x="219220" y="115887"/>
                    </a:moveTo>
                    <a:cubicBezTo>
                      <a:pt x="216622" y="117186"/>
                      <a:pt x="214024" y="118485"/>
                      <a:pt x="212725" y="122382"/>
                    </a:cubicBezTo>
                    <a:cubicBezTo>
                      <a:pt x="212725" y="123680"/>
                      <a:pt x="215323" y="124979"/>
                      <a:pt x="215323" y="126278"/>
                    </a:cubicBezTo>
                    <a:cubicBezTo>
                      <a:pt x="216622" y="128876"/>
                      <a:pt x="219220" y="131474"/>
                      <a:pt x="220518" y="134071"/>
                    </a:cubicBezTo>
                    <a:cubicBezTo>
                      <a:pt x="221817" y="136669"/>
                      <a:pt x="223116" y="140566"/>
                      <a:pt x="224415" y="143163"/>
                    </a:cubicBezTo>
                    <a:cubicBezTo>
                      <a:pt x="224415" y="143163"/>
                      <a:pt x="225714" y="144462"/>
                      <a:pt x="225714" y="144462"/>
                    </a:cubicBezTo>
                    <a:cubicBezTo>
                      <a:pt x="225714" y="143163"/>
                      <a:pt x="225714" y="143163"/>
                      <a:pt x="227013" y="141865"/>
                    </a:cubicBezTo>
                    <a:cubicBezTo>
                      <a:pt x="225714" y="134071"/>
                      <a:pt x="224415" y="124979"/>
                      <a:pt x="221817" y="117186"/>
                    </a:cubicBezTo>
                    <a:cubicBezTo>
                      <a:pt x="220518" y="117186"/>
                      <a:pt x="220518" y="115887"/>
                      <a:pt x="220518" y="115887"/>
                    </a:cubicBezTo>
                    <a:cubicBezTo>
                      <a:pt x="220518" y="115887"/>
                      <a:pt x="219220" y="115887"/>
                      <a:pt x="219220" y="115887"/>
                    </a:cubicBezTo>
                    <a:close/>
                    <a:moveTo>
                      <a:pt x="206375" y="96837"/>
                    </a:moveTo>
                    <a:cubicBezTo>
                      <a:pt x="206375" y="96837"/>
                      <a:pt x="206375" y="98425"/>
                      <a:pt x="206375" y="98425"/>
                    </a:cubicBezTo>
                    <a:cubicBezTo>
                      <a:pt x="206375" y="100013"/>
                      <a:pt x="206375" y="100013"/>
                      <a:pt x="207169" y="101600"/>
                    </a:cubicBezTo>
                    <a:cubicBezTo>
                      <a:pt x="207169" y="101600"/>
                      <a:pt x="207169" y="101600"/>
                      <a:pt x="207963" y="101600"/>
                    </a:cubicBezTo>
                    <a:cubicBezTo>
                      <a:pt x="207963" y="101600"/>
                      <a:pt x="207963" y="101600"/>
                      <a:pt x="207963" y="100013"/>
                    </a:cubicBezTo>
                    <a:cubicBezTo>
                      <a:pt x="207963" y="100013"/>
                      <a:pt x="207963" y="98425"/>
                      <a:pt x="207169" y="98425"/>
                    </a:cubicBezTo>
                    <a:cubicBezTo>
                      <a:pt x="207169" y="96837"/>
                      <a:pt x="207169" y="96837"/>
                      <a:pt x="206375" y="96837"/>
                    </a:cubicBezTo>
                    <a:close/>
                    <a:moveTo>
                      <a:pt x="307146" y="28272"/>
                    </a:moveTo>
                    <a:cubicBezTo>
                      <a:pt x="305851" y="29557"/>
                      <a:pt x="304557" y="30843"/>
                      <a:pt x="303262" y="33413"/>
                    </a:cubicBezTo>
                    <a:cubicBezTo>
                      <a:pt x="290318" y="47549"/>
                      <a:pt x="276079" y="60400"/>
                      <a:pt x="261841" y="74537"/>
                    </a:cubicBezTo>
                    <a:cubicBezTo>
                      <a:pt x="252779" y="82247"/>
                      <a:pt x="245013" y="91243"/>
                      <a:pt x="235952" y="98954"/>
                    </a:cubicBezTo>
                    <a:cubicBezTo>
                      <a:pt x="233363" y="100239"/>
                      <a:pt x="233363" y="102809"/>
                      <a:pt x="234657" y="105380"/>
                    </a:cubicBezTo>
                    <a:cubicBezTo>
                      <a:pt x="238541" y="114375"/>
                      <a:pt x="242424" y="123371"/>
                      <a:pt x="243718" y="133652"/>
                    </a:cubicBezTo>
                    <a:cubicBezTo>
                      <a:pt x="243718" y="134937"/>
                      <a:pt x="245013" y="134937"/>
                      <a:pt x="246307" y="134937"/>
                    </a:cubicBezTo>
                    <a:cubicBezTo>
                      <a:pt x="247602" y="133652"/>
                      <a:pt x="248896" y="132367"/>
                      <a:pt x="250191" y="131082"/>
                    </a:cubicBezTo>
                    <a:cubicBezTo>
                      <a:pt x="264429" y="115660"/>
                      <a:pt x="281257" y="105380"/>
                      <a:pt x="300673" y="97669"/>
                    </a:cubicBezTo>
                    <a:cubicBezTo>
                      <a:pt x="304557" y="95099"/>
                      <a:pt x="308440" y="92528"/>
                      <a:pt x="313618" y="89958"/>
                    </a:cubicBezTo>
                    <a:cubicBezTo>
                      <a:pt x="316207" y="88673"/>
                      <a:pt x="317501" y="86103"/>
                      <a:pt x="317501" y="82247"/>
                    </a:cubicBezTo>
                    <a:cubicBezTo>
                      <a:pt x="317501" y="79677"/>
                      <a:pt x="317501" y="77107"/>
                      <a:pt x="317501" y="74537"/>
                    </a:cubicBezTo>
                    <a:cubicBezTo>
                      <a:pt x="317501" y="70681"/>
                      <a:pt x="317501" y="65541"/>
                      <a:pt x="316207" y="61685"/>
                    </a:cubicBezTo>
                    <a:cubicBezTo>
                      <a:pt x="314912" y="52690"/>
                      <a:pt x="313618" y="42409"/>
                      <a:pt x="311029" y="33413"/>
                    </a:cubicBezTo>
                    <a:cubicBezTo>
                      <a:pt x="311029" y="32128"/>
                      <a:pt x="311029" y="29557"/>
                      <a:pt x="309734" y="28272"/>
                    </a:cubicBezTo>
                    <a:cubicBezTo>
                      <a:pt x="309734" y="26987"/>
                      <a:pt x="308440" y="26987"/>
                      <a:pt x="307146" y="28272"/>
                    </a:cubicBezTo>
                    <a:close/>
                    <a:moveTo>
                      <a:pt x="228600" y="17173"/>
                    </a:moveTo>
                    <a:cubicBezTo>
                      <a:pt x="226020" y="15874"/>
                      <a:pt x="223441" y="18471"/>
                      <a:pt x="220861" y="22368"/>
                    </a:cubicBezTo>
                    <a:cubicBezTo>
                      <a:pt x="220861" y="24966"/>
                      <a:pt x="218281" y="26265"/>
                      <a:pt x="216991" y="27564"/>
                    </a:cubicBezTo>
                    <a:cubicBezTo>
                      <a:pt x="215702" y="30162"/>
                      <a:pt x="214412" y="31461"/>
                      <a:pt x="211832" y="34058"/>
                    </a:cubicBezTo>
                    <a:cubicBezTo>
                      <a:pt x="209252" y="39254"/>
                      <a:pt x="205383" y="45748"/>
                      <a:pt x="201513" y="50944"/>
                    </a:cubicBezTo>
                    <a:cubicBezTo>
                      <a:pt x="198934" y="56139"/>
                      <a:pt x="196354" y="60036"/>
                      <a:pt x="192484" y="63933"/>
                    </a:cubicBezTo>
                    <a:cubicBezTo>
                      <a:pt x="191194" y="65231"/>
                      <a:pt x="189905" y="66530"/>
                      <a:pt x="188615" y="67829"/>
                    </a:cubicBezTo>
                    <a:cubicBezTo>
                      <a:pt x="187325" y="69128"/>
                      <a:pt x="187325" y="70427"/>
                      <a:pt x="188615" y="70427"/>
                    </a:cubicBezTo>
                    <a:cubicBezTo>
                      <a:pt x="200223" y="74324"/>
                      <a:pt x="210542" y="78220"/>
                      <a:pt x="219571" y="86013"/>
                    </a:cubicBezTo>
                    <a:cubicBezTo>
                      <a:pt x="220861" y="87312"/>
                      <a:pt x="222151" y="87312"/>
                      <a:pt x="223441" y="86013"/>
                    </a:cubicBezTo>
                    <a:cubicBezTo>
                      <a:pt x="224730" y="86013"/>
                      <a:pt x="224730" y="86013"/>
                      <a:pt x="226020" y="84715"/>
                    </a:cubicBezTo>
                    <a:cubicBezTo>
                      <a:pt x="238919" y="71726"/>
                      <a:pt x="253107" y="58737"/>
                      <a:pt x="267295" y="45748"/>
                    </a:cubicBezTo>
                    <a:cubicBezTo>
                      <a:pt x="269875" y="43151"/>
                      <a:pt x="269875" y="43151"/>
                      <a:pt x="268585" y="39254"/>
                    </a:cubicBezTo>
                    <a:cubicBezTo>
                      <a:pt x="259556" y="26265"/>
                      <a:pt x="246658" y="19770"/>
                      <a:pt x="228600" y="17173"/>
                    </a:cubicBezTo>
                    <a:close/>
                    <a:moveTo>
                      <a:pt x="223344" y="0"/>
                    </a:moveTo>
                    <a:cubicBezTo>
                      <a:pt x="227217" y="1297"/>
                      <a:pt x="229799" y="1297"/>
                      <a:pt x="233672" y="1297"/>
                    </a:cubicBezTo>
                    <a:cubicBezTo>
                      <a:pt x="237545" y="1297"/>
                      <a:pt x="242709" y="2594"/>
                      <a:pt x="246582" y="3891"/>
                    </a:cubicBezTo>
                    <a:cubicBezTo>
                      <a:pt x="260783" y="9079"/>
                      <a:pt x="272402" y="16861"/>
                      <a:pt x="281439" y="27238"/>
                    </a:cubicBezTo>
                    <a:cubicBezTo>
                      <a:pt x="282730" y="28535"/>
                      <a:pt x="284021" y="28535"/>
                      <a:pt x="285312" y="27238"/>
                    </a:cubicBezTo>
                    <a:cubicBezTo>
                      <a:pt x="290476" y="22049"/>
                      <a:pt x="295640" y="16861"/>
                      <a:pt x="300804" y="11673"/>
                    </a:cubicBezTo>
                    <a:cubicBezTo>
                      <a:pt x="304677" y="7782"/>
                      <a:pt x="311132" y="7782"/>
                      <a:pt x="315005" y="12970"/>
                    </a:cubicBezTo>
                    <a:cubicBezTo>
                      <a:pt x="316296" y="15564"/>
                      <a:pt x="317587" y="18158"/>
                      <a:pt x="318878" y="22049"/>
                    </a:cubicBezTo>
                    <a:cubicBezTo>
                      <a:pt x="324042" y="37614"/>
                      <a:pt x="329206" y="54475"/>
                      <a:pt x="329206" y="71336"/>
                    </a:cubicBezTo>
                    <a:cubicBezTo>
                      <a:pt x="329206" y="72633"/>
                      <a:pt x="329206" y="73930"/>
                      <a:pt x="329206" y="75227"/>
                    </a:cubicBezTo>
                    <a:cubicBezTo>
                      <a:pt x="331788" y="79119"/>
                      <a:pt x="329206" y="84307"/>
                      <a:pt x="330497" y="89495"/>
                    </a:cubicBezTo>
                    <a:cubicBezTo>
                      <a:pt x="330497" y="93386"/>
                      <a:pt x="329206" y="97277"/>
                      <a:pt x="327915" y="101168"/>
                    </a:cubicBezTo>
                    <a:cubicBezTo>
                      <a:pt x="326624" y="102465"/>
                      <a:pt x="326624" y="102465"/>
                      <a:pt x="325333" y="103762"/>
                    </a:cubicBezTo>
                    <a:cubicBezTo>
                      <a:pt x="321460" y="103762"/>
                      <a:pt x="318878" y="107653"/>
                      <a:pt x="316296" y="108950"/>
                    </a:cubicBezTo>
                    <a:cubicBezTo>
                      <a:pt x="312423" y="111544"/>
                      <a:pt x="309841" y="112841"/>
                      <a:pt x="305968" y="114138"/>
                    </a:cubicBezTo>
                    <a:cubicBezTo>
                      <a:pt x="295640" y="116732"/>
                      <a:pt x="286603" y="120623"/>
                      <a:pt x="277566" y="127108"/>
                    </a:cubicBezTo>
                    <a:cubicBezTo>
                      <a:pt x="267238" y="134890"/>
                      <a:pt x="258201" y="143970"/>
                      <a:pt x="247873" y="151752"/>
                    </a:cubicBezTo>
                    <a:cubicBezTo>
                      <a:pt x="246582" y="153049"/>
                      <a:pt x="245291" y="154346"/>
                      <a:pt x="246582" y="155643"/>
                    </a:cubicBezTo>
                    <a:cubicBezTo>
                      <a:pt x="247873" y="156940"/>
                      <a:pt x="247873" y="158237"/>
                      <a:pt x="249164" y="158237"/>
                    </a:cubicBezTo>
                    <a:cubicBezTo>
                      <a:pt x="253037" y="163425"/>
                      <a:pt x="254328" y="169910"/>
                      <a:pt x="253037" y="175098"/>
                    </a:cubicBezTo>
                    <a:cubicBezTo>
                      <a:pt x="253037" y="178989"/>
                      <a:pt x="253037" y="182880"/>
                      <a:pt x="251746" y="186771"/>
                    </a:cubicBezTo>
                    <a:cubicBezTo>
                      <a:pt x="251746" y="190662"/>
                      <a:pt x="251746" y="194553"/>
                      <a:pt x="253037" y="197147"/>
                    </a:cubicBezTo>
                    <a:cubicBezTo>
                      <a:pt x="259492" y="206227"/>
                      <a:pt x="264656" y="215306"/>
                      <a:pt x="273693" y="223088"/>
                    </a:cubicBezTo>
                    <a:cubicBezTo>
                      <a:pt x="278857" y="229573"/>
                      <a:pt x="285312" y="236058"/>
                      <a:pt x="293058" y="239949"/>
                    </a:cubicBezTo>
                    <a:cubicBezTo>
                      <a:pt x="294349" y="241246"/>
                      <a:pt x="295640" y="242543"/>
                      <a:pt x="295640" y="242543"/>
                    </a:cubicBezTo>
                    <a:cubicBezTo>
                      <a:pt x="298222" y="245137"/>
                      <a:pt x="298222" y="247731"/>
                      <a:pt x="296931" y="250325"/>
                    </a:cubicBezTo>
                    <a:cubicBezTo>
                      <a:pt x="296931" y="251622"/>
                      <a:pt x="294349" y="252919"/>
                      <a:pt x="293058" y="252919"/>
                    </a:cubicBezTo>
                    <a:cubicBezTo>
                      <a:pt x="287894" y="252919"/>
                      <a:pt x="284021" y="252919"/>
                      <a:pt x="280148" y="254216"/>
                    </a:cubicBezTo>
                    <a:cubicBezTo>
                      <a:pt x="277566" y="254216"/>
                      <a:pt x="274984" y="252919"/>
                      <a:pt x="273693" y="255513"/>
                    </a:cubicBezTo>
                    <a:cubicBezTo>
                      <a:pt x="273693" y="256810"/>
                      <a:pt x="274984" y="259404"/>
                      <a:pt x="274984" y="260702"/>
                    </a:cubicBezTo>
                    <a:cubicBezTo>
                      <a:pt x="274984" y="265890"/>
                      <a:pt x="272402" y="269781"/>
                      <a:pt x="265947" y="268484"/>
                    </a:cubicBezTo>
                    <a:cubicBezTo>
                      <a:pt x="265947" y="268484"/>
                      <a:pt x="264656" y="268484"/>
                      <a:pt x="263365" y="268484"/>
                    </a:cubicBezTo>
                    <a:cubicBezTo>
                      <a:pt x="263365" y="269781"/>
                      <a:pt x="262074" y="269781"/>
                      <a:pt x="262074" y="269781"/>
                    </a:cubicBezTo>
                    <a:cubicBezTo>
                      <a:pt x="263365" y="271078"/>
                      <a:pt x="264656" y="272375"/>
                      <a:pt x="264656" y="273672"/>
                    </a:cubicBezTo>
                    <a:cubicBezTo>
                      <a:pt x="267238" y="277563"/>
                      <a:pt x="267238" y="280157"/>
                      <a:pt x="265947" y="284048"/>
                    </a:cubicBezTo>
                    <a:cubicBezTo>
                      <a:pt x="263365" y="287939"/>
                      <a:pt x="259492" y="290533"/>
                      <a:pt x="255619" y="287939"/>
                    </a:cubicBezTo>
                    <a:cubicBezTo>
                      <a:pt x="251746" y="286642"/>
                      <a:pt x="247873" y="284048"/>
                      <a:pt x="244000" y="281454"/>
                    </a:cubicBezTo>
                    <a:cubicBezTo>
                      <a:pt x="242709" y="281454"/>
                      <a:pt x="241418" y="280157"/>
                      <a:pt x="240127" y="280157"/>
                    </a:cubicBezTo>
                    <a:cubicBezTo>
                      <a:pt x="240127" y="280157"/>
                      <a:pt x="238836" y="281454"/>
                      <a:pt x="238836" y="281454"/>
                    </a:cubicBezTo>
                    <a:cubicBezTo>
                      <a:pt x="238836" y="282751"/>
                      <a:pt x="238836" y="282751"/>
                      <a:pt x="238836" y="284048"/>
                    </a:cubicBezTo>
                    <a:cubicBezTo>
                      <a:pt x="238836" y="289236"/>
                      <a:pt x="238836" y="293127"/>
                      <a:pt x="238836" y="298315"/>
                    </a:cubicBezTo>
                    <a:cubicBezTo>
                      <a:pt x="238836" y="302206"/>
                      <a:pt x="236254" y="303503"/>
                      <a:pt x="232381" y="304800"/>
                    </a:cubicBezTo>
                    <a:cubicBezTo>
                      <a:pt x="231090" y="304800"/>
                      <a:pt x="228508" y="304800"/>
                      <a:pt x="227217" y="304800"/>
                    </a:cubicBezTo>
                    <a:cubicBezTo>
                      <a:pt x="225926" y="304800"/>
                      <a:pt x="224635" y="304800"/>
                      <a:pt x="223344" y="303503"/>
                    </a:cubicBezTo>
                    <a:cubicBezTo>
                      <a:pt x="219471" y="298315"/>
                      <a:pt x="214307" y="295721"/>
                      <a:pt x="211725" y="289236"/>
                    </a:cubicBezTo>
                    <a:cubicBezTo>
                      <a:pt x="206561" y="281454"/>
                      <a:pt x="202688" y="273672"/>
                      <a:pt x="202688" y="263296"/>
                    </a:cubicBezTo>
                    <a:cubicBezTo>
                      <a:pt x="202688" y="249028"/>
                      <a:pt x="203979" y="233464"/>
                      <a:pt x="209143" y="219197"/>
                    </a:cubicBezTo>
                    <a:cubicBezTo>
                      <a:pt x="209143" y="216603"/>
                      <a:pt x="210434" y="215306"/>
                      <a:pt x="210434" y="214009"/>
                    </a:cubicBezTo>
                    <a:cubicBezTo>
                      <a:pt x="211725" y="211415"/>
                      <a:pt x="210434" y="210118"/>
                      <a:pt x="209143" y="208821"/>
                    </a:cubicBezTo>
                    <a:cubicBezTo>
                      <a:pt x="203979" y="207524"/>
                      <a:pt x="201397" y="206227"/>
                      <a:pt x="198815" y="202336"/>
                    </a:cubicBezTo>
                    <a:cubicBezTo>
                      <a:pt x="197524" y="201039"/>
                      <a:pt x="196233" y="199742"/>
                      <a:pt x="193651" y="201039"/>
                    </a:cubicBezTo>
                    <a:cubicBezTo>
                      <a:pt x="182032" y="210118"/>
                      <a:pt x="171703" y="219197"/>
                      <a:pt x="162666" y="230870"/>
                    </a:cubicBezTo>
                    <a:cubicBezTo>
                      <a:pt x="158793" y="237355"/>
                      <a:pt x="153629" y="243840"/>
                      <a:pt x="148465" y="249028"/>
                    </a:cubicBezTo>
                    <a:cubicBezTo>
                      <a:pt x="140719" y="255513"/>
                      <a:pt x="134264" y="263296"/>
                      <a:pt x="127809" y="269781"/>
                    </a:cubicBezTo>
                    <a:cubicBezTo>
                      <a:pt x="127809" y="271078"/>
                      <a:pt x="126518" y="272375"/>
                      <a:pt x="126518" y="272375"/>
                    </a:cubicBezTo>
                    <a:cubicBezTo>
                      <a:pt x="117481" y="278860"/>
                      <a:pt x="109735" y="287939"/>
                      <a:pt x="100698" y="294424"/>
                    </a:cubicBezTo>
                    <a:cubicBezTo>
                      <a:pt x="99407" y="295721"/>
                      <a:pt x="98116" y="297018"/>
                      <a:pt x="96825" y="297018"/>
                    </a:cubicBezTo>
                    <a:cubicBezTo>
                      <a:pt x="90370" y="302206"/>
                      <a:pt x="81333" y="303503"/>
                      <a:pt x="72296" y="303503"/>
                    </a:cubicBezTo>
                    <a:cubicBezTo>
                      <a:pt x="65841" y="303503"/>
                      <a:pt x="60677" y="302206"/>
                      <a:pt x="54222" y="300909"/>
                    </a:cubicBezTo>
                    <a:cubicBezTo>
                      <a:pt x="50349" y="300909"/>
                      <a:pt x="47767" y="299612"/>
                      <a:pt x="45185" y="298315"/>
                    </a:cubicBezTo>
                    <a:cubicBezTo>
                      <a:pt x="33566" y="291830"/>
                      <a:pt x="23238" y="284048"/>
                      <a:pt x="14201" y="273672"/>
                    </a:cubicBezTo>
                    <a:cubicBezTo>
                      <a:pt x="11619" y="269781"/>
                      <a:pt x="9037" y="265890"/>
                      <a:pt x="6455" y="260702"/>
                    </a:cubicBezTo>
                    <a:cubicBezTo>
                      <a:pt x="3873" y="252919"/>
                      <a:pt x="2582" y="245137"/>
                      <a:pt x="0" y="238652"/>
                    </a:cubicBezTo>
                    <a:cubicBezTo>
                      <a:pt x="0" y="237355"/>
                      <a:pt x="0" y="236058"/>
                      <a:pt x="0" y="236058"/>
                    </a:cubicBezTo>
                    <a:cubicBezTo>
                      <a:pt x="0" y="224385"/>
                      <a:pt x="1291" y="212712"/>
                      <a:pt x="5164" y="202336"/>
                    </a:cubicBezTo>
                    <a:cubicBezTo>
                      <a:pt x="7746" y="197147"/>
                      <a:pt x="11619" y="191959"/>
                      <a:pt x="16783" y="188068"/>
                    </a:cubicBezTo>
                    <a:cubicBezTo>
                      <a:pt x="19365" y="185474"/>
                      <a:pt x="21947" y="182880"/>
                      <a:pt x="24529" y="180286"/>
                    </a:cubicBezTo>
                    <a:cubicBezTo>
                      <a:pt x="25820" y="178989"/>
                      <a:pt x="28402" y="177692"/>
                      <a:pt x="29693" y="176395"/>
                    </a:cubicBezTo>
                    <a:cubicBezTo>
                      <a:pt x="32275" y="175098"/>
                      <a:pt x="34857" y="175098"/>
                      <a:pt x="37439" y="172504"/>
                    </a:cubicBezTo>
                    <a:cubicBezTo>
                      <a:pt x="60677" y="153049"/>
                      <a:pt x="86497" y="134890"/>
                      <a:pt x="112317" y="118029"/>
                    </a:cubicBezTo>
                    <a:cubicBezTo>
                      <a:pt x="121354" y="111544"/>
                      <a:pt x="130391" y="105059"/>
                      <a:pt x="138137" y="95980"/>
                    </a:cubicBezTo>
                    <a:cubicBezTo>
                      <a:pt x="143301" y="90792"/>
                      <a:pt x="148465" y="86901"/>
                      <a:pt x="153629" y="81713"/>
                    </a:cubicBezTo>
                    <a:cubicBezTo>
                      <a:pt x="160084" y="75227"/>
                      <a:pt x="165248" y="70039"/>
                      <a:pt x="171703" y="63554"/>
                    </a:cubicBezTo>
                    <a:cubicBezTo>
                      <a:pt x="175576" y="59663"/>
                      <a:pt x="178158" y="55772"/>
                      <a:pt x="182032" y="51881"/>
                    </a:cubicBezTo>
                    <a:cubicBezTo>
                      <a:pt x="184614" y="49287"/>
                      <a:pt x="185905" y="46693"/>
                      <a:pt x="187196" y="44099"/>
                    </a:cubicBezTo>
                    <a:cubicBezTo>
                      <a:pt x="193651" y="35020"/>
                      <a:pt x="198815" y="25940"/>
                      <a:pt x="205270" y="16861"/>
                    </a:cubicBezTo>
                    <a:cubicBezTo>
                      <a:pt x="206561" y="14267"/>
                      <a:pt x="207852" y="11673"/>
                      <a:pt x="209143" y="9079"/>
                    </a:cubicBezTo>
                    <a:cubicBezTo>
                      <a:pt x="210434" y="6485"/>
                      <a:pt x="211725" y="3891"/>
                      <a:pt x="214307" y="2594"/>
                    </a:cubicBezTo>
                    <a:cubicBezTo>
                      <a:pt x="216889" y="0"/>
                      <a:pt x="219471" y="0"/>
                      <a:pt x="22334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682F5257-BB76-476F-F3D7-FF7AC361E2A6}"/>
              </a:ext>
            </a:extLst>
          </p:cNvPr>
          <p:cNvGrpSpPr/>
          <p:nvPr/>
        </p:nvGrpSpPr>
        <p:grpSpPr>
          <a:xfrm>
            <a:off x="6827014" y="1277983"/>
            <a:ext cx="3264037" cy="770775"/>
            <a:chOff x="5436364" y="1277983"/>
            <a:chExt cx="3264037" cy="770775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DE72B39-46CD-12B6-373C-FCBF40ABE32C}"/>
                </a:ext>
              </a:extLst>
            </p:cNvPr>
            <p:cNvSpPr/>
            <p:nvPr/>
          </p:nvSpPr>
          <p:spPr>
            <a:xfrm>
              <a:off x="6458427" y="1321738"/>
              <a:ext cx="224197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+mn-ea"/>
                </a:rPr>
                <a:t>执行流程</a:t>
              </a:r>
            </a:p>
          </p:txBody>
        </p: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195D0603-0466-DEBD-8796-88F06C5242B0}"/>
                </a:ext>
              </a:extLst>
            </p:cNvPr>
            <p:cNvGrpSpPr/>
            <p:nvPr/>
          </p:nvGrpSpPr>
          <p:grpSpPr>
            <a:xfrm>
              <a:off x="5436364" y="1277983"/>
              <a:ext cx="770775" cy="770775"/>
              <a:chOff x="5436364" y="1438395"/>
              <a:chExt cx="770775" cy="770775"/>
            </a:xfrm>
          </p:grpSpPr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394D0943-D009-BCB5-53F0-CFAE965B4BE6}"/>
                  </a:ext>
                </a:extLst>
              </p:cNvPr>
              <p:cNvSpPr/>
              <p:nvPr/>
            </p:nvSpPr>
            <p:spPr>
              <a:xfrm>
                <a:off x="5436364" y="1438395"/>
                <a:ext cx="770775" cy="770775"/>
              </a:xfrm>
              <a:prstGeom prst="ellipse">
                <a:avLst/>
              </a:prstGeom>
              <a:solidFill>
                <a:srgbClr val="B1B5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69" name="椭圆 24">
                <a:extLst>
                  <a:ext uri="{FF2B5EF4-FFF2-40B4-BE49-F238E27FC236}">
                    <a16:creationId xmlns:a16="http://schemas.microsoft.com/office/drawing/2014/main" id="{14F2ABDF-EB25-524A-493E-7566BC2AA910}"/>
                  </a:ext>
                </a:extLst>
              </p:cNvPr>
              <p:cNvSpPr/>
              <p:nvPr/>
            </p:nvSpPr>
            <p:spPr>
              <a:xfrm>
                <a:off x="5591593" y="1659081"/>
                <a:ext cx="460318" cy="329404"/>
              </a:xfrm>
              <a:custGeom>
                <a:avLst/>
                <a:gdLst>
                  <a:gd name="connsiteX0" fmla="*/ 71046 w 330544"/>
                  <a:gd name="connsiteY0" fmla="*/ 161925 h 236538"/>
                  <a:gd name="connsiteX1" fmla="*/ 289130 w 330544"/>
                  <a:gd name="connsiteY1" fmla="*/ 161925 h 236538"/>
                  <a:gd name="connsiteX2" fmla="*/ 295620 w 330544"/>
                  <a:gd name="connsiteY2" fmla="*/ 169644 h 236538"/>
                  <a:gd name="connsiteX3" fmla="*/ 289130 w 330544"/>
                  <a:gd name="connsiteY3" fmla="*/ 177362 h 236538"/>
                  <a:gd name="connsiteX4" fmla="*/ 282639 w 330544"/>
                  <a:gd name="connsiteY4" fmla="*/ 177362 h 236538"/>
                  <a:gd name="connsiteX5" fmla="*/ 282639 w 330544"/>
                  <a:gd name="connsiteY5" fmla="*/ 222387 h 236538"/>
                  <a:gd name="connsiteX6" fmla="*/ 289130 w 330544"/>
                  <a:gd name="connsiteY6" fmla="*/ 222387 h 236538"/>
                  <a:gd name="connsiteX7" fmla="*/ 295620 w 330544"/>
                  <a:gd name="connsiteY7" fmla="*/ 230106 h 236538"/>
                  <a:gd name="connsiteX8" fmla="*/ 289130 w 330544"/>
                  <a:gd name="connsiteY8" fmla="*/ 236538 h 236538"/>
                  <a:gd name="connsiteX9" fmla="*/ 71046 w 330544"/>
                  <a:gd name="connsiteY9" fmla="*/ 236538 h 236538"/>
                  <a:gd name="connsiteX10" fmla="*/ 46382 w 330544"/>
                  <a:gd name="connsiteY10" fmla="*/ 213382 h 236538"/>
                  <a:gd name="connsiteX11" fmla="*/ 46382 w 330544"/>
                  <a:gd name="connsiteY11" fmla="*/ 186367 h 236538"/>
                  <a:gd name="connsiteX12" fmla="*/ 71046 w 330544"/>
                  <a:gd name="connsiteY12" fmla="*/ 161925 h 236538"/>
                  <a:gd name="connsiteX13" fmla="*/ 94007 w 330544"/>
                  <a:gd name="connsiteY13" fmla="*/ 104775 h 236538"/>
                  <a:gd name="connsiteX14" fmla="*/ 94007 w 330544"/>
                  <a:gd name="connsiteY14" fmla="*/ 134938 h 236538"/>
                  <a:gd name="connsiteX15" fmla="*/ 304347 w 330544"/>
                  <a:gd name="connsiteY15" fmla="*/ 134938 h 236538"/>
                  <a:gd name="connsiteX16" fmla="*/ 314670 w 330544"/>
                  <a:gd name="connsiteY16" fmla="*/ 123135 h 236538"/>
                  <a:gd name="connsiteX17" fmla="*/ 314670 w 330544"/>
                  <a:gd name="connsiteY17" fmla="*/ 115267 h 236538"/>
                  <a:gd name="connsiteX18" fmla="*/ 304347 w 330544"/>
                  <a:gd name="connsiteY18" fmla="*/ 104775 h 236538"/>
                  <a:gd name="connsiteX19" fmla="*/ 94007 w 330544"/>
                  <a:gd name="connsiteY19" fmla="*/ 104775 h 236538"/>
                  <a:gd name="connsiteX20" fmla="*/ 74808 w 330544"/>
                  <a:gd name="connsiteY20" fmla="*/ 88900 h 236538"/>
                  <a:gd name="connsiteX21" fmla="*/ 304581 w 330544"/>
                  <a:gd name="connsiteY21" fmla="*/ 88900 h 236538"/>
                  <a:gd name="connsiteX22" fmla="*/ 330544 w 330544"/>
                  <a:gd name="connsiteY22" fmla="*/ 114570 h 236538"/>
                  <a:gd name="connsiteX23" fmla="*/ 330544 w 330544"/>
                  <a:gd name="connsiteY23" fmla="*/ 122271 h 236538"/>
                  <a:gd name="connsiteX24" fmla="*/ 304581 w 330544"/>
                  <a:gd name="connsiteY24" fmla="*/ 149225 h 236538"/>
                  <a:gd name="connsiteX25" fmla="*/ 74808 w 330544"/>
                  <a:gd name="connsiteY25" fmla="*/ 149225 h 236538"/>
                  <a:gd name="connsiteX26" fmla="*/ 67019 w 330544"/>
                  <a:gd name="connsiteY26" fmla="*/ 141524 h 236538"/>
                  <a:gd name="connsiteX27" fmla="*/ 74808 w 330544"/>
                  <a:gd name="connsiteY27" fmla="*/ 133823 h 236538"/>
                  <a:gd name="connsiteX28" fmla="*/ 77404 w 330544"/>
                  <a:gd name="connsiteY28" fmla="*/ 133823 h 236538"/>
                  <a:gd name="connsiteX29" fmla="*/ 77404 w 330544"/>
                  <a:gd name="connsiteY29" fmla="*/ 104302 h 236538"/>
                  <a:gd name="connsiteX30" fmla="*/ 74808 w 330544"/>
                  <a:gd name="connsiteY30" fmla="*/ 104302 h 236538"/>
                  <a:gd name="connsiteX31" fmla="*/ 67019 w 330544"/>
                  <a:gd name="connsiteY31" fmla="*/ 96601 h 236538"/>
                  <a:gd name="connsiteX32" fmla="*/ 74808 w 330544"/>
                  <a:gd name="connsiteY32" fmla="*/ 88900 h 236538"/>
                  <a:gd name="connsiteX33" fmla="*/ 25972 w 330544"/>
                  <a:gd name="connsiteY33" fmla="*/ 0 h 236538"/>
                  <a:gd name="connsiteX34" fmla="*/ 308482 w 330544"/>
                  <a:gd name="connsiteY34" fmla="*/ 0 h 236538"/>
                  <a:gd name="connsiteX35" fmla="*/ 316257 w 330544"/>
                  <a:gd name="connsiteY35" fmla="*/ 7758 h 236538"/>
                  <a:gd name="connsiteX36" fmla="*/ 308482 w 330544"/>
                  <a:gd name="connsiteY36" fmla="*/ 15517 h 236538"/>
                  <a:gd name="connsiteX37" fmla="*/ 252757 w 330544"/>
                  <a:gd name="connsiteY37" fmla="*/ 15517 h 236538"/>
                  <a:gd name="connsiteX38" fmla="*/ 252757 w 330544"/>
                  <a:gd name="connsiteY38" fmla="*/ 69825 h 236538"/>
                  <a:gd name="connsiteX39" fmla="*/ 244982 w 330544"/>
                  <a:gd name="connsiteY39" fmla="*/ 76290 h 236538"/>
                  <a:gd name="connsiteX40" fmla="*/ 89472 w 330544"/>
                  <a:gd name="connsiteY40" fmla="*/ 76290 h 236538"/>
                  <a:gd name="connsiteX41" fmla="*/ 81696 w 330544"/>
                  <a:gd name="connsiteY41" fmla="*/ 69825 h 236538"/>
                  <a:gd name="connsiteX42" fmla="*/ 81696 w 330544"/>
                  <a:gd name="connsiteY42" fmla="*/ 15517 h 236538"/>
                  <a:gd name="connsiteX43" fmla="*/ 33747 w 330544"/>
                  <a:gd name="connsiteY43" fmla="*/ 15517 h 236538"/>
                  <a:gd name="connsiteX44" fmla="*/ 33747 w 330544"/>
                  <a:gd name="connsiteY44" fmla="*/ 107323 h 236538"/>
                  <a:gd name="connsiteX45" fmla="*/ 51890 w 330544"/>
                  <a:gd name="connsiteY45" fmla="*/ 134477 h 236538"/>
                  <a:gd name="connsiteX46" fmla="*/ 50594 w 330544"/>
                  <a:gd name="connsiteY46" fmla="*/ 144822 h 236538"/>
                  <a:gd name="connsiteX47" fmla="*/ 40227 w 330544"/>
                  <a:gd name="connsiteY47" fmla="*/ 143529 h 236538"/>
                  <a:gd name="connsiteX48" fmla="*/ 33747 w 330544"/>
                  <a:gd name="connsiteY48" fmla="*/ 134477 h 236538"/>
                  <a:gd name="connsiteX49" fmla="*/ 33747 w 330544"/>
                  <a:gd name="connsiteY49" fmla="*/ 152580 h 236538"/>
                  <a:gd name="connsiteX50" fmla="*/ 25972 w 330544"/>
                  <a:gd name="connsiteY50" fmla="*/ 160338 h 236538"/>
                  <a:gd name="connsiteX51" fmla="*/ 18196 w 330544"/>
                  <a:gd name="connsiteY51" fmla="*/ 152580 h 236538"/>
                  <a:gd name="connsiteX52" fmla="*/ 18196 w 330544"/>
                  <a:gd name="connsiteY52" fmla="*/ 138356 h 236538"/>
                  <a:gd name="connsiteX53" fmla="*/ 14308 w 330544"/>
                  <a:gd name="connsiteY53" fmla="*/ 146115 h 236538"/>
                  <a:gd name="connsiteX54" fmla="*/ 7829 w 330544"/>
                  <a:gd name="connsiteY54" fmla="*/ 149994 h 236538"/>
                  <a:gd name="connsiteX55" fmla="*/ 3941 w 330544"/>
                  <a:gd name="connsiteY55" fmla="*/ 148701 h 236538"/>
                  <a:gd name="connsiteX56" fmla="*/ 1349 w 330544"/>
                  <a:gd name="connsiteY56" fmla="*/ 138356 h 236538"/>
                  <a:gd name="connsiteX57" fmla="*/ 18196 w 330544"/>
                  <a:gd name="connsiteY57" fmla="*/ 107323 h 236538"/>
                  <a:gd name="connsiteX58" fmla="*/ 18196 w 330544"/>
                  <a:gd name="connsiteY58" fmla="*/ 7758 h 236538"/>
                  <a:gd name="connsiteX59" fmla="*/ 25972 w 330544"/>
                  <a:gd name="connsiteY59" fmla="*/ 0 h 23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330544" h="236538">
                    <a:moveTo>
                      <a:pt x="71046" y="161925"/>
                    </a:moveTo>
                    <a:cubicBezTo>
                      <a:pt x="289130" y="161925"/>
                      <a:pt x="289130" y="161925"/>
                      <a:pt x="289130" y="161925"/>
                    </a:cubicBezTo>
                    <a:cubicBezTo>
                      <a:pt x="293024" y="161925"/>
                      <a:pt x="295620" y="165784"/>
                      <a:pt x="295620" y="169644"/>
                    </a:cubicBezTo>
                    <a:cubicBezTo>
                      <a:pt x="295620" y="173503"/>
                      <a:pt x="293024" y="177362"/>
                      <a:pt x="289130" y="177362"/>
                    </a:cubicBezTo>
                    <a:lnTo>
                      <a:pt x="282639" y="177362"/>
                    </a:lnTo>
                    <a:cubicBezTo>
                      <a:pt x="282639" y="222387"/>
                      <a:pt x="282639" y="222387"/>
                      <a:pt x="282639" y="222387"/>
                    </a:cubicBezTo>
                    <a:cubicBezTo>
                      <a:pt x="289130" y="222387"/>
                      <a:pt x="289130" y="222387"/>
                      <a:pt x="289130" y="222387"/>
                    </a:cubicBezTo>
                    <a:cubicBezTo>
                      <a:pt x="293024" y="222387"/>
                      <a:pt x="295620" y="224960"/>
                      <a:pt x="295620" y="230106"/>
                    </a:cubicBezTo>
                    <a:cubicBezTo>
                      <a:pt x="295620" y="233965"/>
                      <a:pt x="293024" y="236538"/>
                      <a:pt x="289130" y="236538"/>
                    </a:cubicBezTo>
                    <a:cubicBezTo>
                      <a:pt x="71046" y="236538"/>
                      <a:pt x="71046" y="236538"/>
                      <a:pt x="71046" y="236538"/>
                    </a:cubicBezTo>
                    <a:cubicBezTo>
                      <a:pt x="56767" y="236538"/>
                      <a:pt x="46382" y="226247"/>
                      <a:pt x="46382" y="213382"/>
                    </a:cubicBezTo>
                    <a:cubicBezTo>
                      <a:pt x="46382" y="186367"/>
                      <a:pt x="46382" y="186367"/>
                      <a:pt x="46382" y="186367"/>
                    </a:cubicBezTo>
                    <a:cubicBezTo>
                      <a:pt x="46382" y="172217"/>
                      <a:pt x="56767" y="161925"/>
                      <a:pt x="71046" y="161925"/>
                    </a:cubicBezTo>
                    <a:close/>
                    <a:moveTo>
                      <a:pt x="94007" y="104775"/>
                    </a:moveTo>
                    <a:cubicBezTo>
                      <a:pt x="94007" y="134938"/>
                      <a:pt x="94007" y="134938"/>
                      <a:pt x="94007" y="134938"/>
                    </a:cubicBezTo>
                    <a:cubicBezTo>
                      <a:pt x="304347" y="134938"/>
                      <a:pt x="304347" y="134938"/>
                      <a:pt x="304347" y="134938"/>
                    </a:cubicBezTo>
                    <a:cubicBezTo>
                      <a:pt x="310799" y="134938"/>
                      <a:pt x="314670" y="129692"/>
                      <a:pt x="314670" y="123135"/>
                    </a:cubicBezTo>
                    <a:lnTo>
                      <a:pt x="314670" y="115267"/>
                    </a:lnTo>
                    <a:cubicBezTo>
                      <a:pt x="314670" y="108709"/>
                      <a:pt x="310799" y="104775"/>
                      <a:pt x="304347" y="104775"/>
                    </a:cubicBezTo>
                    <a:cubicBezTo>
                      <a:pt x="94007" y="104775"/>
                      <a:pt x="94007" y="104775"/>
                      <a:pt x="94007" y="104775"/>
                    </a:cubicBezTo>
                    <a:close/>
                    <a:moveTo>
                      <a:pt x="74808" y="88900"/>
                    </a:moveTo>
                    <a:cubicBezTo>
                      <a:pt x="304581" y="88900"/>
                      <a:pt x="304581" y="88900"/>
                      <a:pt x="304581" y="88900"/>
                    </a:cubicBezTo>
                    <a:cubicBezTo>
                      <a:pt x="318861" y="88900"/>
                      <a:pt x="330544" y="100452"/>
                      <a:pt x="330544" y="114570"/>
                    </a:cubicBezTo>
                    <a:cubicBezTo>
                      <a:pt x="330544" y="122271"/>
                      <a:pt x="330544" y="122271"/>
                      <a:pt x="330544" y="122271"/>
                    </a:cubicBezTo>
                    <a:cubicBezTo>
                      <a:pt x="330544" y="137674"/>
                      <a:pt x="318861" y="149225"/>
                      <a:pt x="304581" y="149225"/>
                    </a:cubicBezTo>
                    <a:cubicBezTo>
                      <a:pt x="74808" y="149225"/>
                      <a:pt x="74808" y="149225"/>
                      <a:pt x="74808" y="149225"/>
                    </a:cubicBezTo>
                    <a:cubicBezTo>
                      <a:pt x="70914" y="149225"/>
                      <a:pt x="67019" y="145375"/>
                      <a:pt x="67019" y="141524"/>
                    </a:cubicBezTo>
                    <a:cubicBezTo>
                      <a:pt x="67019" y="136390"/>
                      <a:pt x="70914" y="133823"/>
                      <a:pt x="74808" y="133823"/>
                    </a:cubicBezTo>
                    <a:cubicBezTo>
                      <a:pt x="77404" y="133823"/>
                      <a:pt x="77404" y="133823"/>
                      <a:pt x="77404" y="133823"/>
                    </a:cubicBezTo>
                    <a:cubicBezTo>
                      <a:pt x="77404" y="104302"/>
                      <a:pt x="77404" y="104302"/>
                      <a:pt x="77404" y="104302"/>
                    </a:cubicBezTo>
                    <a:cubicBezTo>
                      <a:pt x="74808" y="104302"/>
                      <a:pt x="74808" y="104302"/>
                      <a:pt x="74808" y="104302"/>
                    </a:cubicBezTo>
                    <a:cubicBezTo>
                      <a:pt x="70914" y="104302"/>
                      <a:pt x="67019" y="100452"/>
                      <a:pt x="67019" y="96601"/>
                    </a:cubicBezTo>
                    <a:cubicBezTo>
                      <a:pt x="67019" y="92751"/>
                      <a:pt x="70914" y="88900"/>
                      <a:pt x="74808" y="88900"/>
                    </a:cubicBezTo>
                    <a:close/>
                    <a:moveTo>
                      <a:pt x="25972" y="0"/>
                    </a:moveTo>
                    <a:cubicBezTo>
                      <a:pt x="25972" y="0"/>
                      <a:pt x="25972" y="0"/>
                      <a:pt x="308482" y="0"/>
                    </a:cubicBezTo>
                    <a:cubicBezTo>
                      <a:pt x="312369" y="0"/>
                      <a:pt x="316257" y="3879"/>
                      <a:pt x="316257" y="7758"/>
                    </a:cubicBezTo>
                    <a:cubicBezTo>
                      <a:pt x="316257" y="11638"/>
                      <a:pt x="312369" y="15517"/>
                      <a:pt x="308482" y="15517"/>
                    </a:cubicBezTo>
                    <a:cubicBezTo>
                      <a:pt x="308482" y="15517"/>
                      <a:pt x="308482" y="15517"/>
                      <a:pt x="252757" y="15517"/>
                    </a:cubicBezTo>
                    <a:cubicBezTo>
                      <a:pt x="252757" y="15517"/>
                      <a:pt x="252757" y="15517"/>
                      <a:pt x="252757" y="69825"/>
                    </a:cubicBezTo>
                    <a:cubicBezTo>
                      <a:pt x="252757" y="73704"/>
                      <a:pt x="248869" y="76290"/>
                      <a:pt x="244982" y="76290"/>
                    </a:cubicBezTo>
                    <a:cubicBezTo>
                      <a:pt x="244982" y="76290"/>
                      <a:pt x="244982" y="76290"/>
                      <a:pt x="89472" y="76290"/>
                    </a:cubicBezTo>
                    <a:cubicBezTo>
                      <a:pt x="84288" y="76290"/>
                      <a:pt x="81696" y="73704"/>
                      <a:pt x="81696" y="69825"/>
                    </a:cubicBezTo>
                    <a:cubicBezTo>
                      <a:pt x="81696" y="69825"/>
                      <a:pt x="81696" y="69825"/>
                      <a:pt x="81696" y="15517"/>
                    </a:cubicBezTo>
                    <a:cubicBezTo>
                      <a:pt x="81696" y="15517"/>
                      <a:pt x="81696" y="15517"/>
                      <a:pt x="33747" y="15517"/>
                    </a:cubicBezTo>
                    <a:cubicBezTo>
                      <a:pt x="33747" y="15517"/>
                      <a:pt x="33747" y="15517"/>
                      <a:pt x="33747" y="107323"/>
                    </a:cubicBezTo>
                    <a:cubicBezTo>
                      <a:pt x="33747" y="107323"/>
                      <a:pt x="33747" y="107323"/>
                      <a:pt x="51890" y="134477"/>
                    </a:cubicBezTo>
                    <a:cubicBezTo>
                      <a:pt x="54482" y="138356"/>
                      <a:pt x="54482" y="142235"/>
                      <a:pt x="50594" y="144822"/>
                    </a:cubicBezTo>
                    <a:cubicBezTo>
                      <a:pt x="46706" y="147408"/>
                      <a:pt x="42818" y="146115"/>
                      <a:pt x="40227" y="143529"/>
                    </a:cubicBezTo>
                    <a:cubicBezTo>
                      <a:pt x="40227" y="143529"/>
                      <a:pt x="40227" y="143529"/>
                      <a:pt x="33747" y="134477"/>
                    </a:cubicBezTo>
                    <a:cubicBezTo>
                      <a:pt x="33747" y="134477"/>
                      <a:pt x="33747" y="134477"/>
                      <a:pt x="33747" y="152580"/>
                    </a:cubicBezTo>
                    <a:cubicBezTo>
                      <a:pt x="33747" y="157752"/>
                      <a:pt x="29859" y="160338"/>
                      <a:pt x="25972" y="160338"/>
                    </a:cubicBezTo>
                    <a:cubicBezTo>
                      <a:pt x="22084" y="160338"/>
                      <a:pt x="18196" y="157752"/>
                      <a:pt x="18196" y="152580"/>
                    </a:cubicBezTo>
                    <a:cubicBezTo>
                      <a:pt x="18196" y="152580"/>
                      <a:pt x="18196" y="152580"/>
                      <a:pt x="18196" y="138356"/>
                    </a:cubicBezTo>
                    <a:cubicBezTo>
                      <a:pt x="18196" y="138356"/>
                      <a:pt x="18196" y="138356"/>
                      <a:pt x="14308" y="146115"/>
                    </a:cubicBezTo>
                    <a:cubicBezTo>
                      <a:pt x="13012" y="147408"/>
                      <a:pt x="10421" y="149994"/>
                      <a:pt x="7829" y="149994"/>
                    </a:cubicBezTo>
                    <a:cubicBezTo>
                      <a:pt x="6533" y="149994"/>
                      <a:pt x="5237" y="148701"/>
                      <a:pt x="3941" y="148701"/>
                    </a:cubicBezTo>
                    <a:cubicBezTo>
                      <a:pt x="53" y="146115"/>
                      <a:pt x="-1243" y="142235"/>
                      <a:pt x="1349" y="138356"/>
                    </a:cubicBezTo>
                    <a:cubicBezTo>
                      <a:pt x="1349" y="138356"/>
                      <a:pt x="1349" y="138356"/>
                      <a:pt x="18196" y="107323"/>
                    </a:cubicBezTo>
                    <a:cubicBezTo>
                      <a:pt x="18196" y="107323"/>
                      <a:pt x="18196" y="107323"/>
                      <a:pt x="18196" y="7758"/>
                    </a:cubicBezTo>
                    <a:cubicBezTo>
                      <a:pt x="18196" y="3879"/>
                      <a:pt x="22084" y="0"/>
                      <a:pt x="2597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95EBB11C-C53E-6EA2-801F-4AEE7382AA94}"/>
              </a:ext>
            </a:extLst>
          </p:cNvPr>
          <p:cNvSpPr/>
          <p:nvPr/>
        </p:nvSpPr>
        <p:spPr>
          <a:xfrm>
            <a:off x="1256162" y="1875634"/>
            <a:ext cx="3722639" cy="5186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latin typeface="+mn-ea"/>
              </a:rPr>
              <a:t>if</a:t>
            </a:r>
            <a:r>
              <a:rPr lang="zh-CN" altLang="en-US" sz="2800" dirty="0">
                <a:latin typeface="+mn-ea"/>
              </a:rPr>
              <a:t>（表达式）</a:t>
            </a:r>
            <a:endParaRPr lang="en-US" altLang="zh-CN" sz="2800" dirty="0"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latin typeface="+mn-ea"/>
              </a:rPr>
              <a:t>{</a:t>
            </a:r>
            <a:endParaRPr lang="zh-CN" altLang="en-US" sz="2800" dirty="0"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latin typeface="+mn-ea"/>
              </a:rPr>
              <a:t>   </a:t>
            </a:r>
            <a:r>
              <a:rPr lang="zh-CN" altLang="en-US" sz="2800" dirty="0">
                <a:latin typeface="+mn-ea"/>
              </a:rPr>
              <a:t>分支语句块</a:t>
            </a:r>
            <a:r>
              <a:rPr lang="en-US" altLang="zh-CN" sz="2800" dirty="0">
                <a:latin typeface="+mn-ea"/>
              </a:rPr>
              <a:t>1</a:t>
            </a:r>
            <a:r>
              <a:rPr lang="zh-CN" altLang="en-US" sz="2800" dirty="0">
                <a:latin typeface="+mn-ea"/>
              </a:rPr>
              <a:t>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latin typeface="+mn-ea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latin typeface="+mn-ea"/>
              </a:rPr>
              <a:t>else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latin typeface="+mn-ea"/>
              </a:rPr>
              <a:t>{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+mn-ea"/>
              </a:rPr>
              <a:t>   分支语句块</a:t>
            </a:r>
            <a:r>
              <a:rPr lang="en-US" altLang="zh-CN" sz="2800" dirty="0">
                <a:latin typeface="+mn-ea"/>
              </a:rPr>
              <a:t>2</a:t>
            </a:r>
            <a:r>
              <a:rPr lang="zh-CN" altLang="en-US" sz="2800" dirty="0">
                <a:latin typeface="+mn-ea"/>
              </a:rPr>
              <a:t>；</a:t>
            </a:r>
            <a:endParaRPr lang="en-US" altLang="zh-CN" sz="2800" dirty="0"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latin typeface="+mn-ea"/>
              </a:rPr>
              <a:t>}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AE3D002-4631-B2FB-5452-FC2BA6D09349}"/>
              </a:ext>
            </a:extLst>
          </p:cNvPr>
          <p:cNvGrpSpPr/>
          <p:nvPr/>
        </p:nvGrpSpPr>
        <p:grpSpPr>
          <a:xfrm>
            <a:off x="6191250" y="2362884"/>
            <a:ext cx="4889179" cy="3108450"/>
            <a:chOff x="1043608" y="1652964"/>
            <a:chExt cx="4098186" cy="2928164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37EBC211-D903-79A7-78B6-DB543563AA46}"/>
                </a:ext>
              </a:extLst>
            </p:cNvPr>
            <p:cNvGrpSpPr/>
            <p:nvPr/>
          </p:nvGrpSpPr>
          <p:grpSpPr>
            <a:xfrm>
              <a:off x="1043608" y="1652964"/>
              <a:ext cx="4098186" cy="2928164"/>
              <a:chOff x="1259632" y="1685274"/>
              <a:chExt cx="4098186" cy="2928164"/>
            </a:xfrm>
          </p:grpSpPr>
          <p:cxnSp>
            <p:nvCxnSpPr>
              <p:cNvPr id="75" name="直接箭头连接符 74">
                <a:extLst>
                  <a:ext uri="{FF2B5EF4-FFF2-40B4-BE49-F238E27FC236}">
                    <a16:creationId xmlns:a16="http://schemas.microsoft.com/office/drawing/2014/main" id="{4821DDF3-0EC2-BC0A-B3F6-2E46C9963486}"/>
                  </a:ext>
                </a:extLst>
              </p:cNvPr>
              <p:cNvCxnSpPr/>
              <p:nvPr/>
            </p:nvCxnSpPr>
            <p:spPr>
              <a:xfrm rot="5400000">
                <a:off x="2045450" y="1898794"/>
                <a:ext cx="428628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流程图: 决策 75">
                <a:extLst>
                  <a:ext uri="{FF2B5EF4-FFF2-40B4-BE49-F238E27FC236}">
                    <a16:creationId xmlns:a16="http://schemas.microsoft.com/office/drawing/2014/main" id="{8D91CE5A-8570-1660-72E6-B8C88DDB4A0A}"/>
                  </a:ext>
                </a:extLst>
              </p:cNvPr>
              <p:cNvSpPr/>
              <p:nvPr/>
            </p:nvSpPr>
            <p:spPr>
              <a:xfrm>
                <a:off x="1259632" y="2113108"/>
                <a:ext cx="2071702" cy="642942"/>
              </a:xfrm>
              <a:prstGeom prst="flowChartDecisio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+mn-ea"/>
                  </a:rPr>
                  <a:t>表达式</a:t>
                </a:r>
              </a:p>
            </p:txBody>
          </p: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1C74471A-C306-1659-6044-9C400E4CB897}"/>
                  </a:ext>
                </a:extLst>
              </p:cNvPr>
              <p:cNvCxnSpPr/>
              <p:nvPr/>
            </p:nvCxnSpPr>
            <p:spPr>
              <a:xfrm rot="5400000">
                <a:off x="2060758" y="2983969"/>
                <a:ext cx="428628" cy="181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流程图: 过程 77">
                <a:extLst>
                  <a:ext uri="{FF2B5EF4-FFF2-40B4-BE49-F238E27FC236}">
                    <a16:creationId xmlns:a16="http://schemas.microsoft.com/office/drawing/2014/main" id="{0BECE789-730B-B29B-E06D-2D4CD408DEE1}"/>
                  </a:ext>
                </a:extLst>
              </p:cNvPr>
              <p:cNvSpPr/>
              <p:nvPr/>
            </p:nvSpPr>
            <p:spPr>
              <a:xfrm>
                <a:off x="1402508" y="3256116"/>
                <a:ext cx="1785950" cy="571504"/>
              </a:xfrm>
              <a:prstGeom prst="flowChartProcess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+mn-ea"/>
                  </a:rPr>
                  <a:t>语句块</a:t>
                </a:r>
                <a:r>
                  <a:rPr lang="en-US" altLang="zh-CN" dirty="0">
                    <a:solidFill>
                      <a:schemeClr val="tx1"/>
                    </a:solidFill>
                    <a:latin typeface="+mn-ea"/>
                  </a:rPr>
                  <a:t>1</a:t>
                </a:r>
                <a:endParaRPr lang="zh-CN" altLang="en-US" dirty="0">
                  <a:latin typeface="+mn-ea"/>
                </a:endParaRPr>
              </a:p>
            </p:txBody>
          </p: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405844A5-8CFF-9F1D-9365-70C6D985FB1B}"/>
                  </a:ext>
                </a:extLst>
              </p:cNvPr>
              <p:cNvCxnSpPr/>
              <p:nvPr/>
            </p:nvCxnSpPr>
            <p:spPr>
              <a:xfrm rot="5400000">
                <a:off x="1867649" y="4219735"/>
                <a:ext cx="785818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肘形连接符 48">
                <a:extLst>
                  <a:ext uri="{FF2B5EF4-FFF2-40B4-BE49-F238E27FC236}">
                    <a16:creationId xmlns:a16="http://schemas.microsoft.com/office/drawing/2014/main" id="{3D4E75D4-AAC5-74F3-06BA-0CC45A57B8AD}"/>
                  </a:ext>
                </a:extLst>
              </p:cNvPr>
              <p:cNvCxnSpPr>
                <a:stCxn id="76" idx="3"/>
              </p:cNvCxnSpPr>
              <p:nvPr/>
            </p:nvCxnSpPr>
            <p:spPr>
              <a:xfrm>
                <a:off x="3331334" y="2434579"/>
                <a:ext cx="1214446" cy="821537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流程图: 过程 80">
                <a:extLst>
                  <a:ext uri="{FF2B5EF4-FFF2-40B4-BE49-F238E27FC236}">
                    <a16:creationId xmlns:a16="http://schemas.microsoft.com/office/drawing/2014/main" id="{AD0A3588-36E7-CD32-5908-B5382390D9AB}"/>
                  </a:ext>
                </a:extLst>
              </p:cNvPr>
              <p:cNvSpPr/>
              <p:nvPr/>
            </p:nvSpPr>
            <p:spPr>
              <a:xfrm>
                <a:off x="3643306" y="3256116"/>
                <a:ext cx="1714512" cy="642942"/>
              </a:xfrm>
              <a:prstGeom prst="flowChartProcess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+mn-ea"/>
                  </a:rPr>
                  <a:t>语句块</a:t>
                </a:r>
                <a:r>
                  <a:rPr lang="en-US" altLang="zh-CN" dirty="0">
                    <a:solidFill>
                      <a:schemeClr val="tx1"/>
                    </a:solidFill>
                    <a:latin typeface="+mn-ea"/>
                  </a:rPr>
                  <a:t>2</a:t>
                </a:r>
                <a:endParaRPr lang="zh-CN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cxnSp>
            <p:nvCxnSpPr>
              <p:cNvPr id="82" name="形状 21">
                <a:extLst>
                  <a:ext uri="{FF2B5EF4-FFF2-40B4-BE49-F238E27FC236}">
                    <a16:creationId xmlns:a16="http://schemas.microsoft.com/office/drawing/2014/main" id="{0B519B04-4530-84D4-B788-4023CA684F7B}"/>
                  </a:ext>
                </a:extLst>
              </p:cNvPr>
              <p:cNvCxnSpPr/>
              <p:nvPr/>
            </p:nvCxnSpPr>
            <p:spPr>
              <a:xfrm rot="5400000">
                <a:off x="3259896" y="2970364"/>
                <a:ext cx="357190" cy="2214578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15">
              <a:extLst>
                <a:ext uri="{FF2B5EF4-FFF2-40B4-BE49-F238E27FC236}">
                  <a16:creationId xmlns:a16="http://schemas.microsoft.com/office/drawing/2014/main" id="{732591BD-65F4-EDAC-0DCD-A9329B013E84}"/>
                </a:ext>
              </a:extLst>
            </p:cNvPr>
            <p:cNvSpPr txBox="1"/>
            <p:nvPr/>
          </p:nvSpPr>
          <p:spPr bwMode="auto">
            <a:xfrm>
              <a:off x="1671758" y="2756050"/>
              <a:ext cx="432048" cy="2609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200" kern="0" dirty="0">
                  <a:latin typeface="+mn-ea"/>
                </a:rPr>
                <a:t>真</a:t>
              </a:r>
            </a:p>
          </p:txBody>
        </p:sp>
        <p:sp>
          <p:nvSpPr>
            <p:cNvPr id="74" name="TextBox 27">
              <a:extLst>
                <a:ext uri="{FF2B5EF4-FFF2-40B4-BE49-F238E27FC236}">
                  <a16:creationId xmlns:a16="http://schemas.microsoft.com/office/drawing/2014/main" id="{C188892F-AC5C-7F82-142A-BF18371FB7D5}"/>
                </a:ext>
              </a:extLst>
            </p:cNvPr>
            <p:cNvSpPr txBox="1"/>
            <p:nvPr/>
          </p:nvSpPr>
          <p:spPr bwMode="auto">
            <a:xfrm>
              <a:off x="3443697" y="2089672"/>
              <a:ext cx="432048" cy="2609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200" kern="0" dirty="0">
                  <a:latin typeface="+mn-ea"/>
                </a:rPr>
                <a:t>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29567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9EA10751-AD88-87E0-4787-CFF6D9AABADF}"/>
              </a:ext>
            </a:extLst>
          </p:cNvPr>
          <p:cNvGrpSpPr/>
          <p:nvPr/>
        </p:nvGrpSpPr>
        <p:grpSpPr>
          <a:xfrm>
            <a:off x="455269" y="369186"/>
            <a:ext cx="5833493" cy="584775"/>
            <a:chOff x="455269" y="369186"/>
            <a:chExt cx="5833493" cy="584775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6C57F6A-4963-61A6-2B16-0E1DD7FC8928}"/>
                </a:ext>
              </a:extLst>
            </p:cNvPr>
            <p:cNvSpPr txBox="1"/>
            <p:nvPr/>
          </p:nvSpPr>
          <p:spPr>
            <a:xfrm>
              <a:off x="455269" y="430741"/>
              <a:ext cx="697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01-2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8878827-2B13-AE95-00AB-64E16D053654}"/>
                </a:ext>
              </a:extLst>
            </p:cNvPr>
            <p:cNvSpPr txBox="1"/>
            <p:nvPr/>
          </p:nvSpPr>
          <p:spPr>
            <a:xfrm>
              <a:off x="1301499" y="369186"/>
              <a:ext cx="49872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双分支</a:t>
              </a: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结构应用程序举例</a:t>
              </a:r>
            </a:p>
          </p:txBody>
        </p:sp>
      </p:grp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9619E1E3-4051-7449-B788-0A28777D6E86}"/>
              </a:ext>
            </a:extLst>
          </p:cNvPr>
          <p:cNvSpPr>
            <a:spLocks noGrp="1"/>
          </p:cNvSpPr>
          <p:nvPr/>
        </p:nvSpPr>
        <p:spPr bwMode="auto">
          <a:xfrm>
            <a:off x="336915" y="1880828"/>
            <a:ext cx="5397136" cy="5001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+mn-ea"/>
              </a:rPr>
              <a:t>#include &lt;</a:t>
            </a:r>
            <a:r>
              <a:rPr lang="en-US" dirty="0" err="1">
                <a:latin typeface="+mn-ea"/>
              </a:rPr>
              <a:t>stdio.h</a:t>
            </a:r>
            <a:r>
              <a:rPr lang="en-US" dirty="0">
                <a:latin typeface="+mn-ea"/>
              </a:rPr>
              <a:t>&gt;</a:t>
            </a:r>
            <a:endParaRPr lang="zh-CN" altLang="en-US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/>
              <a:t>int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dirty="0">
                <a:latin typeface="+mn-ea"/>
              </a:rPr>
              <a:t>   </a:t>
            </a:r>
            <a:r>
              <a:rPr lang="en-US" dirty="0" err="1">
                <a:latin typeface="+mn-ea"/>
              </a:rPr>
              <a:t>int</a:t>
            </a:r>
            <a:r>
              <a:rPr lang="en-US" dirty="0">
                <a:latin typeface="+mn-ea"/>
              </a:rPr>
              <a:t> </a:t>
            </a:r>
            <a:r>
              <a:rPr lang="en-US" dirty="0" err="1">
                <a:latin typeface="+mn-ea"/>
              </a:rPr>
              <a:t>a,b,max</a:t>
            </a:r>
            <a:r>
              <a:rPr lang="en-US" dirty="0">
                <a:latin typeface="+mn-ea"/>
              </a:rPr>
              <a:t>;</a:t>
            </a:r>
            <a:endParaRPr lang="zh-CN" altLang="en-US" dirty="0">
              <a:latin typeface="+mn-ea"/>
            </a:endParaRPr>
          </a:p>
          <a:p>
            <a:pPr marL="0" indent="0">
              <a:buNone/>
            </a:pPr>
            <a:r>
              <a:rPr lang="en-US" dirty="0">
                <a:latin typeface="+mn-ea"/>
              </a:rPr>
              <a:t>   </a:t>
            </a:r>
            <a:r>
              <a:rPr lang="en-US" dirty="0" err="1">
                <a:latin typeface="+mn-ea"/>
              </a:rPr>
              <a:t>printf</a:t>
            </a:r>
            <a:r>
              <a:rPr lang="en-US" dirty="0">
                <a:latin typeface="+mn-ea"/>
              </a:rPr>
              <a:t>(</a:t>
            </a:r>
            <a:r>
              <a:rPr lang="en-US" altLang="zh-CN" dirty="0">
                <a:latin typeface="+mn-ea"/>
              </a:rPr>
              <a:t>"</a:t>
            </a:r>
            <a:r>
              <a:rPr lang="zh-CN" altLang="en-US" dirty="0">
                <a:latin typeface="+mn-ea"/>
              </a:rPr>
              <a:t>请输入两个数</a:t>
            </a:r>
            <a:r>
              <a:rPr lang="en-US" dirty="0">
                <a:latin typeface="+mn-ea"/>
              </a:rPr>
              <a:t>: </a:t>
            </a:r>
            <a:r>
              <a:rPr lang="en-US" altLang="zh-CN" dirty="0">
                <a:latin typeface="+mn-ea"/>
              </a:rPr>
              <a:t>"</a:t>
            </a:r>
            <a:r>
              <a:rPr lang="en-US" dirty="0">
                <a:latin typeface="+mn-ea"/>
              </a:rPr>
              <a:t>);</a:t>
            </a:r>
            <a:endParaRPr lang="zh-CN" altLang="en-US" dirty="0">
              <a:latin typeface="+mn-ea"/>
            </a:endParaRPr>
          </a:p>
          <a:p>
            <a:pPr marL="0" indent="0">
              <a:buNone/>
            </a:pPr>
            <a:r>
              <a:rPr lang="en-US" dirty="0">
                <a:latin typeface="+mn-ea"/>
              </a:rPr>
              <a:t>   </a:t>
            </a:r>
            <a:r>
              <a:rPr lang="en-US" dirty="0" err="1">
                <a:latin typeface="+mn-ea"/>
              </a:rPr>
              <a:t>scanf</a:t>
            </a:r>
            <a:r>
              <a:rPr lang="en-US" dirty="0">
                <a:latin typeface="+mn-ea"/>
              </a:rPr>
              <a:t>(</a:t>
            </a:r>
            <a:r>
              <a:rPr lang="en-US" altLang="zh-CN" dirty="0">
                <a:latin typeface="+mn-ea"/>
              </a:rPr>
              <a:t>"</a:t>
            </a:r>
            <a:r>
              <a:rPr lang="en-US" dirty="0">
                <a:latin typeface="+mn-ea"/>
              </a:rPr>
              <a:t>%</a:t>
            </a:r>
            <a:r>
              <a:rPr lang="en-US" dirty="0" err="1">
                <a:latin typeface="+mn-ea"/>
              </a:rPr>
              <a:t>d%d</a:t>
            </a:r>
            <a:r>
              <a:rPr lang="en-US" altLang="zh-CN" dirty="0">
                <a:latin typeface="+mn-ea"/>
              </a:rPr>
              <a:t>"</a:t>
            </a:r>
            <a:r>
              <a:rPr lang="en-US" dirty="0">
                <a:latin typeface="+mn-ea"/>
              </a:rPr>
              <a:t>,&amp;</a:t>
            </a:r>
            <a:r>
              <a:rPr lang="en-US" dirty="0" err="1">
                <a:latin typeface="+mn-ea"/>
              </a:rPr>
              <a:t>a,&amp;b</a:t>
            </a:r>
            <a:r>
              <a:rPr lang="en-US" dirty="0">
                <a:latin typeface="+mn-ea"/>
              </a:rPr>
              <a:t>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</a:t>
            </a:r>
            <a:endParaRPr lang="zh-CN" altLang="en-US" dirty="0">
              <a:latin typeface="+mn-ea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114A5EB9-DA82-317C-FD03-4C7E26964C12}"/>
              </a:ext>
            </a:extLst>
          </p:cNvPr>
          <p:cNvSpPr txBox="1"/>
          <p:nvPr/>
        </p:nvSpPr>
        <p:spPr>
          <a:xfrm>
            <a:off x="6271974" y="2301775"/>
            <a:ext cx="54269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</a:rPr>
              <a:t>if</a:t>
            </a:r>
            <a:r>
              <a:rPr lang="zh-CN" altLang="en-US" sz="2800" b="1" dirty="0">
                <a:latin typeface="+mn-ea"/>
              </a:rPr>
              <a:t> </a:t>
            </a:r>
            <a:r>
              <a:rPr lang="en-US" altLang="zh-CN" sz="2800" b="1" dirty="0">
                <a:latin typeface="+mn-ea"/>
              </a:rPr>
              <a:t>(a&gt;b)</a:t>
            </a:r>
            <a:endParaRPr lang="zh-CN" altLang="en-US" sz="2800" b="1" dirty="0">
              <a:latin typeface="+mn-ea"/>
            </a:endParaRPr>
          </a:p>
          <a:p>
            <a:r>
              <a:rPr lang="en-US" altLang="zh-CN" sz="2800" b="1" dirty="0">
                <a:latin typeface="+mn-ea"/>
              </a:rPr>
              <a:t>       max=a;</a:t>
            </a:r>
          </a:p>
          <a:p>
            <a:r>
              <a:rPr lang="en-US" altLang="zh-CN" sz="2800" b="1" dirty="0">
                <a:latin typeface="+mn-ea"/>
              </a:rPr>
              <a:t>else</a:t>
            </a:r>
          </a:p>
          <a:p>
            <a:r>
              <a:rPr lang="en-US" altLang="zh-CN" sz="2800" b="1" dirty="0">
                <a:latin typeface="+mn-ea"/>
              </a:rPr>
              <a:t>       max=b;</a:t>
            </a:r>
            <a:endParaRPr lang="zh-CN" altLang="en-US" sz="2800" b="1" dirty="0">
              <a:latin typeface="+mn-ea"/>
            </a:endParaRPr>
          </a:p>
          <a:p>
            <a:r>
              <a:rPr lang="en-US" altLang="zh-CN" sz="2800" b="1" dirty="0" err="1">
                <a:latin typeface="+mn-ea"/>
              </a:rPr>
              <a:t>printf</a:t>
            </a:r>
            <a:r>
              <a:rPr lang="en-US" altLang="zh-CN" sz="2800" b="1" dirty="0">
                <a:latin typeface="+mn-ea"/>
              </a:rPr>
              <a:t>("%d\</a:t>
            </a:r>
            <a:r>
              <a:rPr lang="en-US" altLang="zh-CN" sz="2800" b="1" dirty="0" err="1">
                <a:latin typeface="+mn-ea"/>
              </a:rPr>
              <a:t>n",max</a:t>
            </a:r>
            <a:r>
              <a:rPr lang="en-US" altLang="zh-CN" sz="2800" b="1" dirty="0">
                <a:latin typeface="+mn-ea"/>
              </a:rPr>
              <a:t>);</a:t>
            </a:r>
            <a:endParaRPr lang="zh-CN" altLang="en-US" sz="2800" b="1" dirty="0">
              <a:latin typeface="+mn-ea"/>
            </a:endParaRPr>
          </a:p>
          <a:p>
            <a:r>
              <a:rPr lang="en-US" altLang="zh-CN" sz="2800" b="1" dirty="0">
                <a:latin typeface="+mn-ea"/>
              </a:rPr>
              <a:t>return 0;</a:t>
            </a:r>
            <a:endParaRPr lang="zh-CN" altLang="en-US" sz="2800" b="1" dirty="0">
              <a:latin typeface="+mn-ea"/>
            </a:endParaRPr>
          </a:p>
          <a:p>
            <a:r>
              <a:rPr lang="en-US" altLang="zh-CN" sz="2800" b="1" dirty="0">
                <a:latin typeface="+mn-ea"/>
              </a:rPr>
              <a:t>}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760F1F9A-9F2E-63E1-A127-DA99B07DE55D}"/>
              </a:ext>
            </a:extLst>
          </p:cNvPr>
          <p:cNvSpPr txBox="1"/>
          <p:nvPr/>
        </p:nvSpPr>
        <p:spPr>
          <a:xfrm>
            <a:off x="336915" y="1063525"/>
            <a:ext cx="90737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32664"/>
                </a:solidFill>
                <a:latin typeface="华文楷体" pitchFamily="2" charset="-122"/>
                <a:ea typeface="华文楷体" pitchFamily="2" charset="-122"/>
              </a:rPr>
              <a:t>3.2</a:t>
            </a:r>
            <a:r>
              <a:rPr lang="zh-CN" altLang="en-US" sz="2800" b="1" dirty="0">
                <a:solidFill>
                  <a:srgbClr val="432664"/>
                </a:solidFill>
                <a:latin typeface="华文楷体" pitchFamily="2" charset="-122"/>
                <a:ea typeface="华文楷体" pitchFamily="2" charset="-122"/>
              </a:rPr>
              <a:t>编程求两个数中大数并输出（双分支实现）。</a:t>
            </a:r>
            <a:endParaRPr lang="en-US" altLang="zh-CN" sz="2800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20" name="动作按钮: 自定义 8">
            <a:hlinkClick r:id="rId3" action="ppaction://program" highlightClick="1"/>
            <a:extLst>
              <a:ext uri="{FF2B5EF4-FFF2-40B4-BE49-F238E27FC236}">
                <a16:creationId xmlns:a16="http://schemas.microsoft.com/office/drawing/2014/main" id="{15DDBF28-D0B3-0FE4-DAE6-BE8717FE8ECB}"/>
              </a:ext>
            </a:extLst>
          </p:cNvPr>
          <p:cNvSpPr/>
          <p:nvPr/>
        </p:nvSpPr>
        <p:spPr>
          <a:xfrm>
            <a:off x="7848600" y="1609725"/>
            <a:ext cx="2063824" cy="561975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3_2</a:t>
            </a:r>
            <a:r>
              <a:rPr lang="zh-CN" altLang="en-US" dirty="0"/>
              <a:t>源代码</a:t>
            </a:r>
          </a:p>
        </p:txBody>
      </p:sp>
    </p:spTree>
    <p:extLst>
      <p:ext uri="{BB962C8B-B14F-4D97-AF65-F5344CB8AC3E}">
        <p14:creationId xmlns:p14="http://schemas.microsoft.com/office/powerpoint/2010/main" val="41169039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99CDE00-609E-A414-78FA-935D04A21BC4}"/>
              </a:ext>
            </a:extLst>
          </p:cNvPr>
          <p:cNvGrpSpPr/>
          <p:nvPr/>
        </p:nvGrpSpPr>
        <p:grpSpPr>
          <a:xfrm>
            <a:off x="360693" y="369186"/>
            <a:ext cx="2664355" cy="523220"/>
            <a:chOff x="360693" y="369186"/>
            <a:chExt cx="2664355" cy="52322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0EC4158-5FA7-6F63-8BBB-CAFF18788EEC}"/>
                </a:ext>
              </a:extLst>
            </p:cNvPr>
            <p:cNvSpPr txBox="1"/>
            <p:nvPr/>
          </p:nvSpPr>
          <p:spPr>
            <a:xfrm>
              <a:off x="360693" y="430741"/>
              <a:ext cx="8867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+mn-ea"/>
                </a:rPr>
                <a:t>01-2</a:t>
              </a:r>
              <a:endParaRPr lang="zh-CN" altLang="en-US" sz="24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6D9B50C-BDEB-75C7-B50D-A9A98F71344E}"/>
                </a:ext>
              </a:extLst>
            </p:cNvPr>
            <p:cNvSpPr txBox="1"/>
            <p:nvPr/>
          </p:nvSpPr>
          <p:spPr>
            <a:xfrm>
              <a:off x="1301499" y="369186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条件运算符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6682C45-AF41-8146-9CDB-3E0477A1D6CE}"/>
              </a:ext>
            </a:extLst>
          </p:cNvPr>
          <p:cNvGrpSpPr/>
          <p:nvPr/>
        </p:nvGrpSpPr>
        <p:grpSpPr>
          <a:xfrm>
            <a:off x="526899" y="1203219"/>
            <a:ext cx="6022219" cy="1023618"/>
            <a:chOff x="5295069" y="1493010"/>
            <a:chExt cx="6022219" cy="1023618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43CD2BB-89DD-46E9-882E-3675D8403390}"/>
                </a:ext>
              </a:extLst>
            </p:cNvPr>
            <p:cNvGrpSpPr/>
            <p:nvPr/>
          </p:nvGrpSpPr>
          <p:grpSpPr>
            <a:xfrm>
              <a:off x="6317132" y="1493010"/>
              <a:ext cx="5000156" cy="1023618"/>
              <a:chOff x="6723970" y="2930779"/>
              <a:chExt cx="5000156" cy="102361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099F9CAB-10F4-7636-73FE-F9E2D98154FD}"/>
                  </a:ext>
                </a:extLst>
              </p:cNvPr>
              <p:cNvSpPr/>
              <p:nvPr/>
            </p:nvSpPr>
            <p:spPr>
              <a:xfrm>
                <a:off x="6723970" y="3418866"/>
                <a:ext cx="5000156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表达式</a:t>
                </a: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1</a:t>
                </a: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？表达式</a:t>
                </a: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2</a:t>
                </a: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：表达式</a:t>
                </a: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3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0FFAE966-60AB-27B0-21C3-BBB1375C5653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2241974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格式</a:t>
                </a:r>
              </a:p>
            </p:txBody>
          </p:sp>
        </p:grp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EF5280AC-EF80-C0E4-E034-342861FC7682}"/>
                </a:ext>
              </a:extLst>
            </p:cNvPr>
            <p:cNvSpPr/>
            <p:nvPr/>
          </p:nvSpPr>
          <p:spPr>
            <a:xfrm>
              <a:off x="5295069" y="1612730"/>
              <a:ext cx="770775" cy="770775"/>
            </a:xfrm>
            <a:prstGeom prst="ellipse">
              <a:avLst/>
            </a:prstGeom>
            <a:solidFill>
              <a:srgbClr val="C8AC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35" name="椭圆 25">
              <a:extLst>
                <a:ext uri="{FF2B5EF4-FFF2-40B4-BE49-F238E27FC236}">
                  <a16:creationId xmlns:a16="http://schemas.microsoft.com/office/drawing/2014/main" id="{2576AB6B-23B1-82CE-0552-9C26241914D3}"/>
                </a:ext>
              </a:extLst>
            </p:cNvPr>
            <p:cNvSpPr/>
            <p:nvPr/>
          </p:nvSpPr>
          <p:spPr>
            <a:xfrm>
              <a:off x="5450298" y="1775093"/>
              <a:ext cx="460318" cy="446049"/>
            </a:xfrm>
            <a:custGeom>
              <a:avLst/>
              <a:gdLst>
                <a:gd name="connsiteX0" fmla="*/ 58918 w 323554"/>
                <a:gd name="connsiteY0" fmla="*/ 189699 h 313525"/>
                <a:gd name="connsiteX1" fmla="*/ 101421 w 323554"/>
                <a:gd name="connsiteY1" fmla="*/ 189699 h 313525"/>
                <a:gd name="connsiteX2" fmla="*/ 103997 w 323554"/>
                <a:gd name="connsiteY2" fmla="*/ 189699 h 313525"/>
                <a:gd name="connsiteX3" fmla="*/ 114301 w 323554"/>
                <a:gd name="connsiteY3" fmla="*/ 201731 h 313525"/>
                <a:gd name="connsiteX4" fmla="*/ 113013 w 323554"/>
                <a:gd name="connsiteY4" fmla="*/ 205741 h 313525"/>
                <a:gd name="connsiteX5" fmla="*/ 101421 w 323554"/>
                <a:gd name="connsiteY5" fmla="*/ 215099 h 313525"/>
                <a:gd name="connsiteX6" fmla="*/ 58918 w 323554"/>
                <a:gd name="connsiteY6" fmla="*/ 215099 h 313525"/>
                <a:gd name="connsiteX7" fmla="*/ 46038 w 323554"/>
                <a:gd name="connsiteY7" fmla="*/ 201731 h 313525"/>
                <a:gd name="connsiteX8" fmla="*/ 58918 w 323554"/>
                <a:gd name="connsiteY8" fmla="*/ 189699 h 313525"/>
                <a:gd name="connsiteX9" fmla="*/ 149225 w 323554"/>
                <a:gd name="connsiteY9" fmla="*/ 165887 h 313525"/>
                <a:gd name="connsiteX10" fmla="*/ 142875 w 323554"/>
                <a:gd name="connsiteY10" fmla="*/ 186525 h 313525"/>
                <a:gd name="connsiteX11" fmla="*/ 153988 w 323554"/>
                <a:gd name="connsiteY11" fmla="*/ 196050 h 313525"/>
                <a:gd name="connsiteX12" fmla="*/ 173038 w 323554"/>
                <a:gd name="connsiteY12" fmla="*/ 188112 h 313525"/>
                <a:gd name="connsiteX13" fmla="*/ 145188 w 323554"/>
                <a:gd name="connsiteY13" fmla="*/ 151599 h 313525"/>
                <a:gd name="connsiteX14" fmla="*/ 187326 w 323554"/>
                <a:gd name="connsiteY14" fmla="*/ 190104 h 313525"/>
                <a:gd name="connsiteX15" fmla="*/ 138803 w 323554"/>
                <a:gd name="connsiteY15" fmla="*/ 210640 h 313525"/>
                <a:gd name="connsiteX16" fmla="*/ 131142 w 323554"/>
                <a:gd name="connsiteY16" fmla="*/ 210640 h 313525"/>
                <a:gd name="connsiteX17" fmla="*/ 129865 w 323554"/>
                <a:gd name="connsiteY17" fmla="*/ 202939 h 313525"/>
                <a:gd name="connsiteX18" fmla="*/ 145188 w 323554"/>
                <a:gd name="connsiteY18" fmla="*/ 151599 h 313525"/>
                <a:gd name="connsiteX19" fmla="*/ 58982 w 323554"/>
                <a:gd name="connsiteY19" fmla="*/ 146837 h 313525"/>
                <a:gd name="connsiteX20" fmla="*/ 130176 w 323554"/>
                <a:gd name="connsiteY20" fmla="*/ 146837 h 313525"/>
                <a:gd name="connsiteX21" fmla="*/ 130176 w 323554"/>
                <a:gd name="connsiteY21" fmla="*/ 148186 h 313525"/>
                <a:gd name="connsiteX22" fmla="*/ 122409 w 323554"/>
                <a:gd name="connsiteY22" fmla="*/ 173825 h 313525"/>
                <a:gd name="connsiteX23" fmla="*/ 58982 w 323554"/>
                <a:gd name="connsiteY23" fmla="*/ 173825 h 313525"/>
                <a:gd name="connsiteX24" fmla="*/ 46038 w 323554"/>
                <a:gd name="connsiteY24" fmla="*/ 160331 h 313525"/>
                <a:gd name="connsiteX25" fmla="*/ 58982 w 323554"/>
                <a:gd name="connsiteY25" fmla="*/ 146837 h 313525"/>
                <a:gd name="connsiteX26" fmla="*/ 59011 w 323554"/>
                <a:gd name="connsiteY26" fmla="*/ 105562 h 313525"/>
                <a:gd name="connsiteX27" fmla="*/ 166688 w 323554"/>
                <a:gd name="connsiteY27" fmla="*/ 105562 h 313525"/>
                <a:gd name="connsiteX28" fmla="*/ 144634 w 323554"/>
                <a:gd name="connsiteY28" fmla="*/ 130962 h 313525"/>
                <a:gd name="connsiteX29" fmla="*/ 59011 w 323554"/>
                <a:gd name="connsiteY29" fmla="*/ 130962 h 313525"/>
                <a:gd name="connsiteX30" fmla="*/ 46038 w 323554"/>
                <a:gd name="connsiteY30" fmla="*/ 118930 h 313525"/>
                <a:gd name="connsiteX31" fmla="*/ 59011 w 323554"/>
                <a:gd name="connsiteY31" fmla="*/ 105562 h 313525"/>
                <a:gd name="connsiteX32" fmla="*/ 226883 w 323554"/>
                <a:gd name="connsiteY32" fmla="*/ 81749 h 313525"/>
                <a:gd name="connsiteX33" fmla="*/ 224292 w 323554"/>
                <a:gd name="connsiteY33" fmla="*/ 83037 h 313525"/>
                <a:gd name="connsiteX34" fmla="*/ 171159 w 323554"/>
                <a:gd name="connsiteY34" fmla="*/ 140996 h 313525"/>
                <a:gd name="connsiteX35" fmla="*/ 172455 w 323554"/>
                <a:gd name="connsiteY35" fmla="*/ 146148 h 313525"/>
                <a:gd name="connsiteX36" fmla="*/ 175047 w 323554"/>
                <a:gd name="connsiteY36" fmla="*/ 148724 h 313525"/>
                <a:gd name="connsiteX37" fmla="*/ 177639 w 323554"/>
                <a:gd name="connsiteY37" fmla="*/ 150012 h 313525"/>
                <a:gd name="connsiteX38" fmla="*/ 180230 w 323554"/>
                <a:gd name="connsiteY38" fmla="*/ 148724 h 313525"/>
                <a:gd name="connsiteX39" fmla="*/ 232067 w 323554"/>
                <a:gd name="connsiteY39" fmla="*/ 90765 h 313525"/>
                <a:gd name="connsiteX40" fmla="*/ 232067 w 323554"/>
                <a:gd name="connsiteY40" fmla="*/ 85613 h 313525"/>
                <a:gd name="connsiteX41" fmla="*/ 229475 w 323554"/>
                <a:gd name="connsiteY41" fmla="*/ 83037 h 313525"/>
                <a:gd name="connsiteX42" fmla="*/ 226883 w 323554"/>
                <a:gd name="connsiteY42" fmla="*/ 81749 h 313525"/>
                <a:gd name="connsiteX43" fmla="*/ 247254 w 323554"/>
                <a:gd name="connsiteY43" fmla="*/ 62303 h 313525"/>
                <a:gd name="connsiteX44" fmla="*/ 242491 w 323554"/>
                <a:gd name="connsiteY44" fmla="*/ 63493 h 313525"/>
                <a:gd name="connsiteX45" fmla="*/ 237729 w 323554"/>
                <a:gd name="connsiteY45" fmla="*/ 68256 h 313525"/>
                <a:gd name="connsiteX46" fmla="*/ 236538 w 323554"/>
                <a:gd name="connsiteY46" fmla="*/ 70637 h 313525"/>
                <a:gd name="connsiteX47" fmla="*/ 237729 w 323554"/>
                <a:gd name="connsiteY47" fmla="*/ 73019 h 313525"/>
                <a:gd name="connsiteX48" fmla="*/ 240110 w 323554"/>
                <a:gd name="connsiteY48" fmla="*/ 74209 h 313525"/>
                <a:gd name="connsiteX49" fmla="*/ 242491 w 323554"/>
                <a:gd name="connsiteY49" fmla="*/ 75400 h 313525"/>
                <a:gd name="connsiteX50" fmla="*/ 244873 w 323554"/>
                <a:gd name="connsiteY50" fmla="*/ 75400 h 313525"/>
                <a:gd name="connsiteX51" fmla="*/ 244873 w 323554"/>
                <a:gd name="connsiteY51" fmla="*/ 74209 h 313525"/>
                <a:gd name="connsiteX52" fmla="*/ 249635 w 323554"/>
                <a:gd name="connsiteY52" fmla="*/ 69447 h 313525"/>
                <a:gd name="connsiteX53" fmla="*/ 249635 w 323554"/>
                <a:gd name="connsiteY53" fmla="*/ 64684 h 313525"/>
                <a:gd name="connsiteX54" fmla="*/ 247254 w 323554"/>
                <a:gd name="connsiteY54" fmla="*/ 62303 h 313525"/>
                <a:gd name="connsiteX55" fmla="*/ 24647 w 323554"/>
                <a:gd name="connsiteY55" fmla="*/ 48412 h 313525"/>
                <a:gd name="connsiteX56" fmla="*/ 201069 w 323554"/>
                <a:gd name="connsiteY56" fmla="*/ 48412 h 313525"/>
                <a:gd name="connsiteX57" fmla="*/ 214041 w 323554"/>
                <a:gd name="connsiteY57" fmla="*/ 52292 h 313525"/>
                <a:gd name="connsiteX58" fmla="*/ 193285 w 323554"/>
                <a:gd name="connsiteY58" fmla="*/ 76863 h 313525"/>
                <a:gd name="connsiteX59" fmla="*/ 181610 w 323554"/>
                <a:gd name="connsiteY59" fmla="*/ 72983 h 313525"/>
                <a:gd name="connsiteX60" fmla="*/ 45403 w 323554"/>
                <a:gd name="connsiteY60" fmla="*/ 72983 h 313525"/>
                <a:gd name="connsiteX61" fmla="*/ 24647 w 323554"/>
                <a:gd name="connsiteY61" fmla="*/ 93675 h 313525"/>
                <a:gd name="connsiteX62" fmla="*/ 24647 w 323554"/>
                <a:gd name="connsiteY62" fmla="*/ 268262 h 313525"/>
                <a:gd name="connsiteX63" fmla="*/ 45403 w 323554"/>
                <a:gd name="connsiteY63" fmla="*/ 287660 h 313525"/>
                <a:gd name="connsiteX64" fmla="*/ 181610 w 323554"/>
                <a:gd name="connsiteY64" fmla="*/ 287660 h 313525"/>
                <a:gd name="connsiteX65" fmla="*/ 202366 w 323554"/>
                <a:gd name="connsiteY65" fmla="*/ 268262 h 313525"/>
                <a:gd name="connsiteX66" fmla="*/ 202366 w 323554"/>
                <a:gd name="connsiteY66" fmla="*/ 202307 h 313525"/>
                <a:gd name="connsiteX67" fmla="*/ 203663 w 323554"/>
                <a:gd name="connsiteY67" fmla="*/ 201014 h 313525"/>
                <a:gd name="connsiteX68" fmla="*/ 206258 w 323554"/>
                <a:gd name="connsiteY68" fmla="*/ 198427 h 313525"/>
                <a:gd name="connsiteX69" fmla="*/ 227013 w 323554"/>
                <a:gd name="connsiteY69" fmla="*/ 175149 h 313525"/>
                <a:gd name="connsiteX70" fmla="*/ 227013 w 323554"/>
                <a:gd name="connsiteY70" fmla="*/ 287660 h 313525"/>
                <a:gd name="connsiteX71" fmla="*/ 201069 w 323554"/>
                <a:gd name="connsiteY71" fmla="*/ 313525 h 313525"/>
                <a:gd name="connsiteX72" fmla="*/ 25944 w 323554"/>
                <a:gd name="connsiteY72" fmla="*/ 313525 h 313525"/>
                <a:gd name="connsiteX73" fmla="*/ 0 w 323554"/>
                <a:gd name="connsiteY73" fmla="*/ 287660 h 313525"/>
                <a:gd name="connsiteX74" fmla="*/ 0 w 323554"/>
                <a:gd name="connsiteY74" fmla="*/ 72983 h 313525"/>
                <a:gd name="connsiteX75" fmla="*/ 24647 w 323554"/>
                <a:gd name="connsiteY75" fmla="*/ 48412 h 313525"/>
                <a:gd name="connsiteX76" fmla="*/ 242888 w 323554"/>
                <a:gd name="connsiteY76" fmla="*/ 42062 h 313525"/>
                <a:gd name="connsiteX77" fmla="*/ 285751 w 323554"/>
                <a:gd name="connsiteY77" fmla="*/ 81750 h 313525"/>
                <a:gd name="connsiteX78" fmla="*/ 279401 w 323554"/>
                <a:gd name="connsiteY78" fmla="*/ 89687 h 313525"/>
                <a:gd name="connsiteX79" fmla="*/ 200026 w 323554"/>
                <a:gd name="connsiteY79" fmla="*/ 178587 h 313525"/>
                <a:gd name="connsiteX80" fmla="*/ 193676 w 323554"/>
                <a:gd name="connsiteY80" fmla="*/ 184937 h 313525"/>
                <a:gd name="connsiteX81" fmla="*/ 150813 w 323554"/>
                <a:gd name="connsiteY81" fmla="*/ 146837 h 313525"/>
                <a:gd name="connsiteX82" fmla="*/ 155576 w 323554"/>
                <a:gd name="connsiteY82" fmla="*/ 138899 h 313525"/>
                <a:gd name="connsiteX83" fmla="*/ 236538 w 323554"/>
                <a:gd name="connsiteY83" fmla="*/ 48412 h 313525"/>
                <a:gd name="connsiteX84" fmla="*/ 257175 w 323554"/>
                <a:gd name="connsiteY84" fmla="*/ 26187 h 313525"/>
                <a:gd name="connsiteX85" fmla="*/ 301625 w 323554"/>
                <a:gd name="connsiteY85" fmla="*/ 64287 h 313525"/>
                <a:gd name="connsiteX86" fmla="*/ 295275 w 323554"/>
                <a:gd name="connsiteY86" fmla="*/ 72225 h 313525"/>
                <a:gd name="connsiteX87" fmla="*/ 290513 w 323554"/>
                <a:gd name="connsiteY87" fmla="*/ 75400 h 313525"/>
                <a:gd name="connsiteX88" fmla="*/ 247650 w 323554"/>
                <a:gd name="connsiteY88" fmla="*/ 37300 h 313525"/>
                <a:gd name="connsiteX89" fmla="*/ 250825 w 323554"/>
                <a:gd name="connsiteY89" fmla="*/ 34125 h 313525"/>
                <a:gd name="connsiteX90" fmla="*/ 285750 w 323554"/>
                <a:gd name="connsiteY90" fmla="*/ 11899 h 313525"/>
                <a:gd name="connsiteX91" fmla="*/ 279400 w 323554"/>
                <a:gd name="connsiteY91" fmla="*/ 19837 h 313525"/>
                <a:gd name="connsiteX92" fmla="*/ 304800 w 323554"/>
                <a:gd name="connsiteY92" fmla="*/ 43649 h 313525"/>
                <a:gd name="connsiteX93" fmla="*/ 312738 w 323554"/>
                <a:gd name="connsiteY93" fmla="*/ 35712 h 313525"/>
                <a:gd name="connsiteX94" fmla="*/ 285265 w 323554"/>
                <a:gd name="connsiteY94" fmla="*/ 516 h 313525"/>
                <a:gd name="connsiteX95" fmla="*/ 294336 w 323554"/>
                <a:gd name="connsiteY95" fmla="*/ 3151 h 313525"/>
                <a:gd name="connsiteX96" fmla="*/ 318958 w 323554"/>
                <a:gd name="connsiteY96" fmla="*/ 25545 h 313525"/>
                <a:gd name="connsiteX97" fmla="*/ 320254 w 323554"/>
                <a:gd name="connsiteY97" fmla="*/ 43987 h 313525"/>
                <a:gd name="connsiteX98" fmla="*/ 305999 w 323554"/>
                <a:gd name="connsiteY98" fmla="*/ 61112 h 313525"/>
                <a:gd name="connsiteX99" fmla="*/ 261938 w 323554"/>
                <a:gd name="connsiteY99" fmla="*/ 20276 h 313525"/>
                <a:gd name="connsiteX100" fmla="*/ 276193 w 323554"/>
                <a:gd name="connsiteY100" fmla="*/ 4468 h 313525"/>
                <a:gd name="connsiteX101" fmla="*/ 285265 w 323554"/>
                <a:gd name="connsiteY101" fmla="*/ 516 h 31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23554" h="313525">
                  <a:moveTo>
                    <a:pt x="58918" y="189699"/>
                  </a:moveTo>
                  <a:cubicBezTo>
                    <a:pt x="58918" y="189699"/>
                    <a:pt x="58918" y="189699"/>
                    <a:pt x="101421" y="189699"/>
                  </a:cubicBezTo>
                  <a:cubicBezTo>
                    <a:pt x="102709" y="189699"/>
                    <a:pt x="102709" y="189699"/>
                    <a:pt x="103997" y="189699"/>
                  </a:cubicBezTo>
                  <a:cubicBezTo>
                    <a:pt x="109149" y="189699"/>
                    <a:pt x="114301" y="195046"/>
                    <a:pt x="114301" y="201731"/>
                  </a:cubicBezTo>
                  <a:cubicBezTo>
                    <a:pt x="114301" y="203067"/>
                    <a:pt x="114301" y="204404"/>
                    <a:pt x="113013" y="205741"/>
                  </a:cubicBezTo>
                  <a:cubicBezTo>
                    <a:pt x="111725" y="211088"/>
                    <a:pt x="107861" y="215099"/>
                    <a:pt x="101421" y="215099"/>
                  </a:cubicBezTo>
                  <a:cubicBezTo>
                    <a:pt x="101421" y="215099"/>
                    <a:pt x="101421" y="215099"/>
                    <a:pt x="58918" y="215099"/>
                  </a:cubicBezTo>
                  <a:cubicBezTo>
                    <a:pt x="51190" y="215099"/>
                    <a:pt x="46038" y="209752"/>
                    <a:pt x="46038" y="201731"/>
                  </a:cubicBezTo>
                  <a:cubicBezTo>
                    <a:pt x="46038" y="195046"/>
                    <a:pt x="51190" y="189699"/>
                    <a:pt x="58918" y="189699"/>
                  </a:cubicBezTo>
                  <a:close/>
                  <a:moveTo>
                    <a:pt x="149225" y="165887"/>
                  </a:moveTo>
                  <a:lnTo>
                    <a:pt x="142875" y="186525"/>
                  </a:lnTo>
                  <a:lnTo>
                    <a:pt x="153988" y="196050"/>
                  </a:lnTo>
                  <a:lnTo>
                    <a:pt x="173038" y="188112"/>
                  </a:lnTo>
                  <a:close/>
                  <a:moveTo>
                    <a:pt x="145188" y="151599"/>
                  </a:moveTo>
                  <a:cubicBezTo>
                    <a:pt x="145188" y="151599"/>
                    <a:pt x="145188" y="151599"/>
                    <a:pt x="187326" y="190104"/>
                  </a:cubicBezTo>
                  <a:cubicBezTo>
                    <a:pt x="187326" y="190104"/>
                    <a:pt x="187326" y="190104"/>
                    <a:pt x="138803" y="210640"/>
                  </a:cubicBezTo>
                  <a:cubicBezTo>
                    <a:pt x="136249" y="211924"/>
                    <a:pt x="133696" y="211924"/>
                    <a:pt x="131142" y="210640"/>
                  </a:cubicBezTo>
                  <a:cubicBezTo>
                    <a:pt x="129865" y="208073"/>
                    <a:pt x="128588" y="205506"/>
                    <a:pt x="129865" y="202939"/>
                  </a:cubicBezTo>
                  <a:cubicBezTo>
                    <a:pt x="129865" y="202939"/>
                    <a:pt x="129865" y="202939"/>
                    <a:pt x="145188" y="151599"/>
                  </a:cubicBezTo>
                  <a:close/>
                  <a:moveTo>
                    <a:pt x="58982" y="146837"/>
                  </a:moveTo>
                  <a:cubicBezTo>
                    <a:pt x="58982" y="146837"/>
                    <a:pt x="58982" y="146837"/>
                    <a:pt x="130176" y="146837"/>
                  </a:cubicBezTo>
                  <a:cubicBezTo>
                    <a:pt x="130176" y="148186"/>
                    <a:pt x="130176" y="148186"/>
                    <a:pt x="130176" y="148186"/>
                  </a:cubicBezTo>
                  <a:lnTo>
                    <a:pt x="122409" y="173825"/>
                  </a:lnTo>
                  <a:cubicBezTo>
                    <a:pt x="122409" y="173825"/>
                    <a:pt x="122409" y="173825"/>
                    <a:pt x="58982" y="173825"/>
                  </a:cubicBezTo>
                  <a:cubicBezTo>
                    <a:pt x="51216" y="173825"/>
                    <a:pt x="46038" y="167078"/>
                    <a:pt x="46038" y="160331"/>
                  </a:cubicBezTo>
                  <a:cubicBezTo>
                    <a:pt x="46038" y="153584"/>
                    <a:pt x="51216" y="146837"/>
                    <a:pt x="58982" y="146837"/>
                  </a:cubicBezTo>
                  <a:close/>
                  <a:moveTo>
                    <a:pt x="59011" y="105562"/>
                  </a:moveTo>
                  <a:lnTo>
                    <a:pt x="166688" y="105562"/>
                  </a:lnTo>
                  <a:cubicBezTo>
                    <a:pt x="166688" y="105562"/>
                    <a:pt x="166688" y="105562"/>
                    <a:pt x="144634" y="130962"/>
                  </a:cubicBezTo>
                  <a:cubicBezTo>
                    <a:pt x="144634" y="130962"/>
                    <a:pt x="144634" y="130962"/>
                    <a:pt x="59011" y="130962"/>
                  </a:cubicBezTo>
                  <a:cubicBezTo>
                    <a:pt x="51227" y="130962"/>
                    <a:pt x="46038" y="125615"/>
                    <a:pt x="46038" y="118930"/>
                  </a:cubicBezTo>
                  <a:cubicBezTo>
                    <a:pt x="46038" y="110909"/>
                    <a:pt x="51227" y="105562"/>
                    <a:pt x="59011" y="105562"/>
                  </a:cubicBezTo>
                  <a:close/>
                  <a:moveTo>
                    <a:pt x="226883" y="81749"/>
                  </a:moveTo>
                  <a:cubicBezTo>
                    <a:pt x="225587" y="81749"/>
                    <a:pt x="224292" y="83037"/>
                    <a:pt x="224292" y="83037"/>
                  </a:cubicBezTo>
                  <a:cubicBezTo>
                    <a:pt x="224292" y="83037"/>
                    <a:pt x="224292" y="83037"/>
                    <a:pt x="171159" y="140996"/>
                  </a:cubicBezTo>
                  <a:cubicBezTo>
                    <a:pt x="169863" y="142284"/>
                    <a:pt x="169863" y="144860"/>
                    <a:pt x="172455" y="146148"/>
                  </a:cubicBezTo>
                  <a:cubicBezTo>
                    <a:pt x="172455" y="146148"/>
                    <a:pt x="172455" y="146148"/>
                    <a:pt x="175047" y="148724"/>
                  </a:cubicBezTo>
                  <a:cubicBezTo>
                    <a:pt x="175047" y="148724"/>
                    <a:pt x="176343" y="150012"/>
                    <a:pt x="177639" y="150012"/>
                  </a:cubicBezTo>
                  <a:cubicBezTo>
                    <a:pt x="177639" y="150012"/>
                    <a:pt x="178934" y="148724"/>
                    <a:pt x="180230" y="148724"/>
                  </a:cubicBezTo>
                  <a:cubicBezTo>
                    <a:pt x="180230" y="148724"/>
                    <a:pt x="180230" y="148724"/>
                    <a:pt x="232067" y="90765"/>
                  </a:cubicBezTo>
                  <a:cubicBezTo>
                    <a:pt x="233363" y="89477"/>
                    <a:pt x="233363" y="86901"/>
                    <a:pt x="232067" y="85613"/>
                  </a:cubicBezTo>
                  <a:cubicBezTo>
                    <a:pt x="232067" y="85613"/>
                    <a:pt x="232067" y="85613"/>
                    <a:pt x="229475" y="83037"/>
                  </a:cubicBezTo>
                  <a:cubicBezTo>
                    <a:pt x="228179" y="81749"/>
                    <a:pt x="226883" y="81749"/>
                    <a:pt x="226883" y="81749"/>
                  </a:cubicBezTo>
                  <a:close/>
                  <a:moveTo>
                    <a:pt x="247254" y="62303"/>
                  </a:moveTo>
                  <a:cubicBezTo>
                    <a:pt x="244873" y="61112"/>
                    <a:pt x="243682" y="62303"/>
                    <a:pt x="242491" y="63493"/>
                  </a:cubicBezTo>
                  <a:cubicBezTo>
                    <a:pt x="242491" y="63493"/>
                    <a:pt x="242491" y="63493"/>
                    <a:pt x="237729" y="68256"/>
                  </a:cubicBezTo>
                  <a:cubicBezTo>
                    <a:pt x="237729" y="68256"/>
                    <a:pt x="236538" y="69447"/>
                    <a:pt x="236538" y="70637"/>
                  </a:cubicBezTo>
                  <a:cubicBezTo>
                    <a:pt x="236538" y="70637"/>
                    <a:pt x="237729" y="71828"/>
                    <a:pt x="237729" y="73019"/>
                  </a:cubicBezTo>
                  <a:cubicBezTo>
                    <a:pt x="237729" y="73019"/>
                    <a:pt x="237729" y="73019"/>
                    <a:pt x="240110" y="74209"/>
                  </a:cubicBezTo>
                  <a:cubicBezTo>
                    <a:pt x="241301" y="75400"/>
                    <a:pt x="242491" y="75400"/>
                    <a:pt x="242491" y="75400"/>
                  </a:cubicBezTo>
                  <a:cubicBezTo>
                    <a:pt x="243682" y="75400"/>
                    <a:pt x="243682" y="75400"/>
                    <a:pt x="244873" y="75400"/>
                  </a:cubicBezTo>
                  <a:cubicBezTo>
                    <a:pt x="244873" y="74209"/>
                    <a:pt x="244873" y="74209"/>
                    <a:pt x="244873" y="74209"/>
                  </a:cubicBezTo>
                  <a:cubicBezTo>
                    <a:pt x="244873" y="74209"/>
                    <a:pt x="244873" y="74209"/>
                    <a:pt x="249635" y="69447"/>
                  </a:cubicBezTo>
                  <a:cubicBezTo>
                    <a:pt x="250826" y="68256"/>
                    <a:pt x="250826" y="65875"/>
                    <a:pt x="249635" y="64684"/>
                  </a:cubicBezTo>
                  <a:cubicBezTo>
                    <a:pt x="249635" y="64684"/>
                    <a:pt x="249635" y="64684"/>
                    <a:pt x="247254" y="62303"/>
                  </a:cubicBezTo>
                  <a:close/>
                  <a:moveTo>
                    <a:pt x="24647" y="48412"/>
                  </a:moveTo>
                  <a:cubicBezTo>
                    <a:pt x="24647" y="48412"/>
                    <a:pt x="24647" y="48412"/>
                    <a:pt x="201069" y="48412"/>
                  </a:cubicBezTo>
                  <a:cubicBezTo>
                    <a:pt x="206258" y="48412"/>
                    <a:pt x="210149" y="49705"/>
                    <a:pt x="214041" y="52292"/>
                  </a:cubicBezTo>
                  <a:cubicBezTo>
                    <a:pt x="214041" y="52292"/>
                    <a:pt x="214041" y="52292"/>
                    <a:pt x="193285" y="76863"/>
                  </a:cubicBezTo>
                  <a:cubicBezTo>
                    <a:pt x="189394" y="74277"/>
                    <a:pt x="185502" y="72983"/>
                    <a:pt x="181610" y="72983"/>
                  </a:cubicBezTo>
                  <a:cubicBezTo>
                    <a:pt x="181610" y="72983"/>
                    <a:pt x="181610" y="72983"/>
                    <a:pt x="45403" y="72983"/>
                  </a:cubicBezTo>
                  <a:cubicBezTo>
                    <a:pt x="33728" y="72983"/>
                    <a:pt x="24647" y="82036"/>
                    <a:pt x="24647" y="93675"/>
                  </a:cubicBezTo>
                  <a:cubicBezTo>
                    <a:pt x="24647" y="93675"/>
                    <a:pt x="24647" y="93675"/>
                    <a:pt x="24647" y="268262"/>
                  </a:cubicBezTo>
                  <a:cubicBezTo>
                    <a:pt x="24647" y="278608"/>
                    <a:pt x="33728" y="287660"/>
                    <a:pt x="45403" y="287660"/>
                  </a:cubicBezTo>
                  <a:cubicBezTo>
                    <a:pt x="45403" y="287660"/>
                    <a:pt x="45403" y="287660"/>
                    <a:pt x="181610" y="287660"/>
                  </a:cubicBezTo>
                  <a:cubicBezTo>
                    <a:pt x="193285" y="287660"/>
                    <a:pt x="202366" y="278608"/>
                    <a:pt x="202366" y="268262"/>
                  </a:cubicBezTo>
                  <a:cubicBezTo>
                    <a:pt x="202366" y="268262"/>
                    <a:pt x="202366" y="268262"/>
                    <a:pt x="202366" y="202307"/>
                  </a:cubicBezTo>
                  <a:cubicBezTo>
                    <a:pt x="202366" y="202307"/>
                    <a:pt x="202366" y="201014"/>
                    <a:pt x="203663" y="201014"/>
                  </a:cubicBezTo>
                  <a:cubicBezTo>
                    <a:pt x="203663" y="199720"/>
                    <a:pt x="204960" y="199720"/>
                    <a:pt x="206258" y="198427"/>
                  </a:cubicBezTo>
                  <a:cubicBezTo>
                    <a:pt x="206258" y="198427"/>
                    <a:pt x="206258" y="198427"/>
                    <a:pt x="227013" y="175149"/>
                  </a:cubicBezTo>
                  <a:cubicBezTo>
                    <a:pt x="227013" y="175149"/>
                    <a:pt x="227013" y="175149"/>
                    <a:pt x="227013" y="287660"/>
                  </a:cubicBezTo>
                  <a:cubicBezTo>
                    <a:pt x="227013" y="301886"/>
                    <a:pt x="215338" y="313525"/>
                    <a:pt x="201069" y="313525"/>
                  </a:cubicBezTo>
                  <a:cubicBezTo>
                    <a:pt x="201069" y="313525"/>
                    <a:pt x="201069" y="313525"/>
                    <a:pt x="25944" y="313525"/>
                  </a:cubicBezTo>
                  <a:cubicBezTo>
                    <a:pt x="11675" y="313525"/>
                    <a:pt x="0" y="301886"/>
                    <a:pt x="0" y="287660"/>
                  </a:cubicBezTo>
                  <a:cubicBezTo>
                    <a:pt x="0" y="287660"/>
                    <a:pt x="0" y="287660"/>
                    <a:pt x="0" y="72983"/>
                  </a:cubicBezTo>
                  <a:cubicBezTo>
                    <a:pt x="0" y="60051"/>
                    <a:pt x="10378" y="48412"/>
                    <a:pt x="24647" y="48412"/>
                  </a:cubicBezTo>
                  <a:close/>
                  <a:moveTo>
                    <a:pt x="242888" y="42062"/>
                  </a:moveTo>
                  <a:lnTo>
                    <a:pt x="285751" y="81750"/>
                  </a:lnTo>
                  <a:lnTo>
                    <a:pt x="279401" y="89687"/>
                  </a:lnTo>
                  <a:lnTo>
                    <a:pt x="200026" y="178587"/>
                  </a:lnTo>
                  <a:lnTo>
                    <a:pt x="193676" y="184937"/>
                  </a:lnTo>
                  <a:lnTo>
                    <a:pt x="150813" y="146837"/>
                  </a:lnTo>
                  <a:lnTo>
                    <a:pt x="155576" y="138899"/>
                  </a:lnTo>
                  <a:lnTo>
                    <a:pt x="236538" y="48412"/>
                  </a:lnTo>
                  <a:close/>
                  <a:moveTo>
                    <a:pt x="257175" y="26187"/>
                  </a:moveTo>
                  <a:lnTo>
                    <a:pt x="301625" y="64287"/>
                  </a:lnTo>
                  <a:lnTo>
                    <a:pt x="295275" y="72225"/>
                  </a:lnTo>
                  <a:lnTo>
                    <a:pt x="290513" y="75400"/>
                  </a:lnTo>
                  <a:lnTo>
                    <a:pt x="247650" y="37300"/>
                  </a:lnTo>
                  <a:lnTo>
                    <a:pt x="250825" y="34125"/>
                  </a:lnTo>
                  <a:close/>
                  <a:moveTo>
                    <a:pt x="285750" y="11899"/>
                  </a:moveTo>
                  <a:lnTo>
                    <a:pt x="279400" y="19837"/>
                  </a:lnTo>
                  <a:lnTo>
                    <a:pt x="304800" y="43649"/>
                  </a:lnTo>
                  <a:lnTo>
                    <a:pt x="312738" y="35712"/>
                  </a:lnTo>
                  <a:close/>
                  <a:moveTo>
                    <a:pt x="285265" y="516"/>
                  </a:moveTo>
                  <a:cubicBezTo>
                    <a:pt x="289152" y="-801"/>
                    <a:pt x="291744" y="516"/>
                    <a:pt x="294336" y="3151"/>
                  </a:cubicBezTo>
                  <a:cubicBezTo>
                    <a:pt x="294336" y="3151"/>
                    <a:pt x="294336" y="3151"/>
                    <a:pt x="318958" y="25545"/>
                  </a:cubicBezTo>
                  <a:cubicBezTo>
                    <a:pt x="324142" y="30814"/>
                    <a:pt x="325438" y="38718"/>
                    <a:pt x="320254" y="43987"/>
                  </a:cubicBezTo>
                  <a:cubicBezTo>
                    <a:pt x="320254" y="43987"/>
                    <a:pt x="320254" y="43987"/>
                    <a:pt x="305999" y="61112"/>
                  </a:cubicBezTo>
                  <a:cubicBezTo>
                    <a:pt x="305999" y="61112"/>
                    <a:pt x="305999" y="61112"/>
                    <a:pt x="261938" y="20276"/>
                  </a:cubicBezTo>
                  <a:cubicBezTo>
                    <a:pt x="261938" y="20276"/>
                    <a:pt x="261938" y="20276"/>
                    <a:pt x="276193" y="4468"/>
                  </a:cubicBezTo>
                  <a:cubicBezTo>
                    <a:pt x="278785" y="1834"/>
                    <a:pt x="281377" y="516"/>
                    <a:pt x="285265" y="5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BA88E83-F353-DC27-707A-257992A3B6C8}"/>
              </a:ext>
            </a:extLst>
          </p:cNvPr>
          <p:cNvGrpSpPr/>
          <p:nvPr/>
        </p:nvGrpSpPr>
        <p:grpSpPr>
          <a:xfrm>
            <a:off x="526899" y="2968535"/>
            <a:ext cx="6022219" cy="985518"/>
            <a:chOff x="5295069" y="2717516"/>
            <a:chExt cx="6022219" cy="98551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6529836-7EBA-A9F4-6881-CF46D46E7F13}"/>
                </a:ext>
              </a:extLst>
            </p:cNvPr>
            <p:cNvGrpSpPr/>
            <p:nvPr/>
          </p:nvGrpSpPr>
          <p:grpSpPr>
            <a:xfrm>
              <a:off x="6317132" y="2717516"/>
              <a:ext cx="5000156" cy="985518"/>
              <a:chOff x="6723970" y="2930779"/>
              <a:chExt cx="5000156" cy="985518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0ACE26D6-1FF6-44F1-5796-AB4C8A50D63B}"/>
                  </a:ext>
                </a:extLst>
              </p:cNvPr>
              <p:cNvSpPr/>
              <p:nvPr/>
            </p:nvSpPr>
            <p:spPr>
              <a:xfrm>
                <a:off x="6723970" y="3380766"/>
                <a:ext cx="5000156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max=a&gt;</a:t>
                </a:r>
                <a:r>
                  <a:rPr lang="en-US" altLang="zh-CN" sz="24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b?a:b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4E08C25B-969E-A874-D3BD-A37738FEC6F9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3245968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例子</a:t>
                </a:r>
              </a:p>
            </p:txBody>
          </p:sp>
        </p:grp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B5912BEA-7A65-CD0F-48B5-A63FF0B23CE7}"/>
                </a:ext>
              </a:extLst>
            </p:cNvPr>
            <p:cNvSpPr/>
            <p:nvPr/>
          </p:nvSpPr>
          <p:spPr>
            <a:xfrm>
              <a:off x="5295069" y="2837236"/>
              <a:ext cx="770775" cy="770775"/>
            </a:xfrm>
            <a:prstGeom prst="ellipse">
              <a:avLst/>
            </a:prstGeom>
            <a:solidFill>
              <a:srgbClr val="BFC3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44" name="椭圆 30">
              <a:extLst>
                <a:ext uri="{FF2B5EF4-FFF2-40B4-BE49-F238E27FC236}">
                  <a16:creationId xmlns:a16="http://schemas.microsoft.com/office/drawing/2014/main" id="{90585858-E208-9C89-1307-54B590BB5C93}"/>
                </a:ext>
              </a:extLst>
            </p:cNvPr>
            <p:cNvSpPr/>
            <p:nvPr/>
          </p:nvSpPr>
          <p:spPr>
            <a:xfrm>
              <a:off x="5494989" y="2992465"/>
              <a:ext cx="370936" cy="460318"/>
            </a:xfrm>
            <a:custGeom>
              <a:avLst/>
              <a:gdLst>
                <a:gd name="connsiteX0" fmla="*/ 132984 w 263525"/>
                <a:gd name="connsiteY0" fmla="*/ 325821 h 327025"/>
                <a:gd name="connsiteX1" fmla="*/ 131763 w 263525"/>
                <a:gd name="connsiteY1" fmla="*/ 327025 h 327025"/>
                <a:gd name="connsiteX2" fmla="*/ 130542 w 263525"/>
                <a:gd name="connsiteY2" fmla="*/ 325821 h 327025"/>
                <a:gd name="connsiteX3" fmla="*/ 131763 w 263525"/>
                <a:gd name="connsiteY3" fmla="*/ 325871 h 327025"/>
                <a:gd name="connsiteX4" fmla="*/ 27895 w 263525"/>
                <a:gd name="connsiteY4" fmla="*/ 58738 h 327025"/>
                <a:gd name="connsiteX5" fmla="*/ 37420 w 263525"/>
                <a:gd name="connsiteY5" fmla="*/ 61336 h 327025"/>
                <a:gd name="connsiteX6" fmla="*/ 37420 w 263525"/>
                <a:gd name="connsiteY6" fmla="*/ 141866 h 327025"/>
                <a:gd name="connsiteX7" fmla="*/ 42863 w 263525"/>
                <a:gd name="connsiteY7" fmla="*/ 149659 h 327025"/>
                <a:gd name="connsiteX8" fmla="*/ 33338 w 263525"/>
                <a:gd name="connsiteY8" fmla="*/ 158751 h 327025"/>
                <a:gd name="connsiteX9" fmla="*/ 23813 w 263525"/>
                <a:gd name="connsiteY9" fmla="*/ 149659 h 327025"/>
                <a:gd name="connsiteX10" fmla="*/ 27895 w 263525"/>
                <a:gd name="connsiteY10" fmla="*/ 141866 h 327025"/>
                <a:gd name="connsiteX11" fmla="*/ 27895 w 263525"/>
                <a:gd name="connsiteY11" fmla="*/ 58738 h 327025"/>
                <a:gd name="connsiteX12" fmla="*/ 131763 w 263525"/>
                <a:gd name="connsiteY12" fmla="*/ 0 h 327025"/>
                <a:gd name="connsiteX13" fmla="*/ 258358 w 263525"/>
                <a:gd name="connsiteY13" fmla="*/ 45305 h 327025"/>
                <a:gd name="connsiteX14" fmla="*/ 209270 w 263525"/>
                <a:gd name="connsiteY14" fmla="*/ 62133 h 327025"/>
                <a:gd name="connsiteX15" fmla="*/ 209270 w 263525"/>
                <a:gd name="connsiteY15" fmla="*/ 113909 h 327025"/>
                <a:gd name="connsiteX16" fmla="*/ 204103 w 263525"/>
                <a:gd name="connsiteY16" fmla="*/ 121676 h 327025"/>
                <a:gd name="connsiteX17" fmla="*/ 164057 w 263525"/>
                <a:gd name="connsiteY17" fmla="*/ 192869 h 327025"/>
                <a:gd name="connsiteX18" fmla="*/ 263525 w 263525"/>
                <a:gd name="connsiteY18" fmla="*/ 293834 h 327025"/>
                <a:gd name="connsiteX19" fmla="*/ 180144 w 263525"/>
                <a:gd name="connsiteY19" fmla="*/ 323869 h 327025"/>
                <a:gd name="connsiteX20" fmla="*/ 132984 w 263525"/>
                <a:gd name="connsiteY20" fmla="*/ 325821 h 327025"/>
                <a:gd name="connsiteX21" fmla="*/ 169863 w 263525"/>
                <a:gd name="connsiteY21" fmla="*/ 289444 h 327025"/>
                <a:gd name="connsiteX22" fmla="*/ 138332 w 263525"/>
                <a:gd name="connsiteY22" fmla="*/ 214280 h 327025"/>
                <a:gd name="connsiteX23" fmla="*/ 150156 w 263525"/>
                <a:gd name="connsiteY23" fmla="*/ 200025 h 327025"/>
                <a:gd name="connsiteX24" fmla="*/ 131763 w 263525"/>
                <a:gd name="connsiteY24" fmla="*/ 203913 h 327025"/>
                <a:gd name="connsiteX25" fmla="*/ 113370 w 263525"/>
                <a:gd name="connsiteY25" fmla="*/ 200025 h 327025"/>
                <a:gd name="connsiteX26" fmla="*/ 125194 w 263525"/>
                <a:gd name="connsiteY26" fmla="*/ 214280 h 327025"/>
                <a:gd name="connsiteX27" fmla="*/ 126508 w 263525"/>
                <a:gd name="connsiteY27" fmla="*/ 214280 h 327025"/>
                <a:gd name="connsiteX28" fmla="*/ 93663 w 263525"/>
                <a:gd name="connsiteY28" fmla="*/ 289444 h 327025"/>
                <a:gd name="connsiteX29" fmla="*/ 109737 w 263525"/>
                <a:gd name="connsiteY29" fmla="*/ 305298 h 327025"/>
                <a:gd name="connsiteX30" fmla="*/ 130542 w 263525"/>
                <a:gd name="connsiteY30" fmla="*/ 325821 h 327025"/>
                <a:gd name="connsiteX31" fmla="*/ 83381 w 263525"/>
                <a:gd name="connsiteY31" fmla="*/ 323869 h 327025"/>
                <a:gd name="connsiteX32" fmla="*/ 0 w 263525"/>
                <a:gd name="connsiteY32" fmla="*/ 293834 h 327025"/>
                <a:gd name="connsiteX33" fmla="*/ 99468 w 263525"/>
                <a:gd name="connsiteY33" fmla="*/ 192869 h 327025"/>
                <a:gd name="connsiteX34" fmla="*/ 59423 w 263525"/>
                <a:gd name="connsiteY34" fmla="*/ 121676 h 327025"/>
                <a:gd name="connsiteX35" fmla="*/ 54255 w 263525"/>
                <a:gd name="connsiteY35" fmla="*/ 113909 h 327025"/>
                <a:gd name="connsiteX36" fmla="*/ 54255 w 263525"/>
                <a:gd name="connsiteY36" fmla="*/ 62133 h 327025"/>
                <a:gd name="connsiteX37" fmla="*/ 5167 w 263525"/>
                <a:gd name="connsiteY37" fmla="*/ 45305 h 327025"/>
                <a:gd name="connsiteX38" fmla="*/ 131763 w 263525"/>
                <a:gd name="connsiteY38" fmla="*/ 0 h 32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3525" h="327025">
                  <a:moveTo>
                    <a:pt x="132984" y="325821"/>
                  </a:moveTo>
                  <a:lnTo>
                    <a:pt x="131763" y="327025"/>
                  </a:lnTo>
                  <a:lnTo>
                    <a:pt x="130542" y="325821"/>
                  </a:lnTo>
                  <a:lnTo>
                    <a:pt x="131763" y="325871"/>
                  </a:lnTo>
                  <a:close/>
                  <a:moveTo>
                    <a:pt x="27895" y="58738"/>
                  </a:moveTo>
                  <a:lnTo>
                    <a:pt x="37420" y="61336"/>
                  </a:lnTo>
                  <a:cubicBezTo>
                    <a:pt x="37420" y="61336"/>
                    <a:pt x="37420" y="61336"/>
                    <a:pt x="37420" y="141866"/>
                  </a:cubicBezTo>
                  <a:cubicBezTo>
                    <a:pt x="40142" y="144464"/>
                    <a:pt x="42863" y="147061"/>
                    <a:pt x="42863" y="149659"/>
                  </a:cubicBezTo>
                  <a:cubicBezTo>
                    <a:pt x="42863" y="154855"/>
                    <a:pt x="38781" y="158751"/>
                    <a:pt x="33338" y="158751"/>
                  </a:cubicBezTo>
                  <a:cubicBezTo>
                    <a:pt x="27895" y="158751"/>
                    <a:pt x="23813" y="154855"/>
                    <a:pt x="23813" y="149659"/>
                  </a:cubicBezTo>
                  <a:cubicBezTo>
                    <a:pt x="23813" y="147061"/>
                    <a:pt x="25174" y="144464"/>
                    <a:pt x="27895" y="141866"/>
                  </a:cubicBezTo>
                  <a:cubicBezTo>
                    <a:pt x="27895" y="141866"/>
                    <a:pt x="27895" y="141866"/>
                    <a:pt x="27895" y="58738"/>
                  </a:cubicBezTo>
                  <a:close/>
                  <a:moveTo>
                    <a:pt x="131763" y="0"/>
                  </a:moveTo>
                  <a:cubicBezTo>
                    <a:pt x="131763" y="0"/>
                    <a:pt x="131763" y="0"/>
                    <a:pt x="258358" y="45305"/>
                  </a:cubicBezTo>
                  <a:cubicBezTo>
                    <a:pt x="258358" y="45305"/>
                    <a:pt x="258358" y="45305"/>
                    <a:pt x="209270" y="62133"/>
                  </a:cubicBezTo>
                  <a:cubicBezTo>
                    <a:pt x="209270" y="62133"/>
                    <a:pt x="209270" y="62133"/>
                    <a:pt x="209270" y="113909"/>
                  </a:cubicBezTo>
                  <a:cubicBezTo>
                    <a:pt x="209270" y="116498"/>
                    <a:pt x="207978" y="119087"/>
                    <a:pt x="204103" y="121676"/>
                  </a:cubicBezTo>
                  <a:cubicBezTo>
                    <a:pt x="202811" y="148859"/>
                    <a:pt x="187310" y="177336"/>
                    <a:pt x="164057" y="192869"/>
                  </a:cubicBezTo>
                  <a:cubicBezTo>
                    <a:pt x="222188" y="207108"/>
                    <a:pt x="263525" y="256296"/>
                    <a:pt x="263525" y="293834"/>
                  </a:cubicBezTo>
                  <a:cubicBezTo>
                    <a:pt x="263525" y="309853"/>
                    <a:pt x="226467" y="319864"/>
                    <a:pt x="180144" y="323869"/>
                  </a:cubicBezTo>
                  <a:lnTo>
                    <a:pt x="132984" y="325821"/>
                  </a:lnTo>
                  <a:lnTo>
                    <a:pt x="169863" y="289444"/>
                  </a:lnTo>
                  <a:cubicBezTo>
                    <a:pt x="169863" y="289444"/>
                    <a:pt x="169863" y="289444"/>
                    <a:pt x="138332" y="214280"/>
                  </a:cubicBezTo>
                  <a:cubicBezTo>
                    <a:pt x="138332" y="214280"/>
                    <a:pt x="138332" y="214280"/>
                    <a:pt x="150156" y="200025"/>
                  </a:cubicBezTo>
                  <a:cubicBezTo>
                    <a:pt x="144901" y="202617"/>
                    <a:pt x="138332" y="203913"/>
                    <a:pt x="131763" y="203913"/>
                  </a:cubicBezTo>
                  <a:cubicBezTo>
                    <a:pt x="125194" y="203913"/>
                    <a:pt x="118625" y="202617"/>
                    <a:pt x="113370" y="200025"/>
                  </a:cubicBezTo>
                  <a:cubicBezTo>
                    <a:pt x="113370" y="200025"/>
                    <a:pt x="113370" y="200025"/>
                    <a:pt x="125194" y="214280"/>
                  </a:cubicBezTo>
                  <a:cubicBezTo>
                    <a:pt x="125194" y="214280"/>
                    <a:pt x="125194" y="214280"/>
                    <a:pt x="126508" y="214280"/>
                  </a:cubicBezTo>
                  <a:cubicBezTo>
                    <a:pt x="126508" y="214280"/>
                    <a:pt x="126508" y="214280"/>
                    <a:pt x="93663" y="289444"/>
                  </a:cubicBezTo>
                  <a:cubicBezTo>
                    <a:pt x="93663" y="289444"/>
                    <a:pt x="93663" y="289444"/>
                    <a:pt x="109737" y="305298"/>
                  </a:cubicBezTo>
                  <a:lnTo>
                    <a:pt x="130542" y="325821"/>
                  </a:lnTo>
                  <a:lnTo>
                    <a:pt x="83381" y="323869"/>
                  </a:lnTo>
                  <a:cubicBezTo>
                    <a:pt x="37058" y="319864"/>
                    <a:pt x="0" y="309853"/>
                    <a:pt x="0" y="293834"/>
                  </a:cubicBezTo>
                  <a:cubicBezTo>
                    <a:pt x="0" y="256296"/>
                    <a:pt x="42629" y="207108"/>
                    <a:pt x="99468" y="192869"/>
                  </a:cubicBezTo>
                  <a:cubicBezTo>
                    <a:pt x="77508" y="177336"/>
                    <a:pt x="60714" y="148859"/>
                    <a:pt x="59423" y="121676"/>
                  </a:cubicBezTo>
                  <a:cubicBezTo>
                    <a:pt x="55547" y="119087"/>
                    <a:pt x="54255" y="116498"/>
                    <a:pt x="54255" y="113909"/>
                  </a:cubicBezTo>
                  <a:cubicBezTo>
                    <a:pt x="54255" y="113909"/>
                    <a:pt x="54255" y="113909"/>
                    <a:pt x="54255" y="62133"/>
                  </a:cubicBezTo>
                  <a:cubicBezTo>
                    <a:pt x="54255" y="62133"/>
                    <a:pt x="54255" y="62133"/>
                    <a:pt x="5167" y="45305"/>
                  </a:cubicBezTo>
                  <a:cubicBezTo>
                    <a:pt x="5167" y="45305"/>
                    <a:pt x="5167" y="45305"/>
                    <a:pt x="1317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3447101-7604-AFEC-D30B-E78D63A61F21}"/>
              </a:ext>
            </a:extLst>
          </p:cNvPr>
          <p:cNvGrpSpPr/>
          <p:nvPr/>
        </p:nvGrpSpPr>
        <p:grpSpPr>
          <a:xfrm>
            <a:off x="5295069" y="1105229"/>
            <a:ext cx="6022219" cy="1662181"/>
            <a:chOff x="5295069" y="1105229"/>
            <a:chExt cx="6022219" cy="1662181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C7CE9926-832F-F0B9-B115-E2C83335E8BA}"/>
                </a:ext>
              </a:extLst>
            </p:cNvPr>
            <p:cNvGrpSpPr/>
            <p:nvPr/>
          </p:nvGrpSpPr>
          <p:grpSpPr>
            <a:xfrm>
              <a:off x="6317132" y="1203219"/>
              <a:ext cx="5000156" cy="1564191"/>
              <a:chOff x="6723970" y="2930779"/>
              <a:chExt cx="5000156" cy="947759"/>
            </a:xfrm>
          </p:grpSpPr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A1C66D15-BECA-6BA8-B6FB-C851B2D5AFDD}"/>
                  </a:ext>
                </a:extLst>
              </p:cNvPr>
              <p:cNvSpPr/>
              <p:nvPr/>
            </p:nvSpPr>
            <p:spPr>
              <a:xfrm>
                <a:off x="6723970" y="3285516"/>
                <a:ext cx="5000156" cy="593022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如果表达式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1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的值为真，结果为表达式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2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的值，否则为表达式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3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的值</a:t>
                </a: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81E1CB0C-9C9B-53C4-0672-3EE71DC79CA6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2241974" cy="32448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运算结果</a:t>
                </a:r>
              </a:p>
            </p:txBody>
          </p:sp>
        </p:grp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02E4ED77-9DCE-8859-6311-641F8F614592}"/>
                </a:ext>
              </a:extLst>
            </p:cNvPr>
            <p:cNvSpPr/>
            <p:nvPr/>
          </p:nvSpPr>
          <p:spPr>
            <a:xfrm>
              <a:off x="5295069" y="1105229"/>
              <a:ext cx="770775" cy="770775"/>
            </a:xfrm>
            <a:prstGeom prst="ellipse">
              <a:avLst/>
            </a:prstGeom>
            <a:solidFill>
              <a:srgbClr val="ACC0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sp>
        <p:nvSpPr>
          <p:cNvPr id="52" name="椭圆 36">
            <a:extLst>
              <a:ext uri="{FF2B5EF4-FFF2-40B4-BE49-F238E27FC236}">
                <a16:creationId xmlns:a16="http://schemas.microsoft.com/office/drawing/2014/main" id="{8FD5C96D-5DEC-33AF-E20D-BE45E5E289F0}"/>
              </a:ext>
            </a:extLst>
          </p:cNvPr>
          <p:cNvSpPr/>
          <p:nvPr/>
        </p:nvSpPr>
        <p:spPr>
          <a:xfrm>
            <a:off x="5530689" y="1260458"/>
            <a:ext cx="299536" cy="460318"/>
          </a:xfrm>
          <a:custGeom>
            <a:avLst/>
            <a:gdLst>
              <a:gd name="connsiteX0" fmla="*/ 66675 w 215900"/>
              <a:gd name="connsiteY0" fmla="*/ 115887 h 331788"/>
              <a:gd name="connsiteX1" fmla="*/ 149225 w 215900"/>
              <a:gd name="connsiteY1" fmla="*/ 115887 h 331788"/>
              <a:gd name="connsiteX2" fmla="*/ 149225 w 215900"/>
              <a:gd name="connsiteY2" fmla="*/ 250859 h 331788"/>
              <a:gd name="connsiteX3" fmla="*/ 107950 w 215900"/>
              <a:gd name="connsiteY3" fmla="*/ 293687 h 331788"/>
              <a:gd name="connsiteX4" fmla="*/ 66675 w 215900"/>
              <a:gd name="connsiteY4" fmla="*/ 250859 h 331788"/>
              <a:gd name="connsiteX5" fmla="*/ 66675 w 215900"/>
              <a:gd name="connsiteY5" fmla="*/ 115887 h 331788"/>
              <a:gd name="connsiteX6" fmla="*/ 20637 w 215900"/>
              <a:gd name="connsiteY6" fmla="*/ 20637 h 331788"/>
              <a:gd name="connsiteX7" fmla="*/ 20637 w 215900"/>
              <a:gd name="connsiteY7" fmla="*/ 33606 h 331788"/>
              <a:gd name="connsiteX8" fmla="*/ 48003 w 215900"/>
              <a:gd name="connsiteY8" fmla="*/ 33606 h 331788"/>
              <a:gd name="connsiteX9" fmla="*/ 48003 w 215900"/>
              <a:gd name="connsiteY9" fmla="*/ 251491 h 331788"/>
              <a:gd name="connsiteX10" fmla="*/ 107950 w 215900"/>
              <a:gd name="connsiteY10" fmla="*/ 311150 h 331788"/>
              <a:gd name="connsiteX11" fmla="*/ 167896 w 215900"/>
              <a:gd name="connsiteY11" fmla="*/ 251491 h 331788"/>
              <a:gd name="connsiteX12" fmla="*/ 167896 w 215900"/>
              <a:gd name="connsiteY12" fmla="*/ 33606 h 331788"/>
              <a:gd name="connsiteX13" fmla="*/ 195262 w 215900"/>
              <a:gd name="connsiteY13" fmla="*/ 33606 h 331788"/>
              <a:gd name="connsiteX14" fmla="*/ 195262 w 215900"/>
              <a:gd name="connsiteY14" fmla="*/ 20637 h 331788"/>
              <a:gd name="connsiteX15" fmla="*/ 20637 w 215900"/>
              <a:gd name="connsiteY15" fmla="*/ 20637 h 331788"/>
              <a:gd name="connsiteX16" fmla="*/ 0 w 215900"/>
              <a:gd name="connsiteY16" fmla="*/ 0 h 331788"/>
              <a:gd name="connsiteX17" fmla="*/ 215900 w 215900"/>
              <a:gd name="connsiteY17" fmla="*/ 0 h 331788"/>
              <a:gd name="connsiteX18" fmla="*/ 215900 w 215900"/>
              <a:gd name="connsiteY18" fmla="*/ 54434 h 331788"/>
              <a:gd name="connsiteX19" fmla="*/ 188588 w 215900"/>
              <a:gd name="connsiteY19" fmla="*/ 54434 h 331788"/>
              <a:gd name="connsiteX20" fmla="*/ 188588 w 215900"/>
              <a:gd name="connsiteY20" fmla="*/ 251433 h 331788"/>
              <a:gd name="connsiteX21" fmla="*/ 107950 w 215900"/>
              <a:gd name="connsiteY21" fmla="*/ 331788 h 331788"/>
              <a:gd name="connsiteX22" fmla="*/ 27312 w 215900"/>
              <a:gd name="connsiteY22" fmla="*/ 251433 h 331788"/>
              <a:gd name="connsiteX23" fmla="*/ 27312 w 215900"/>
              <a:gd name="connsiteY23" fmla="*/ 54434 h 331788"/>
              <a:gd name="connsiteX24" fmla="*/ 0 w 215900"/>
              <a:gd name="connsiteY24" fmla="*/ 54434 h 331788"/>
              <a:gd name="connsiteX25" fmla="*/ 0 w 215900"/>
              <a:gd name="connsiteY25" fmla="*/ 0 h 33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15900" h="331788">
                <a:moveTo>
                  <a:pt x="66675" y="115887"/>
                </a:moveTo>
                <a:cubicBezTo>
                  <a:pt x="66675" y="115887"/>
                  <a:pt x="66675" y="115887"/>
                  <a:pt x="149225" y="115887"/>
                </a:cubicBezTo>
                <a:cubicBezTo>
                  <a:pt x="149225" y="115887"/>
                  <a:pt x="149225" y="115887"/>
                  <a:pt x="149225" y="250859"/>
                </a:cubicBezTo>
                <a:cubicBezTo>
                  <a:pt x="149225" y="274220"/>
                  <a:pt x="131167" y="293687"/>
                  <a:pt x="107950" y="293687"/>
                </a:cubicBezTo>
                <a:cubicBezTo>
                  <a:pt x="84733" y="293687"/>
                  <a:pt x="66675" y="274220"/>
                  <a:pt x="66675" y="250859"/>
                </a:cubicBezTo>
                <a:cubicBezTo>
                  <a:pt x="66675" y="250859"/>
                  <a:pt x="66675" y="250859"/>
                  <a:pt x="66675" y="115887"/>
                </a:cubicBezTo>
                <a:close/>
                <a:moveTo>
                  <a:pt x="20637" y="20637"/>
                </a:moveTo>
                <a:cubicBezTo>
                  <a:pt x="20637" y="20637"/>
                  <a:pt x="20637" y="20637"/>
                  <a:pt x="20637" y="33606"/>
                </a:cubicBezTo>
                <a:cubicBezTo>
                  <a:pt x="20637" y="33606"/>
                  <a:pt x="20637" y="33606"/>
                  <a:pt x="48003" y="33606"/>
                </a:cubicBezTo>
                <a:cubicBezTo>
                  <a:pt x="48003" y="33606"/>
                  <a:pt x="48003" y="33606"/>
                  <a:pt x="48003" y="251491"/>
                </a:cubicBezTo>
                <a:cubicBezTo>
                  <a:pt x="48003" y="283914"/>
                  <a:pt x="75370" y="311150"/>
                  <a:pt x="107950" y="311150"/>
                </a:cubicBezTo>
                <a:cubicBezTo>
                  <a:pt x="140529" y="311150"/>
                  <a:pt x="167896" y="283914"/>
                  <a:pt x="167896" y="251491"/>
                </a:cubicBezTo>
                <a:cubicBezTo>
                  <a:pt x="167896" y="251491"/>
                  <a:pt x="167896" y="251491"/>
                  <a:pt x="167896" y="33606"/>
                </a:cubicBezTo>
                <a:cubicBezTo>
                  <a:pt x="167896" y="33606"/>
                  <a:pt x="167896" y="33606"/>
                  <a:pt x="195262" y="33606"/>
                </a:cubicBezTo>
                <a:cubicBezTo>
                  <a:pt x="195262" y="33606"/>
                  <a:pt x="195262" y="33606"/>
                  <a:pt x="195262" y="20637"/>
                </a:cubicBezTo>
                <a:cubicBezTo>
                  <a:pt x="195262" y="20637"/>
                  <a:pt x="195262" y="20637"/>
                  <a:pt x="20637" y="20637"/>
                </a:cubicBezTo>
                <a:close/>
                <a:moveTo>
                  <a:pt x="0" y="0"/>
                </a:moveTo>
                <a:lnTo>
                  <a:pt x="215900" y="0"/>
                </a:lnTo>
                <a:cubicBezTo>
                  <a:pt x="215900" y="0"/>
                  <a:pt x="215900" y="0"/>
                  <a:pt x="215900" y="54434"/>
                </a:cubicBezTo>
                <a:cubicBezTo>
                  <a:pt x="215900" y="54434"/>
                  <a:pt x="215900" y="54434"/>
                  <a:pt x="188588" y="54434"/>
                </a:cubicBezTo>
                <a:cubicBezTo>
                  <a:pt x="188588" y="54434"/>
                  <a:pt x="188588" y="54434"/>
                  <a:pt x="188588" y="251433"/>
                </a:cubicBezTo>
                <a:cubicBezTo>
                  <a:pt x="188588" y="295499"/>
                  <a:pt x="152171" y="331788"/>
                  <a:pt x="107950" y="331788"/>
                </a:cubicBezTo>
                <a:cubicBezTo>
                  <a:pt x="63729" y="331788"/>
                  <a:pt x="27312" y="295499"/>
                  <a:pt x="27312" y="251433"/>
                </a:cubicBezTo>
                <a:cubicBezTo>
                  <a:pt x="27312" y="251433"/>
                  <a:pt x="27312" y="251433"/>
                  <a:pt x="27312" y="54434"/>
                </a:cubicBezTo>
                <a:cubicBezTo>
                  <a:pt x="27312" y="54434"/>
                  <a:pt x="27312" y="54434"/>
                  <a:pt x="0" y="54434"/>
                </a:cubicBezTo>
                <a:cubicBezTo>
                  <a:pt x="0" y="54434"/>
                  <a:pt x="0" y="5443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latin typeface="+mn-ea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0D3D07ED-3E8D-7F8F-C30D-77A7617EDBD8}"/>
              </a:ext>
            </a:extLst>
          </p:cNvPr>
          <p:cNvGrpSpPr/>
          <p:nvPr/>
        </p:nvGrpSpPr>
        <p:grpSpPr>
          <a:xfrm>
            <a:off x="5295069" y="2966428"/>
            <a:ext cx="6022219" cy="1409666"/>
            <a:chOff x="5295069" y="5166529"/>
            <a:chExt cx="6022219" cy="1409666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8E85478C-BE81-FC14-51B5-3C2524EC6144}"/>
                </a:ext>
              </a:extLst>
            </p:cNvPr>
            <p:cNvGrpSpPr/>
            <p:nvPr/>
          </p:nvGrpSpPr>
          <p:grpSpPr>
            <a:xfrm>
              <a:off x="6317132" y="5166529"/>
              <a:ext cx="5000156" cy="1409666"/>
              <a:chOff x="6723970" y="2930779"/>
              <a:chExt cx="5000156" cy="1409666"/>
            </a:xfrm>
          </p:grpSpPr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0E2B7175-BF2B-C57E-8843-D1E4CEB87EC8}"/>
                  </a:ext>
                </a:extLst>
              </p:cNvPr>
              <p:cNvSpPr/>
              <p:nvPr/>
            </p:nvSpPr>
            <p:spPr>
              <a:xfrm>
                <a:off x="6723970" y="3361716"/>
                <a:ext cx="5000156" cy="97872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初等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&gt;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单目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&gt;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算术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&gt;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关系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&gt;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逻辑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&gt;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条件</a:t>
                </a:r>
                <a:r>
                  <a:rPr lang="en-US" alt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&gt;</a:t>
                </a:r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赋值</a:t>
                </a: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1F91C8D5-AC06-87B2-D649-2F49CF35D439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2241974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优先级</a:t>
                </a:r>
              </a:p>
            </p:txBody>
          </p:sp>
        </p:grp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2F48C1F4-5C47-7F86-C92B-5DE08A301E2A}"/>
                </a:ext>
              </a:extLst>
            </p:cNvPr>
            <p:cNvSpPr/>
            <p:nvPr/>
          </p:nvSpPr>
          <p:spPr>
            <a:xfrm>
              <a:off x="5295069" y="5286249"/>
              <a:ext cx="770775" cy="770775"/>
            </a:xfrm>
            <a:prstGeom prst="ellipse">
              <a:avLst/>
            </a:prstGeom>
            <a:solidFill>
              <a:srgbClr val="B1B5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56" name="椭圆 42">
              <a:extLst>
                <a:ext uri="{FF2B5EF4-FFF2-40B4-BE49-F238E27FC236}">
                  <a16:creationId xmlns:a16="http://schemas.microsoft.com/office/drawing/2014/main" id="{01692636-D7FD-F3B8-575B-EC1783A227E9}"/>
                </a:ext>
              </a:extLst>
            </p:cNvPr>
            <p:cNvSpPr/>
            <p:nvPr/>
          </p:nvSpPr>
          <p:spPr>
            <a:xfrm>
              <a:off x="5450298" y="5497407"/>
              <a:ext cx="460318" cy="348460"/>
            </a:xfrm>
            <a:custGeom>
              <a:avLst/>
              <a:gdLst>
                <a:gd name="connsiteX0" fmla="*/ 73819 w 331341"/>
                <a:gd name="connsiteY0" fmla="*/ 138113 h 250825"/>
                <a:gd name="connsiteX1" fmla="*/ 58737 w 331341"/>
                <a:gd name="connsiteY1" fmla="*/ 152401 h 250825"/>
                <a:gd name="connsiteX2" fmla="*/ 73819 w 331341"/>
                <a:gd name="connsiteY2" fmla="*/ 166689 h 250825"/>
                <a:gd name="connsiteX3" fmla="*/ 88901 w 331341"/>
                <a:gd name="connsiteY3" fmla="*/ 152401 h 250825"/>
                <a:gd name="connsiteX4" fmla="*/ 73819 w 331341"/>
                <a:gd name="connsiteY4" fmla="*/ 138113 h 250825"/>
                <a:gd name="connsiteX5" fmla="*/ 75406 w 331341"/>
                <a:gd name="connsiteY5" fmla="*/ 123825 h 250825"/>
                <a:gd name="connsiteX6" fmla="*/ 103928 w 331341"/>
                <a:gd name="connsiteY6" fmla="*/ 153238 h 250825"/>
                <a:gd name="connsiteX7" fmla="*/ 97446 w 331341"/>
                <a:gd name="connsiteY7" fmla="*/ 171141 h 250825"/>
                <a:gd name="connsiteX8" fmla="*/ 113003 w 331341"/>
                <a:gd name="connsiteY8" fmla="*/ 200554 h 250825"/>
                <a:gd name="connsiteX9" fmla="*/ 113003 w 331341"/>
                <a:gd name="connsiteY9" fmla="*/ 204391 h 250825"/>
                <a:gd name="connsiteX10" fmla="*/ 107818 w 331341"/>
                <a:gd name="connsiteY10" fmla="*/ 205670 h 250825"/>
                <a:gd name="connsiteX11" fmla="*/ 96149 w 331341"/>
                <a:gd name="connsiteY11" fmla="*/ 199275 h 250825"/>
                <a:gd name="connsiteX12" fmla="*/ 94853 w 331341"/>
                <a:gd name="connsiteY12" fmla="*/ 212064 h 250825"/>
                <a:gd name="connsiteX13" fmla="*/ 93557 w 331341"/>
                <a:gd name="connsiteY13" fmla="*/ 214621 h 250825"/>
                <a:gd name="connsiteX14" fmla="*/ 92260 w 331341"/>
                <a:gd name="connsiteY14" fmla="*/ 214621 h 250825"/>
                <a:gd name="connsiteX15" fmla="*/ 88371 w 331341"/>
                <a:gd name="connsiteY15" fmla="*/ 213342 h 250825"/>
                <a:gd name="connsiteX16" fmla="*/ 75406 w 331341"/>
                <a:gd name="connsiteY16" fmla="*/ 189045 h 250825"/>
                <a:gd name="connsiteX17" fmla="*/ 61145 w 331341"/>
                <a:gd name="connsiteY17" fmla="*/ 213342 h 250825"/>
                <a:gd name="connsiteX18" fmla="*/ 57255 w 331341"/>
                <a:gd name="connsiteY18" fmla="*/ 214621 h 250825"/>
                <a:gd name="connsiteX19" fmla="*/ 55959 w 331341"/>
                <a:gd name="connsiteY19" fmla="*/ 214621 h 250825"/>
                <a:gd name="connsiteX20" fmla="*/ 54663 w 331341"/>
                <a:gd name="connsiteY20" fmla="*/ 212064 h 250825"/>
                <a:gd name="connsiteX21" fmla="*/ 53366 w 331341"/>
                <a:gd name="connsiteY21" fmla="*/ 199275 h 250825"/>
                <a:gd name="connsiteX22" fmla="*/ 41698 w 331341"/>
                <a:gd name="connsiteY22" fmla="*/ 205670 h 250825"/>
                <a:gd name="connsiteX23" fmla="*/ 37808 w 331341"/>
                <a:gd name="connsiteY23" fmla="*/ 204391 h 250825"/>
                <a:gd name="connsiteX24" fmla="*/ 36512 w 331341"/>
                <a:gd name="connsiteY24" fmla="*/ 200554 h 250825"/>
                <a:gd name="connsiteX25" fmla="*/ 52070 w 331341"/>
                <a:gd name="connsiteY25" fmla="*/ 171141 h 250825"/>
                <a:gd name="connsiteX26" fmla="*/ 45587 w 331341"/>
                <a:gd name="connsiteY26" fmla="*/ 153238 h 250825"/>
                <a:gd name="connsiteX27" fmla="*/ 75406 w 331341"/>
                <a:gd name="connsiteY27" fmla="*/ 123825 h 250825"/>
                <a:gd name="connsiteX28" fmla="*/ 15512 w 331341"/>
                <a:gd name="connsiteY28" fmla="*/ 47625 h 250825"/>
                <a:gd name="connsiteX29" fmla="*/ 159000 w 331341"/>
                <a:gd name="connsiteY29" fmla="*/ 47625 h 250825"/>
                <a:gd name="connsiteX30" fmla="*/ 148658 w 331341"/>
                <a:gd name="connsiteY30" fmla="*/ 69628 h 250825"/>
                <a:gd name="connsiteX31" fmla="*/ 147366 w 331341"/>
                <a:gd name="connsiteY31" fmla="*/ 73510 h 250825"/>
                <a:gd name="connsiteX32" fmla="*/ 23268 w 331341"/>
                <a:gd name="connsiteY32" fmla="*/ 73510 h 250825"/>
                <a:gd name="connsiteX33" fmla="*/ 23268 w 331341"/>
                <a:gd name="connsiteY33" fmla="*/ 224940 h 250825"/>
                <a:gd name="connsiteX34" fmla="*/ 248195 w 331341"/>
                <a:gd name="connsiteY34" fmla="*/ 224940 h 250825"/>
                <a:gd name="connsiteX35" fmla="*/ 248195 w 331341"/>
                <a:gd name="connsiteY35" fmla="*/ 142107 h 250825"/>
                <a:gd name="connsiteX36" fmla="*/ 271463 w 331341"/>
                <a:gd name="connsiteY36" fmla="*/ 143401 h 250825"/>
                <a:gd name="connsiteX37" fmla="*/ 271463 w 331341"/>
                <a:gd name="connsiteY37" fmla="*/ 235294 h 250825"/>
                <a:gd name="connsiteX38" fmla="*/ 255951 w 331341"/>
                <a:gd name="connsiteY38" fmla="*/ 250825 h 250825"/>
                <a:gd name="connsiteX39" fmla="*/ 15512 w 331341"/>
                <a:gd name="connsiteY39" fmla="*/ 250825 h 250825"/>
                <a:gd name="connsiteX40" fmla="*/ 0 w 331341"/>
                <a:gd name="connsiteY40" fmla="*/ 235294 h 250825"/>
                <a:gd name="connsiteX41" fmla="*/ 0 w 331341"/>
                <a:gd name="connsiteY41" fmla="*/ 63156 h 250825"/>
                <a:gd name="connsiteX42" fmla="*/ 15512 w 331341"/>
                <a:gd name="connsiteY42" fmla="*/ 47625 h 250825"/>
                <a:gd name="connsiteX43" fmla="*/ 175923 w 331341"/>
                <a:gd name="connsiteY43" fmla="*/ 0 h 250825"/>
                <a:gd name="connsiteX44" fmla="*/ 260350 w 331341"/>
                <a:gd name="connsiteY44" fmla="*/ 5179 h 250825"/>
                <a:gd name="connsiteX45" fmla="*/ 269442 w 331341"/>
                <a:gd name="connsiteY45" fmla="*/ 9063 h 250825"/>
                <a:gd name="connsiteX46" fmla="*/ 329189 w 331341"/>
                <a:gd name="connsiteY46" fmla="*/ 67322 h 250825"/>
                <a:gd name="connsiteX47" fmla="*/ 330488 w 331341"/>
                <a:gd name="connsiteY47" fmla="*/ 77680 h 250825"/>
                <a:gd name="connsiteX48" fmla="*/ 323994 w 331341"/>
                <a:gd name="connsiteY48" fmla="*/ 84153 h 250825"/>
                <a:gd name="connsiteX49" fmla="*/ 318798 w 331341"/>
                <a:gd name="connsiteY49" fmla="*/ 84153 h 250825"/>
                <a:gd name="connsiteX50" fmla="*/ 318798 w 331341"/>
                <a:gd name="connsiteY50" fmla="*/ 110046 h 250825"/>
                <a:gd name="connsiteX51" fmla="*/ 320097 w 331341"/>
                <a:gd name="connsiteY51" fmla="*/ 110046 h 250825"/>
                <a:gd name="connsiteX52" fmla="*/ 322695 w 331341"/>
                <a:gd name="connsiteY52" fmla="*/ 111341 h 250825"/>
                <a:gd name="connsiteX53" fmla="*/ 322695 w 331341"/>
                <a:gd name="connsiteY53" fmla="*/ 117814 h 250825"/>
                <a:gd name="connsiteX54" fmla="*/ 323994 w 331341"/>
                <a:gd name="connsiteY54" fmla="*/ 126877 h 250825"/>
                <a:gd name="connsiteX55" fmla="*/ 323994 w 331341"/>
                <a:gd name="connsiteY55" fmla="*/ 128171 h 250825"/>
                <a:gd name="connsiteX56" fmla="*/ 322695 w 331341"/>
                <a:gd name="connsiteY56" fmla="*/ 128171 h 250825"/>
                <a:gd name="connsiteX57" fmla="*/ 309706 w 331341"/>
                <a:gd name="connsiteY57" fmla="*/ 128171 h 250825"/>
                <a:gd name="connsiteX58" fmla="*/ 308407 w 331341"/>
                <a:gd name="connsiteY58" fmla="*/ 128171 h 250825"/>
                <a:gd name="connsiteX59" fmla="*/ 307109 w 331341"/>
                <a:gd name="connsiteY59" fmla="*/ 126877 h 250825"/>
                <a:gd name="connsiteX60" fmla="*/ 309706 w 331341"/>
                <a:gd name="connsiteY60" fmla="*/ 111341 h 250825"/>
                <a:gd name="connsiteX61" fmla="*/ 311005 w 331341"/>
                <a:gd name="connsiteY61" fmla="*/ 110046 h 250825"/>
                <a:gd name="connsiteX62" fmla="*/ 312304 w 331341"/>
                <a:gd name="connsiteY62" fmla="*/ 110046 h 250825"/>
                <a:gd name="connsiteX63" fmla="*/ 312304 w 331341"/>
                <a:gd name="connsiteY63" fmla="*/ 85448 h 250825"/>
                <a:gd name="connsiteX64" fmla="*/ 303212 w 331341"/>
                <a:gd name="connsiteY64" fmla="*/ 85448 h 250825"/>
                <a:gd name="connsiteX65" fmla="*/ 285028 w 331341"/>
                <a:gd name="connsiteY65" fmla="*/ 128171 h 250825"/>
                <a:gd name="connsiteX66" fmla="*/ 274637 w 331341"/>
                <a:gd name="connsiteY66" fmla="*/ 133350 h 250825"/>
                <a:gd name="connsiteX67" fmla="*/ 214889 w 331341"/>
                <a:gd name="connsiteY67" fmla="*/ 120404 h 250825"/>
                <a:gd name="connsiteX68" fmla="*/ 164234 w 331341"/>
                <a:gd name="connsiteY68" fmla="*/ 85448 h 250825"/>
                <a:gd name="connsiteX69" fmla="*/ 161636 w 331341"/>
                <a:gd name="connsiteY69" fmla="*/ 73796 h 250825"/>
                <a:gd name="connsiteX70" fmla="*/ 177222 w 331341"/>
                <a:gd name="connsiteY70" fmla="*/ 38840 h 250825"/>
                <a:gd name="connsiteX71" fmla="*/ 179820 w 331341"/>
                <a:gd name="connsiteY71" fmla="*/ 32367 h 250825"/>
                <a:gd name="connsiteX72" fmla="*/ 168130 w 331341"/>
                <a:gd name="connsiteY72" fmla="*/ 16831 h 250825"/>
                <a:gd name="connsiteX73" fmla="*/ 166831 w 331341"/>
                <a:gd name="connsiteY73" fmla="*/ 6473 h 250825"/>
                <a:gd name="connsiteX74" fmla="*/ 175923 w 331341"/>
                <a:gd name="connsiteY74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31341" h="250825">
                  <a:moveTo>
                    <a:pt x="73819" y="138113"/>
                  </a:moveTo>
                  <a:cubicBezTo>
                    <a:pt x="65489" y="138113"/>
                    <a:pt x="58737" y="144510"/>
                    <a:pt x="58737" y="152401"/>
                  </a:cubicBezTo>
                  <a:cubicBezTo>
                    <a:pt x="58737" y="160292"/>
                    <a:pt x="65489" y="166689"/>
                    <a:pt x="73819" y="166689"/>
                  </a:cubicBezTo>
                  <a:cubicBezTo>
                    <a:pt x="82149" y="166689"/>
                    <a:pt x="88901" y="160292"/>
                    <a:pt x="88901" y="152401"/>
                  </a:cubicBezTo>
                  <a:cubicBezTo>
                    <a:pt x="88901" y="144510"/>
                    <a:pt x="82149" y="138113"/>
                    <a:pt x="73819" y="138113"/>
                  </a:cubicBezTo>
                  <a:close/>
                  <a:moveTo>
                    <a:pt x="75406" y="123825"/>
                  </a:moveTo>
                  <a:cubicBezTo>
                    <a:pt x="90964" y="123825"/>
                    <a:pt x="103928" y="136613"/>
                    <a:pt x="103928" y="153238"/>
                  </a:cubicBezTo>
                  <a:cubicBezTo>
                    <a:pt x="103928" y="159632"/>
                    <a:pt x="101335" y="166026"/>
                    <a:pt x="97446" y="171141"/>
                  </a:cubicBezTo>
                  <a:cubicBezTo>
                    <a:pt x="97446" y="171141"/>
                    <a:pt x="97446" y="171141"/>
                    <a:pt x="113003" y="200554"/>
                  </a:cubicBezTo>
                  <a:cubicBezTo>
                    <a:pt x="114300" y="201833"/>
                    <a:pt x="114300" y="203112"/>
                    <a:pt x="113003" y="204391"/>
                  </a:cubicBezTo>
                  <a:cubicBezTo>
                    <a:pt x="111707" y="205670"/>
                    <a:pt x="109114" y="205670"/>
                    <a:pt x="107818" y="205670"/>
                  </a:cubicBezTo>
                  <a:cubicBezTo>
                    <a:pt x="107818" y="205670"/>
                    <a:pt x="107818" y="205670"/>
                    <a:pt x="96149" y="199275"/>
                  </a:cubicBezTo>
                  <a:cubicBezTo>
                    <a:pt x="96149" y="199275"/>
                    <a:pt x="96149" y="199275"/>
                    <a:pt x="94853" y="212064"/>
                  </a:cubicBezTo>
                  <a:cubicBezTo>
                    <a:pt x="94853" y="213342"/>
                    <a:pt x="94853" y="214621"/>
                    <a:pt x="93557" y="214621"/>
                  </a:cubicBezTo>
                  <a:cubicBezTo>
                    <a:pt x="93557" y="214621"/>
                    <a:pt x="92260" y="214621"/>
                    <a:pt x="92260" y="214621"/>
                  </a:cubicBezTo>
                  <a:cubicBezTo>
                    <a:pt x="90964" y="215900"/>
                    <a:pt x="89667" y="214621"/>
                    <a:pt x="88371" y="213342"/>
                  </a:cubicBezTo>
                  <a:cubicBezTo>
                    <a:pt x="88371" y="213342"/>
                    <a:pt x="88371" y="213342"/>
                    <a:pt x="75406" y="189045"/>
                  </a:cubicBezTo>
                  <a:cubicBezTo>
                    <a:pt x="75406" y="189045"/>
                    <a:pt x="75406" y="189045"/>
                    <a:pt x="61145" y="213342"/>
                  </a:cubicBezTo>
                  <a:cubicBezTo>
                    <a:pt x="61145" y="214621"/>
                    <a:pt x="58552" y="215900"/>
                    <a:pt x="57255" y="214621"/>
                  </a:cubicBezTo>
                  <a:cubicBezTo>
                    <a:pt x="57255" y="214621"/>
                    <a:pt x="57255" y="214621"/>
                    <a:pt x="55959" y="214621"/>
                  </a:cubicBezTo>
                  <a:cubicBezTo>
                    <a:pt x="55959" y="214621"/>
                    <a:pt x="54663" y="213342"/>
                    <a:pt x="54663" y="212064"/>
                  </a:cubicBezTo>
                  <a:cubicBezTo>
                    <a:pt x="54663" y="212064"/>
                    <a:pt x="54663" y="212064"/>
                    <a:pt x="53366" y="199275"/>
                  </a:cubicBezTo>
                  <a:cubicBezTo>
                    <a:pt x="53366" y="199275"/>
                    <a:pt x="53366" y="199275"/>
                    <a:pt x="41698" y="205670"/>
                  </a:cubicBezTo>
                  <a:cubicBezTo>
                    <a:pt x="40401" y="205670"/>
                    <a:pt x="39105" y="205670"/>
                    <a:pt x="37808" y="204391"/>
                  </a:cubicBezTo>
                  <a:cubicBezTo>
                    <a:pt x="36512" y="203112"/>
                    <a:pt x="36512" y="201833"/>
                    <a:pt x="36512" y="200554"/>
                  </a:cubicBezTo>
                  <a:cubicBezTo>
                    <a:pt x="36512" y="200554"/>
                    <a:pt x="36512" y="200554"/>
                    <a:pt x="52070" y="171141"/>
                  </a:cubicBezTo>
                  <a:cubicBezTo>
                    <a:pt x="48180" y="166026"/>
                    <a:pt x="45587" y="159632"/>
                    <a:pt x="45587" y="153238"/>
                  </a:cubicBezTo>
                  <a:cubicBezTo>
                    <a:pt x="45587" y="136613"/>
                    <a:pt x="58552" y="123825"/>
                    <a:pt x="75406" y="123825"/>
                  </a:cubicBezTo>
                  <a:close/>
                  <a:moveTo>
                    <a:pt x="15512" y="47625"/>
                  </a:moveTo>
                  <a:cubicBezTo>
                    <a:pt x="15512" y="47625"/>
                    <a:pt x="15512" y="47625"/>
                    <a:pt x="159000" y="47625"/>
                  </a:cubicBezTo>
                  <a:cubicBezTo>
                    <a:pt x="159000" y="47625"/>
                    <a:pt x="159000" y="47625"/>
                    <a:pt x="148658" y="69628"/>
                  </a:cubicBezTo>
                  <a:cubicBezTo>
                    <a:pt x="148658" y="70922"/>
                    <a:pt x="148658" y="72216"/>
                    <a:pt x="147366" y="73510"/>
                  </a:cubicBezTo>
                  <a:cubicBezTo>
                    <a:pt x="147366" y="73510"/>
                    <a:pt x="147366" y="73510"/>
                    <a:pt x="23268" y="73510"/>
                  </a:cubicBezTo>
                  <a:cubicBezTo>
                    <a:pt x="23268" y="73510"/>
                    <a:pt x="23268" y="73510"/>
                    <a:pt x="23268" y="224940"/>
                  </a:cubicBezTo>
                  <a:cubicBezTo>
                    <a:pt x="23268" y="224940"/>
                    <a:pt x="23268" y="224940"/>
                    <a:pt x="248195" y="224940"/>
                  </a:cubicBezTo>
                  <a:cubicBezTo>
                    <a:pt x="248195" y="224940"/>
                    <a:pt x="248195" y="224940"/>
                    <a:pt x="248195" y="142107"/>
                  </a:cubicBezTo>
                  <a:cubicBezTo>
                    <a:pt x="255951" y="143401"/>
                    <a:pt x="263707" y="143401"/>
                    <a:pt x="271463" y="143401"/>
                  </a:cubicBezTo>
                  <a:cubicBezTo>
                    <a:pt x="271463" y="143401"/>
                    <a:pt x="271463" y="143401"/>
                    <a:pt x="271463" y="235294"/>
                  </a:cubicBezTo>
                  <a:cubicBezTo>
                    <a:pt x="271463" y="243060"/>
                    <a:pt x="263707" y="250825"/>
                    <a:pt x="255951" y="250825"/>
                  </a:cubicBezTo>
                  <a:cubicBezTo>
                    <a:pt x="255951" y="250825"/>
                    <a:pt x="255951" y="250825"/>
                    <a:pt x="15512" y="250825"/>
                  </a:cubicBezTo>
                  <a:cubicBezTo>
                    <a:pt x="6463" y="250825"/>
                    <a:pt x="0" y="243060"/>
                    <a:pt x="0" y="235294"/>
                  </a:cubicBezTo>
                  <a:cubicBezTo>
                    <a:pt x="0" y="235294"/>
                    <a:pt x="0" y="235294"/>
                    <a:pt x="0" y="63156"/>
                  </a:cubicBezTo>
                  <a:cubicBezTo>
                    <a:pt x="0" y="54096"/>
                    <a:pt x="6463" y="47625"/>
                    <a:pt x="15512" y="47625"/>
                  </a:cubicBezTo>
                  <a:close/>
                  <a:moveTo>
                    <a:pt x="175923" y="0"/>
                  </a:moveTo>
                  <a:cubicBezTo>
                    <a:pt x="175923" y="0"/>
                    <a:pt x="175923" y="0"/>
                    <a:pt x="260350" y="5179"/>
                  </a:cubicBezTo>
                  <a:cubicBezTo>
                    <a:pt x="264246" y="3884"/>
                    <a:pt x="266844" y="5179"/>
                    <a:pt x="269442" y="9063"/>
                  </a:cubicBezTo>
                  <a:cubicBezTo>
                    <a:pt x="269442" y="9063"/>
                    <a:pt x="269442" y="9063"/>
                    <a:pt x="329189" y="67322"/>
                  </a:cubicBezTo>
                  <a:cubicBezTo>
                    <a:pt x="331787" y="69912"/>
                    <a:pt x="331787" y="75090"/>
                    <a:pt x="330488" y="77680"/>
                  </a:cubicBezTo>
                  <a:cubicBezTo>
                    <a:pt x="329189" y="81564"/>
                    <a:pt x="327890" y="82858"/>
                    <a:pt x="323994" y="84153"/>
                  </a:cubicBezTo>
                  <a:cubicBezTo>
                    <a:pt x="323994" y="84153"/>
                    <a:pt x="323994" y="84153"/>
                    <a:pt x="318798" y="84153"/>
                  </a:cubicBezTo>
                  <a:cubicBezTo>
                    <a:pt x="318798" y="84153"/>
                    <a:pt x="318798" y="84153"/>
                    <a:pt x="318798" y="110046"/>
                  </a:cubicBezTo>
                  <a:cubicBezTo>
                    <a:pt x="318798" y="110046"/>
                    <a:pt x="318798" y="110046"/>
                    <a:pt x="320097" y="110046"/>
                  </a:cubicBezTo>
                  <a:cubicBezTo>
                    <a:pt x="321396" y="110046"/>
                    <a:pt x="322695" y="111341"/>
                    <a:pt x="322695" y="111341"/>
                  </a:cubicBezTo>
                  <a:cubicBezTo>
                    <a:pt x="322695" y="111341"/>
                    <a:pt x="322695" y="111341"/>
                    <a:pt x="322695" y="117814"/>
                  </a:cubicBezTo>
                  <a:cubicBezTo>
                    <a:pt x="323994" y="120404"/>
                    <a:pt x="323994" y="122993"/>
                    <a:pt x="323994" y="126877"/>
                  </a:cubicBezTo>
                  <a:cubicBezTo>
                    <a:pt x="323994" y="126877"/>
                    <a:pt x="323994" y="126877"/>
                    <a:pt x="323994" y="128171"/>
                  </a:cubicBezTo>
                  <a:cubicBezTo>
                    <a:pt x="323994" y="128171"/>
                    <a:pt x="322695" y="128171"/>
                    <a:pt x="322695" y="128171"/>
                  </a:cubicBezTo>
                  <a:cubicBezTo>
                    <a:pt x="322695" y="128171"/>
                    <a:pt x="322695" y="128171"/>
                    <a:pt x="309706" y="128171"/>
                  </a:cubicBezTo>
                  <a:cubicBezTo>
                    <a:pt x="308407" y="128171"/>
                    <a:pt x="308407" y="128171"/>
                    <a:pt x="308407" y="128171"/>
                  </a:cubicBezTo>
                  <a:cubicBezTo>
                    <a:pt x="308407" y="126877"/>
                    <a:pt x="307109" y="126877"/>
                    <a:pt x="307109" y="126877"/>
                  </a:cubicBezTo>
                  <a:cubicBezTo>
                    <a:pt x="307109" y="126877"/>
                    <a:pt x="307109" y="126877"/>
                    <a:pt x="309706" y="111341"/>
                  </a:cubicBezTo>
                  <a:cubicBezTo>
                    <a:pt x="309706" y="111341"/>
                    <a:pt x="311005" y="110046"/>
                    <a:pt x="311005" y="110046"/>
                  </a:cubicBezTo>
                  <a:cubicBezTo>
                    <a:pt x="311005" y="110046"/>
                    <a:pt x="311005" y="110046"/>
                    <a:pt x="312304" y="110046"/>
                  </a:cubicBezTo>
                  <a:cubicBezTo>
                    <a:pt x="312304" y="110046"/>
                    <a:pt x="312304" y="110046"/>
                    <a:pt x="312304" y="85448"/>
                  </a:cubicBezTo>
                  <a:cubicBezTo>
                    <a:pt x="312304" y="85448"/>
                    <a:pt x="312304" y="85448"/>
                    <a:pt x="303212" y="85448"/>
                  </a:cubicBezTo>
                  <a:cubicBezTo>
                    <a:pt x="303212" y="85448"/>
                    <a:pt x="303212" y="85448"/>
                    <a:pt x="285028" y="128171"/>
                  </a:cubicBezTo>
                  <a:cubicBezTo>
                    <a:pt x="282430" y="132055"/>
                    <a:pt x="278534" y="133350"/>
                    <a:pt x="274637" y="133350"/>
                  </a:cubicBezTo>
                  <a:cubicBezTo>
                    <a:pt x="253855" y="133350"/>
                    <a:pt x="233073" y="128171"/>
                    <a:pt x="214889" y="120404"/>
                  </a:cubicBezTo>
                  <a:cubicBezTo>
                    <a:pt x="195406" y="112636"/>
                    <a:pt x="178521" y="99689"/>
                    <a:pt x="164234" y="85448"/>
                  </a:cubicBezTo>
                  <a:cubicBezTo>
                    <a:pt x="160337" y="81564"/>
                    <a:pt x="160337" y="77680"/>
                    <a:pt x="161636" y="73796"/>
                  </a:cubicBezTo>
                  <a:cubicBezTo>
                    <a:pt x="172027" y="51787"/>
                    <a:pt x="169429" y="58260"/>
                    <a:pt x="177222" y="38840"/>
                  </a:cubicBezTo>
                  <a:cubicBezTo>
                    <a:pt x="177222" y="38840"/>
                    <a:pt x="177222" y="38840"/>
                    <a:pt x="179820" y="32367"/>
                  </a:cubicBezTo>
                  <a:cubicBezTo>
                    <a:pt x="179820" y="32367"/>
                    <a:pt x="179820" y="32367"/>
                    <a:pt x="168130" y="16831"/>
                  </a:cubicBezTo>
                  <a:cubicBezTo>
                    <a:pt x="165532" y="14241"/>
                    <a:pt x="165532" y="10357"/>
                    <a:pt x="166831" y="6473"/>
                  </a:cubicBezTo>
                  <a:cubicBezTo>
                    <a:pt x="168130" y="2589"/>
                    <a:pt x="172027" y="0"/>
                    <a:pt x="1759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BD3BE177-6CA7-6085-0688-AA0C69F12745}"/>
              </a:ext>
            </a:extLst>
          </p:cNvPr>
          <p:cNvGrpSpPr/>
          <p:nvPr/>
        </p:nvGrpSpPr>
        <p:grpSpPr>
          <a:xfrm>
            <a:off x="526899" y="4575069"/>
            <a:ext cx="6022219" cy="1023618"/>
            <a:chOff x="5295069" y="1493010"/>
            <a:chExt cx="6022219" cy="1023618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23C048A8-9066-66DB-AC70-F4A65C262665}"/>
                </a:ext>
              </a:extLst>
            </p:cNvPr>
            <p:cNvGrpSpPr/>
            <p:nvPr/>
          </p:nvGrpSpPr>
          <p:grpSpPr>
            <a:xfrm>
              <a:off x="6317132" y="1493010"/>
              <a:ext cx="5000156" cy="1023618"/>
              <a:chOff x="6723970" y="2930779"/>
              <a:chExt cx="5000156" cy="1023618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1CC2AB4-857E-F4E4-9958-F32176C8F80E}"/>
                  </a:ext>
                </a:extLst>
              </p:cNvPr>
              <p:cNvSpPr/>
              <p:nvPr/>
            </p:nvSpPr>
            <p:spPr>
              <a:xfrm>
                <a:off x="6723970" y="3418866"/>
                <a:ext cx="5000156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从右到左</a:t>
                </a: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18AC8FC-31C1-5F33-F019-9C951E9D1F9C}"/>
                  </a:ext>
                </a:extLst>
              </p:cNvPr>
              <p:cNvSpPr/>
              <p:nvPr/>
            </p:nvSpPr>
            <p:spPr>
              <a:xfrm>
                <a:off x="6723970" y="2930779"/>
                <a:ext cx="2241974" cy="53553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9D6BAB"/>
                    </a:solidFill>
                    <a:latin typeface="+mn-ea"/>
                  </a:rPr>
                  <a:t>结合方向</a:t>
                </a:r>
              </a:p>
            </p:txBody>
          </p:sp>
        </p:grp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07BEA127-F67D-8DC6-2FDE-9E1269F166E3}"/>
                </a:ext>
              </a:extLst>
            </p:cNvPr>
            <p:cNvSpPr/>
            <p:nvPr/>
          </p:nvSpPr>
          <p:spPr>
            <a:xfrm>
              <a:off x="5295069" y="1612730"/>
              <a:ext cx="770775" cy="770775"/>
            </a:xfrm>
            <a:prstGeom prst="ellipse">
              <a:avLst/>
            </a:prstGeom>
            <a:solidFill>
              <a:srgbClr val="C8AC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62" name="椭圆 25">
              <a:extLst>
                <a:ext uri="{FF2B5EF4-FFF2-40B4-BE49-F238E27FC236}">
                  <a16:creationId xmlns:a16="http://schemas.microsoft.com/office/drawing/2014/main" id="{F32BBE01-F109-9D4B-8307-0AD948CF4BE1}"/>
                </a:ext>
              </a:extLst>
            </p:cNvPr>
            <p:cNvSpPr/>
            <p:nvPr/>
          </p:nvSpPr>
          <p:spPr>
            <a:xfrm>
              <a:off x="5450298" y="1775093"/>
              <a:ext cx="460318" cy="446049"/>
            </a:xfrm>
            <a:custGeom>
              <a:avLst/>
              <a:gdLst>
                <a:gd name="connsiteX0" fmla="*/ 58918 w 323554"/>
                <a:gd name="connsiteY0" fmla="*/ 189699 h 313525"/>
                <a:gd name="connsiteX1" fmla="*/ 101421 w 323554"/>
                <a:gd name="connsiteY1" fmla="*/ 189699 h 313525"/>
                <a:gd name="connsiteX2" fmla="*/ 103997 w 323554"/>
                <a:gd name="connsiteY2" fmla="*/ 189699 h 313525"/>
                <a:gd name="connsiteX3" fmla="*/ 114301 w 323554"/>
                <a:gd name="connsiteY3" fmla="*/ 201731 h 313525"/>
                <a:gd name="connsiteX4" fmla="*/ 113013 w 323554"/>
                <a:gd name="connsiteY4" fmla="*/ 205741 h 313525"/>
                <a:gd name="connsiteX5" fmla="*/ 101421 w 323554"/>
                <a:gd name="connsiteY5" fmla="*/ 215099 h 313525"/>
                <a:gd name="connsiteX6" fmla="*/ 58918 w 323554"/>
                <a:gd name="connsiteY6" fmla="*/ 215099 h 313525"/>
                <a:gd name="connsiteX7" fmla="*/ 46038 w 323554"/>
                <a:gd name="connsiteY7" fmla="*/ 201731 h 313525"/>
                <a:gd name="connsiteX8" fmla="*/ 58918 w 323554"/>
                <a:gd name="connsiteY8" fmla="*/ 189699 h 313525"/>
                <a:gd name="connsiteX9" fmla="*/ 149225 w 323554"/>
                <a:gd name="connsiteY9" fmla="*/ 165887 h 313525"/>
                <a:gd name="connsiteX10" fmla="*/ 142875 w 323554"/>
                <a:gd name="connsiteY10" fmla="*/ 186525 h 313525"/>
                <a:gd name="connsiteX11" fmla="*/ 153988 w 323554"/>
                <a:gd name="connsiteY11" fmla="*/ 196050 h 313525"/>
                <a:gd name="connsiteX12" fmla="*/ 173038 w 323554"/>
                <a:gd name="connsiteY12" fmla="*/ 188112 h 313525"/>
                <a:gd name="connsiteX13" fmla="*/ 145188 w 323554"/>
                <a:gd name="connsiteY13" fmla="*/ 151599 h 313525"/>
                <a:gd name="connsiteX14" fmla="*/ 187326 w 323554"/>
                <a:gd name="connsiteY14" fmla="*/ 190104 h 313525"/>
                <a:gd name="connsiteX15" fmla="*/ 138803 w 323554"/>
                <a:gd name="connsiteY15" fmla="*/ 210640 h 313525"/>
                <a:gd name="connsiteX16" fmla="*/ 131142 w 323554"/>
                <a:gd name="connsiteY16" fmla="*/ 210640 h 313525"/>
                <a:gd name="connsiteX17" fmla="*/ 129865 w 323554"/>
                <a:gd name="connsiteY17" fmla="*/ 202939 h 313525"/>
                <a:gd name="connsiteX18" fmla="*/ 145188 w 323554"/>
                <a:gd name="connsiteY18" fmla="*/ 151599 h 313525"/>
                <a:gd name="connsiteX19" fmla="*/ 58982 w 323554"/>
                <a:gd name="connsiteY19" fmla="*/ 146837 h 313525"/>
                <a:gd name="connsiteX20" fmla="*/ 130176 w 323554"/>
                <a:gd name="connsiteY20" fmla="*/ 146837 h 313525"/>
                <a:gd name="connsiteX21" fmla="*/ 130176 w 323554"/>
                <a:gd name="connsiteY21" fmla="*/ 148186 h 313525"/>
                <a:gd name="connsiteX22" fmla="*/ 122409 w 323554"/>
                <a:gd name="connsiteY22" fmla="*/ 173825 h 313525"/>
                <a:gd name="connsiteX23" fmla="*/ 58982 w 323554"/>
                <a:gd name="connsiteY23" fmla="*/ 173825 h 313525"/>
                <a:gd name="connsiteX24" fmla="*/ 46038 w 323554"/>
                <a:gd name="connsiteY24" fmla="*/ 160331 h 313525"/>
                <a:gd name="connsiteX25" fmla="*/ 58982 w 323554"/>
                <a:gd name="connsiteY25" fmla="*/ 146837 h 313525"/>
                <a:gd name="connsiteX26" fmla="*/ 59011 w 323554"/>
                <a:gd name="connsiteY26" fmla="*/ 105562 h 313525"/>
                <a:gd name="connsiteX27" fmla="*/ 166688 w 323554"/>
                <a:gd name="connsiteY27" fmla="*/ 105562 h 313525"/>
                <a:gd name="connsiteX28" fmla="*/ 144634 w 323554"/>
                <a:gd name="connsiteY28" fmla="*/ 130962 h 313525"/>
                <a:gd name="connsiteX29" fmla="*/ 59011 w 323554"/>
                <a:gd name="connsiteY29" fmla="*/ 130962 h 313525"/>
                <a:gd name="connsiteX30" fmla="*/ 46038 w 323554"/>
                <a:gd name="connsiteY30" fmla="*/ 118930 h 313525"/>
                <a:gd name="connsiteX31" fmla="*/ 59011 w 323554"/>
                <a:gd name="connsiteY31" fmla="*/ 105562 h 313525"/>
                <a:gd name="connsiteX32" fmla="*/ 226883 w 323554"/>
                <a:gd name="connsiteY32" fmla="*/ 81749 h 313525"/>
                <a:gd name="connsiteX33" fmla="*/ 224292 w 323554"/>
                <a:gd name="connsiteY33" fmla="*/ 83037 h 313525"/>
                <a:gd name="connsiteX34" fmla="*/ 171159 w 323554"/>
                <a:gd name="connsiteY34" fmla="*/ 140996 h 313525"/>
                <a:gd name="connsiteX35" fmla="*/ 172455 w 323554"/>
                <a:gd name="connsiteY35" fmla="*/ 146148 h 313525"/>
                <a:gd name="connsiteX36" fmla="*/ 175047 w 323554"/>
                <a:gd name="connsiteY36" fmla="*/ 148724 h 313525"/>
                <a:gd name="connsiteX37" fmla="*/ 177639 w 323554"/>
                <a:gd name="connsiteY37" fmla="*/ 150012 h 313525"/>
                <a:gd name="connsiteX38" fmla="*/ 180230 w 323554"/>
                <a:gd name="connsiteY38" fmla="*/ 148724 h 313525"/>
                <a:gd name="connsiteX39" fmla="*/ 232067 w 323554"/>
                <a:gd name="connsiteY39" fmla="*/ 90765 h 313525"/>
                <a:gd name="connsiteX40" fmla="*/ 232067 w 323554"/>
                <a:gd name="connsiteY40" fmla="*/ 85613 h 313525"/>
                <a:gd name="connsiteX41" fmla="*/ 229475 w 323554"/>
                <a:gd name="connsiteY41" fmla="*/ 83037 h 313525"/>
                <a:gd name="connsiteX42" fmla="*/ 226883 w 323554"/>
                <a:gd name="connsiteY42" fmla="*/ 81749 h 313525"/>
                <a:gd name="connsiteX43" fmla="*/ 247254 w 323554"/>
                <a:gd name="connsiteY43" fmla="*/ 62303 h 313525"/>
                <a:gd name="connsiteX44" fmla="*/ 242491 w 323554"/>
                <a:gd name="connsiteY44" fmla="*/ 63493 h 313525"/>
                <a:gd name="connsiteX45" fmla="*/ 237729 w 323554"/>
                <a:gd name="connsiteY45" fmla="*/ 68256 h 313525"/>
                <a:gd name="connsiteX46" fmla="*/ 236538 w 323554"/>
                <a:gd name="connsiteY46" fmla="*/ 70637 h 313525"/>
                <a:gd name="connsiteX47" fmla="*/ 237729 w 323554"/>
                <a:gd name="connsiteY47" fmla="*/ 73019 h 313525"/>
                <a:gd name="connsiteX48" fmla="*/ 240110 w 323554"/>
                <a:gd name="connsiteY48" fmla="*/ 74209 h 313525"/>
                <a:gd name="connsiteX49" fmla="*/ 242491 w 323554"/>
                <a:gd name="connsiteY49" fmla="*/ 75400 h 313525"/>
                <a:gd name="connsiteX50" fmla="*/ 244873 w 323554"/>
                <a:gd name="connsiteY50" fmla="*/ 75400 h 313525"/>
                <a:gd name="connsiteX51" fmla="*/ 244873 w 323554"/>
                <a:gd name="connsiteY51" fmla="*/ 74209 h 313525"/>
                <a:gd name="connsiteX52" fmla="*/ 249635 w 323554"/>
                <a:gd name="connsiteY52" fmla="*/ 69447 h 313525"/>
                <a:gd name="connsiteX53" fmla="*/ 249635 w 323554"/>
                <a:gd name="connsiteY53" fmla="*/ 64684 h 313525"/>
                <a:gd name="connsiteX54" fmla="*/ 247254 w 323554"/>
                <a:gd name="connsiteY54" fmla="*/ 62303 h 313525"/>
                <a:gd name="connsiteX55" fmla="*/ 24647 w 323554"/>
                <a:gd name="connsiteY55" fmla="*/ 48412 h 313525"/>
                <a:gd name="connsiteX56" fmla="*/ 201069 w 323554"/>
                <a:gd name="connsiteY56" fmla="*/ 48412 h 313525"/>
                <a:gd name="connsiteX57" fmla="*/ 214041 w 323554"/>
                <a:gd name="connsiteY57" fmla="*/ 52292 h 313525"/>
                <a:gd name="connsiteX58" fmla="*/ 193285 w 323554"/>
                <a:gd name="connsiteY58" fmla="*/ 76863 h 313525"/>
                <a:gd name="connsiteX59" fmla="*/ 181610 w 323554"/>
                <a:gd name="connsiteY59" fmla="*/ 72983 h 313525"/>
                <a:gd name="connsiteX60" fmla="*/ 45403 w 323554"/>
                <a:gd name="connsiteY60" fmla="*/ 72983 h 313525"/>
                <a:gd name="connsiteX61" fmla="*/ 24647 w 323554"/>
                <a:gd name="connsiteY61" fmla="*/ 93675 h 313525"/>
                <a:gd name="connsiteX62" fmla="*/ 24647 w 323554"/>
                <a:gd name="connsiteY62" fmla="*/ 268262 h 313525"/>
                <a:gd name="connsiteX63" fmla="*/ 45403 w 323554"/>
                <a:gd name="connsiteY63" fmla="*/ 287660 h 313525"/>
                <a:gd name="connsiteX64" fmla="*/ 181610 w 323554"/>
                <a:gd name="connsiteY64" fmla="*/ 287660 h 313525"/>
                <a:gd name="connsiteX65" fmla="*/ 202366 w 323554"/>
                <a:gd name="connsiteY65" fmla="*/ 268262 h 313525"/>
                <a:gd name="connsiteX66" fmla="*/ 202366 w 323554"/>
                <a:gd name="connsiteY66" fmla="*/ 202307 h 313525"/>
                <a:gd name="connsiteX67" fmla="*/ 203663 w 323554"/>
                <a:gd name="connsiteY67" fmla="*/ 201014 h 313525"/>
                <a:gd name="connsiteX68" fmla="*/ 206258 w 323554"/>
                <a:gd name="connsiteY68" fmla="*/ 198427 h 313525"/>
                <a:gd name="connsiteX69" fmla="*/ 227013 w 323554"/>
                <a:gd name="connsiteY69" fmla="*/ 175149 h 313525"/>
                <a:gd name="connsiteX70" fmla="*/ 227013 w 323554"/>
                <a:gd name="connsiteY70" fmla="*/ 287660 h 313525"/>
                <a:gd name="connsiteX71" fmla="*/ 201069 w 323554"/>
                <a:gd name="connsiteY71" fmla="*/ 313525 h 313525"/>
                <a:gd name="connsiteX72" fmla="*/ 25944 w 323554"/>
                <a:gd name="connsiteY72" fmla="*/ 313525 h 313525"/>
                <a:gd name="connsiteX73" fmla="*/ 0 w 323554"/>
                <a:gd name="connsiteY73" fmla="*/ 287660 h 313525"/>
                <a:gd name="connsiteX74" fmla="*/ 0 w 323554"/>
                <a:gd name="connsiteY74" fmla="*/ 72983 h 313525"/>
                <a:gd name="connsiteX75" fmla="*/ 24647 w 323554"/>
                <a:gd name="connsiteY75" fmla="*/ 48412 h 313525"/>
                <a:gd name="connsiteX76" fmla="*/ 242888 w 323554"/>
                <a:gd name="connsiteY76" fmla="*/ 42062 h 313525"/>
                <a:gd name="connsiteX77" fmla="*/ 285751 w 323554"/>
                <a:gd name="connsiteY77" fmla="*/ 81750 h 313525"/>
                <a:gd name="connsiteX78" fmla="*/ 279401 w 323554"/>
                <a:gd name="connsiteY78" fmla="*/ 89687 h 313525"/>
                <a:gd name="connsiteX79" fmla="*/ 200026 w 323554"/>
                <a:gd name="connsiteY79" fmla="*/ 178587 h 313525"/>
                <a:gd name="connsiteX80" fmla="*/ 193676 w 323554"/>
                <a:gd name="connsiteY80" fmla="*/ 184937 h 313525"/>
                <a:gd name="connsiteX81" fmla="*/ 150813 w 323554"/>
                <a:gd name="connsiteY81" fmla="*/ 146837 h 313525"/>
                <a:gd name="connsiteX82" fmla="*/ 155576 w 323554"/>
                <a:gd name="connsiteY82" fmla="*/ 138899 h 313525"/>
                <a:gd name="connsiteX83" fmla="*/ 236538 w 323554"/>
                <a:gd name="connsiteY83" fmla="*/ 48412 h 313525"/>
                <a:gd name="connsiteX84" fmla="*/ 257175 w 323554"/>
                <a:gd name="connsiteY84" fmla="*/ 26187 h 313525"/>
                <a:gd name="connsiteX85" fmla="*/ 301625 w 323554"/>
                <a:gd name="connsiteY85" fmla="*/ 64287 h 313525"/>
                <a:gd name="connsiteX86" fmla="*/ 295275 w 323554"/>
                <a:gd name="connsiteY86" fmla="*/ 72225 h 313525"/>
                <a:gd name="connsiteX87" fmla="*/ 290513 w 323554"/>
                <a:gd name="connsiteY87" fmla="*/ 75400 h 313525"/>
                <a:gd name="connsiteX88" fmla="*/ 247650 w 323554"/>
                <a:gd name="connsiteY88" fmla="*/ 37300 h 313525"/>
                <a:gd name="connsiteX89" fmla="*/ 250825 w 323554"/>
                <a:gd name="connsiteY89" fmla="*/ 34125 h 313525"/>
                <a:gd name="connsiteX90" fmla="*/ 285750 w 323554"/>
                <a:gd name="connsiteY90" fmla="*/ 11899 h 313525"/>
                <a:gd name="connsiteX91" fmla="*/ 279400 w 323554"/>
                <a:gd name="connsiteY91" fmla="*/ 19837 h 313525"/>
                <a:gd name="connsiteX92" fmla="*/ 304800 w 323554"/>
                <a:gd name="connsiteY92" fmla="*/ 43649 h 313525"/>
                <a:gd name="connsiteX93" fmla="*/ 312738 w 323554"/>
                <a:gd name="connsiteY93" fmla="*/ 35712 h 313525"/>
                <a:gd name="connsiteX94" fmla="*/ 285265 w 323554"/>
                <a:gd name="connsiteY94" fmla="*/ 516 h 313525"/>
                <a:gd name="connsiteX95" fmla="*/ 294336 w 323554"/>
                <a:gd name="connsiteY95" fmla="*/ 3151 h 313525"/>
                <a:gd name="connsiteX96" fmla="*/ 318958 w 323554"/>
                <a:gd name="connsiteY96" fmla="*/ 25545 h 313525"/>
                <a:gd name="connsiteX97" fmla="*/ 320254 w 323554"/>
                <a:gd name="connsiteY97" fmla="*/ 43987 h 313525"/>
                <a:gd name="connsiteX98" fmla="*/ 305999 w 323554"/>
                <a:gd name="connsiteY98" fmla="*/ 61112 h 313525"/>
                <a:gd name="connsiteX99" fmla="*/ 261938 w 323554"/>
                <a:gd name="connsiteY99" fmla="*/ 20276 h 313525"/>
                <a:gd name="connsiteX100" fmla="*/ 276193 w 323554"/>
                <a:gd name="connsiteY100" fmla="*/ 4468 h 313525"/>
                <a:gd name="connsiteX101" fmla="*/ 285265 w 323554"/>
                <a:gd name="connsiteY101" fmla="*/ 516 h 31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23554" h="313525">
                  <a:moveTo>
                    <a:pt x="58918" y="189699"/>
                  </a:moveTo>
                  <a:cubicBezTo>
                    <a:pt x="58918" y="189699"/>
                    <a:pt x="58918" y="189699"/>
                    <a:pt x="101421" y="189699"/>
                  </a:cubicBezTo>
                  <a:cubicBezTo>
                    <a:pt x="102709" y="189699"/>
                    <a:pt x="102709" y="189699"/>
                    <a:pt x="103997" y="189699"/>
                  </a:cubicBezTo>
                  <a:cubicBezTo>
                    <a:pt x="109149" y="189699"/>
                    <a:pt x="114301" y="195046"/>
                    <a:pt x="114301" y="201731"/>
                  </a:cubicBezTo>
                  <a:cubicBezTo>
                    <a:pt x="114301" y="203067"/>
                    <a:pt x="114301" y="204404"/>
                    <a:pt x="113013" y="205741"/>
                  </a:cubicBezTo>
                  <a:cubicBezTo>
                    <a:pt x="111725" y="211088"/>
                    <a:pt x="107861" y="215099"/>
                    <a:pt x="101421" y="215099"/>
                  </a:cubicBezTo>
                  <a:cubicBezTo>
                    <a:pt x="101421" y="215099"/>
                    <a:pt x="101421" y="215099"/>
                    <a:pt x="58918" y="215099"/>
                  </a:cubicBezTo>
                  <a:cubicBezTo>
                    <a:pt x="51190" y="215099"/>
                    <a:pt x="46038" y="209752"/>
                    <a:pt x="46038" y="201731"/>
                  </a:cubicBezTo>
                  <a:cubicBezTo>
                    <a:pt x="46038" y="195046"/>
                    <a:pt x="51190" y="189699"/>
                    <a:pt x="58918" y="189699"/>
                  </a:cubicBezTo>
                  <a:close/>
                  <a:moveTo>
                    <a:pt x="149225" y="165887"/>
                  </a:moveTo>
                  <a:lnTo>
                    <a:pt x="142875" y="186525"/>
                  </a:lnTo>
                  <a:lnTo>
                    <a:pt x="153988" y="196050"/>
                  </a:lnTo>
                  <a:lnTo>
                    <a:pt x="173038" y="188112"/>
                  </a:lnTo>
                  <a:close/>
                  <a:moveTo>
                    <a:pt x="145188" y="151599"/>
                  </a:moveTo>
                  <a:cubicBezTo>
                    <a:pt x="145188" y="151599"/>
                    <a:pt x="145188" y="151599"/>
                    <a:pt x="187326" y="190104"/>
                  </a:cubicBezTo>
                  <a:cubicBezTo>
                    <a:pt x="187326" y="190104"/>
                    <a:pt x="187326" y="190104"/>
                    <a:pt x="138803" y="210640"/>
                  </a:cubicBezTo>
                  <a:cubicBezTo>
                    <a:pt x="136249" y="211924"/>
                    <a:pt x="133696" y="211924"/>
                    <a:pt x="131142" y="210640"/>
                  </a:cubicBezTo>
                  <a:cubicBezTo>
                    <a:pt x="129865" y="208073"/>
                    <a:pt x="128588" y="205506"/>
                    <a:pt x="129865" y="202939"/>
                  </a:cubicBezTo>
                  <a:cubicBezTo>
                    <a:pt x="129865" y="202939"/>
                    <a:pt x="129865" y="202939"/>
                    <a:pt x="145188" y="151599"/>
                  </a:cubicBezTo>
                  <a:close/>
                  <a:moveTo>
                    <a:pt x="58982" y="146837"/>
                  </a:moveTo>
                  <a:cubicBezTo>
                    <a:pt x="58982" y="146837"/>
                    <a:pt x="58982" y="146837"/>
                    <a:pt x="130176" y="146837"/>
                  </a:cubicBezTo>
                  <a:cubicBezTo>
                    <a:pt x="130176" y="148186"/>
                    <a:pt x="130176" y="148186"/>
                    <a:pt x="130176" y="148186"/>
                  </a:cubicBezTo>
                  <a:lnTo>
                    <a:pt x="122409" y="173825"/>
                  </a:lnTo>
                  <a:cubicBezTo>
                    <a:pt x="122409" y="173825"/>
                    <a:pt x="122409" y="173825"/>
                    <a:pt x="58982" y="173825"/>
                  </a:cubicBezTo>
                  <a:cubicBezTo>
                    <a:pt x="51216" y="173825"/>
                    <a:pt x="46038" y="167078"/>
                    <a:pt x="46038" y="160331"/>
                  </a:cubicBezTo>
                  <a:cubicBezTo>
                    <a:pt x="46038" y="153584"/>
                    <a:pt x="51216" y="146837"/>
                    <a:pt x="58982" y="146837"/>
                  </a:cubicBezTo>
                  <a:close/>
                  <a:moveTo>
                    <a:pt x="59011" y="105562"/>
                  </a:moveTo>
                  <a:lnTo>
                    <a:pt x="166688" y="105562"/>
                  </a:lnTo>
                  <a:cubicBezTo>
                    <a:pt x="166688" y="105562"/>
                    <a:pt x="166688" y="105562"/>
                    <a:pt x="144634" y="130962"/>
                  </a:cubicBezTo>
                  <a:cubicBezTo>
                    <a:pt x="144634" y="130962"/>
                    <a:pt x="144634" y="130962"/>
                    <a:pt x="59011" y="130962"/>
                  </a:cubicBezTo>
                  <a:cubicBezTo>
                    <a:pt x="51227" y="130962"/>
                    <a:pt x="46038" y="125615"/>
                    <a:pt x="46038" y="118930"/>
                  </a:cubicBezTo>
                  <a:cubicBezTo>
                    <a:pt x="46038" y="110909"/>
                    <a:pt x="51227" y="105562"/>
                    <a:pt x="59011" y="105562"/>
                  </a:cubicBezTo>
                  <a:close/>
                  <a:moveTo>
                    <a:pt x="226883" y="81749"/>
                  </a:moveTo>
                  <a:cubicBezTo>
                    <a:pt x="225587" y="81749"/>
                    <a:pt x="224292" y="83037"/>
                    <a:pt x="224292" y="83037"/>
                  </a:cubicBezTo>
                  <a:cubicBezTo>
                    <a:pt x="224292" y="83037"/>
                    <a:pt x="224292" y="83037"/>
                    <a:pt x="171159" y="140996"/>
                  </a:cubicBezTo>
                  <a:cubicBezTo>
                    <a:pt x="169863" y="142284"/>
                    <a:pt x="169863" y="144860"/>
                    <a:pt x="172455" y="146148"/>
                  </a:cubicBezTo>
                  <a:cubicBezTo>
                    <a:pt x="172455" y="146148"/>
                    <a:pt x="172455" y="146148"/>
                    <a:pt x="175047" y="148724"/>
                  </a:cubicBezTo>
                  <a:cubicBezTo>
                    <a:pt x="175047" y="148724"/>
                    <a:pt x="176343" y="150012"/>
                    <a:pt x="177639" y="150012"/>
                  </a:cubicBezTo>
                  <a:cubicBezTo>
                    <a:pt x="177639" y="150012"/>
                    <a:pt x="178934" y="148724"/>
                    <a:pt x="180230" y="148724"/>
                  </a:cubicBezTo>
                  <a:cubicBezTo>
                    <a:pt x="180230" y="148724"/>
                    <a:pt x="180230" y="148724"/>
                    <a:pt x="232067" y="90765"/>
                  </a:cubicBezTo>
                  <a:cubicBezTo>
                    <a:pt x="233363" y="89477"/>
                    <a:pt x="233363" y="86901"/>
                    <a:pt x="232067" y="85613"/>
                  </a:cubicBezTo>
                  <a:cubicBezTo>
                    <a:pt x="232067" y="85613"/>
                    <a:pt x="232067" y="85613"/>
                    <a:pt x="229475" y="83037"/>
                  </a:cubicBezTo>
                  <a:cubicBezTo>
                    <a:pt x="228179" y="81749"/>
                    <a:pt x="226883" y="81749"/>
                    <a:pt x="226883" y="81749"/>
                  </a:cubicBezTo>
                  <a:close/>
                  <a:moveTo>
                    <a:pt x="247254" y="62303"/>
                  </a:moveTo>
                  <a:cubicBezTo>
                    <a:pt x="244873" y="61112"/>
                    <a:pt x="243682" y="62303"/>
                    <a:pt x="242491" y="63493"/>
                  </a:cubicBezTo>
                  <a:cubicBezTo>
                    <a:pt x="242491" y="63493"/>
                    <a:pt x="242491" y="63493"/>
                    <a:pt x="237729" y="68256"/>
                  </a:cubicBezTo>
                  <a:cubicBezTo>
                    <a:pt x="237729" y="68256"/>
                    <a:pt x="236538" y="69447"/>
                    <a:pt x="236538" y="70637"/>
                  </a:cubicBezTo>
                  <a:cubicBezTo>
                    <a:pt x="236538" y="70637"/>
                    <a:pt x="237729" y="71828"/>
                    <a:pt x="237729" y="73019"/>
                  </a:cubicBezTo>
                  <a:cubicBezTo>
                    <a:pt x="237729" y="73019"/>
                    <a:pt x="237729" y="73019"/>
                    <a:pt x="240110" y="74209"/>
                  </a:cubicBezTo>
                  <a:cubicBezTo>
                    <a:pt x="241301" y="75400"/>
                    <a:pt x="242491" y="75400"/>
                    <a:pt x="242491" y="75400"/>
                  </a:cubicBezTo>
                  <a:cubicBezTo>
                    <a:pt x="243682" y="75400"/>
                    <a:pt x="243682" y="75400"/>
                    <a:pt x="244873" y="75400"/>
                  </a:cubicBezTo>
                  <a:cubicBezTo>
                    <a:pt x="244873" y="74209"/>
                    <a:pt x="244873" y="74209"/>
                    <a:pt x="244873" y="74209"/>
                  </a:cubicBezTo>
                  <a:cubicBezTo>
                    <a:pt x="244873" y="74209"/>
                    <a:pt x="244873" y="74209"/>
                    <a:pt x="249635" y="69447"/>
                  </a:cubicBezTo>
                  <a:cubicBezTo>
                    <a:pt x="250826" y="68256"/>
                    <a:pt x="250826" y="65875"/>
                    <a:pt x="249635" y="64684"/>
                  </a:cubicBezTo>
                  <a:cubicBezTo>
                    <a:pt x="249635" y="64684"/>
                    <a:pt x="249635" y="64684"/>
                    <a:pt x="247254" y="62303"/>
                  </a:cubicBezTo>
                  <a:close/>
                  <a:moveTo>
                    <a:pt x="24647" y="48412"/>
                  </a:moveTo>
                  <a:cubicBezTo>
                    <a:pt x="24647" y="48412"/>
                    <a:pt x="24647" y="48412"/>
                    <a:pt x="201069" y="48412"/>
                  </a:cubicBezTo>
                  <a:cubicBezTo>
                    <a:pt x="206258" y="48412"/>
                    <a:pt x="210149" y="49705"/>
                    <a:pt x="214041" y="52292"/>
                  </a:cubicBezTo>
                  <a:cubicBezTo>
                    <a:pt x="214041" y="52292"/>
                    <a:pt x="214041" y="52292"/>
                    <a:pt x="193285" y="76863"/>
                  </a:cubicBezTo>
                  <a:cubicBezTo>
                    <a:pt x="189394" y="74277"/>
                    <a:pt x="185502" y="72983"/>
                    <a:pt x="181610" y="72983"/>
                  </a:cubicBezTo>
                  <a:cubicBezTo>
                    <a:pt x="181610" y="72983"/>
                    <a:pt x="181610" y="72983"/>
                    <a:pt x="45403" y="72983"/>
                  </a:cubicBezTo>
                  <a:cubicBezTo>
                    <a:pt x="33728" y="72983"/>
                    <a:pt x="24647" y="82036"/>
                    <a:pt x="24647" y="93675"/>
                  </a:cubicBezTo>
                  <a:cubicBezTo>
                    <a:pt x="24647" y="93675"/>
                    <a:pt x="24647" y="93675"/>
                    <a:pt x="24647" y="268262"/>
                  </a:cubicBezTo>
                  <a:cubicBezTo>
                    <a:pt x="24647" y="278608"/>
                    <a:pt x="33728" y="287660"/>
                    <a:pt x="45403" y="287660"/>
                  </a:cubicBezTo>
                  <a:cubicBezTo>
                    <a:pt x="45403" y="287660"/>
                    <a:pt x="45403" y="287660"/>
                    <a:pt x="181610" y="287660"/>
                  </a:cubicBezTo>
                  <a:cubicBezTo>
                    <a:pt x="193285" y="287660"/>
                    <a:pt x="202366" y="278608"/>
                    <a:pt x="202366" y="268262"/>
                  </a:cubicBezTo>
                  <a:cubicBezTo>
                    <a:pt x="202366" y="268262"/>
                    <a:pt x="202366" y="268262"/>
                    <a:pt x="202366" y="202307"/>
                  </a:cubicBezTo>
                  <a:cubicBezTo>
                    <a:pt x="202366" y="202307"/>
                    <a:pt x="202366" y="201014"/>
                    <a:pt x="203663" y="201014"/>
                  </a:cubicBezTo>
                  <a:cubicBezTo>
                    <a:pt x="203663" y="199720"/>
                    <a:pt x="204960" y="199720"/>
                    <a:pt x="206258" y="198427"/>
                  </a:cubicBezTo>
                  <a:cubicBezTo>
                    <a:pt x="206258" y="198427"/>
                    <a:pt x="206258" y="198427"/>
                    <a:pt x="227013" y="175149"/>
                  </a:cubicBezTo>
                  <a:cubicBezTo>
                    <a:pt x="227013" y="175149"/>
                    <a:pt x="227013" y="175149"/>
                    <a:pt x="227013" y="287660"/>
                  </a:cubicBezTo>
                  <a:cubicBezTo>
                    <a:pt x="227013" y="301886"/>
                    <a:pt x="215338" y="313525"/>
                    <a:pt x="201069" y="313525"/>
                  </a:cubicBezTo>
                  <a:cubicBezTo>
                    <a:pt x="201069" y="313525"/>
                    <a:pt x="201069" y="313525"/>
                    <a:pt x="25944" y="313525"/>
                  </a:cubicBezTo>
                  <a:cubicBezTo>
                    <a:pt x="11675" y="313525"/>
                    <a:pt x="0" y="301886"/>
                    <a:pt x="0" y="287660"/>
                  </a:cubicBezTo>
                  <a:cubicBezTo>
                    <a:pt x="0" y="287660"/>
                    <a:pt x="0" y="287660"/>
                    <a:pt x="0" y="72983"/>
                  </a:cubicBezTo>
                  <a:cubicBezTo>
                    <a:pt x="0" y="60051"/>
                    <a:pt x="10378" y="48412"/>
                    <a:pt x="24647" y="48412"/>
                  </a:cubicBezTo>
                  <a:close/>
                  <a:moveTo>
                    <a:pt x="242888" y="42062"/>
                  </a:moveTo>
                  <a:lnTo>
                    <a:pt x="285751" y="81750"/>
                  </a:lnTo>
                  <a:lnTo>
                    <a:pt x="279401" y="89687"/>
                  </a:lnTo>
                  <a:lnTo>
                    <a:pt x="200026" y="178587"/>
                  </a:lnTo>
                  <a:lnTo>
                    <a:pt x="193676" y="184937"/>
                  </a:lnTo>
                  <a:lnTo>
                    <a:pt x="150813" y="146837"/>
                  </a:lnTo>
                  <a:lnTo>
                    <a:pt x="155576" y="138899"/>
                  </a:lnTo>
                  <a:lnTo>
                    <a:pt x="236538" y="48412"/>
                  </a:lnTo>
                  <a:close/>
                  <a:moveTo>
                    <a:pt x="257175" y="26187"/>
                  </a:moveTo>
                  <a:lnTo>
                    <a:pt x="301625" y="64287"/>
                  </a:lnTo>
                  <a:lnTo>
                    <a:pt x="295275" y="72225"/>
                  </a:lnTo>
                  <a:lnTo>
                    <a:pt x="290513" y="75400"/>
                  </a:lnTo>
                  <a:lnTo>
                    <a:pt x="247650" y="37300"/>
                  </a:lnTo>
                  <a:lnTo>
                    <a:pt x="250825" y="34125"/>
                  </a:lnTo>
                  <a:close/>
                  <a:moveTo>
                    <a:pt x="285750" y="11899"/>
                  </a:moveTo>
                  <a:lnTo>
                    <a:pt x="279400" y="19837"/>
                  </a:lnTo>
                  <a:lnTo>
                    <a:pt x="304800" y="43649"/>
                  </a:lnTo>
                  <a:lnTo>
                    <a:pt x="312738" y="35712"/>
                  </a:lnTo>
                  <a:close/>
                  <a:moveTo>
                    <a:pt x="285265" y="516"/>
                  </a:moveTo>
                  <a:cubicBezTo>
                    <a:pt x="289152" y="-801"/>
                    <a:pt x="291744" y="516"/>
                    <a:pt x="294336" y="3151"/>
                  </a:cubicBezTo>
                  <a:cubicBezTo>
                    <a:pt x="294336" y="3151"/>
                    <a:pt x="294336" y="3151"/>
                    <a:pt x="318958" y="25545"/>
                  </a:cubicBezTo>
                  <a:cubicBezTo>
                    <a:pt x="324142" y="30814"/>
                    <a:pt x="325438" y="38718"/>
                    <a:pt x="320254" y="43987"/>
                  </a:cubicBezTo>
                  <a:cubicBezTo>
                    <a:pt x="320254" y="43987"/>
                    <a:pt x="320254" y="43987"/>
                    <a:pt x="305999" y="61112"/>
                  </a:cubicBezTo>
                  <a:cubicBezTo>
                    <a:pt x="305999" y="61112"/>
                    <a:pt x="305999" y="61112"/>
                    <a:pt x="261938" y="20276"/>
                  </a:cubicBezTo>
                  <a:cubicBezTo>
                    <a:pt x="261938" y="20276"/>
                    <a:pt x="261938" y="20276"/>
                    <a:pt x="276193" y="4468"/>
                  </a:cubicBezTo>
                  <a:cubicBezTo>
                    <a:pt x="278785" y="1834"/>
                    <a:pt x="281377" y="516"/>
                    <a:pt x="285265" y="5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54101693-FE0C-E0EB-E00B-224A0BE921BF}"/>
              </a:ext>
            </a:extLst>
          </p:cNvPr>
          <p:cNvSpPr txBox="1"/>
          <p:nvPr/>
        </p:nvSpPr>
        <p:spPr>
          <a:xfrm>
            <a:off x="3501036" y="5048360"/>
            <a:ext cx="7874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a&gt;</a:t>
            </a:r>
            <a:r>
              <a:rPr lang="en-US" altLang="zh-CN" sz="2400" dirty="0" err="1"/>
              <a:t>b?c</a:t>
            </a:r>
            <a:r>
              <a:rPr lang="en-US" altLang="zh-CN" sz="2400" dirty="0"/>
              <a:t>&gt;</a:t>
            </a:r>
            <a:r>
              <a:rPr lang="en-US" altLang="zh-CN" sz="2400" dirty="0" err="1"/>
              <a:t>d?c:d:b</a:t>
            </a:r>
            <a:r>
              <a:rPr lang="zh-CN" altLang="en-US" sz="2400" dirty="0"/>
              <a:t>理解成</a:t>
            </a:r>
            <a:r>
              <a:rPr lang="en-US" altLang="zh-CN" sz="2400" dirty="0"/>
              <a:t>a&gt;b?(c&gt;</a:t>
            </a:r>
            <a:r>
              <a:rPr lang="en-US" altLang="zh-CN" sz="2400" dirty="0" err="1"/>
              <a:t>d?c:d</a:t>
            </a:r>
            <a:r>
              <a:rPr lang="en-US" altLang="zh-CN" sz="2400" dirty="0"/>
              <a:t>):b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401027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FDC139D-0613-96DB-0D8B-AE4045E107C7}"/>
              </a:ext>
            </a:extLst>
          </p:cNvPr>
          <p:cNvGrpSpPr/>
          <p:nvPr/>
        </p:nvGrpSpPr>
        <p:grpSpPr>
          <a:xfrm>
            <a:off x="455269" y="369186"/>
            <a:ext cx="3371280" cy="584775"/>
            <a:chOff x="455269" y="369186"/>
            <a:chExt cx="3371280" cy="58477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8982795-DCAF-BAD1-821F-47BEA30B1D74}"/>
                </a:ext>
              </a:extLst>
            </p:cNvPr>
            <p:cNvSpPr txBox="1"/>
            <p:nvPr/>
          </p:nvSpPr>
          <p:spPr>
            <a:xfrm>
              <a:off x="455269" y="430741"/>
              <a:ext cx="697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01-3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A676637-6D0E-BF84-B74E-2EBF756D965A}"/>
                </a:ext>
              </a:extLst>
            </p:cNvPr>
            <p:cNvSpPr txBox="1"/>
            <p:nvPr/>
          </p:nvSpPr>
          <p:spPr>
            <a:xfrm>
              <a:off x="1301499" y="369186"/>
              <a:ext cx="25250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多分支</a:t>
              </a: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216827B-D17A-0686-9F4C-69B892344FAD}"/>
              </a:ext>
            </a:extLst>
          </p:cNvPr>
          <p:cNvGrpSpPr/>
          <p:nvPr/>
        </p:nvGrpSpPr>
        <p:grpSpPr>
          <a:xfrm>
            <a:off x="84532" y="1277983"/>
            <a:ext cx="3264037" cy="770775"/>
            <a:chOff x="427432" y="1277983"/>
            <a:chExt cx="3264037" cy="77077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3D44C8A-3FD8-8619-0F05-D44F375EBB6D}"/>
                </a:ext>
              </a:extLst>
            </p:cNvPr>
            <p:cNvSpPr/>
            <p:nvPr/>
          </p:nvSpPr>
          <p:spPr>
            <a:xfrm>
              <a:off x="1449495" y="1321738"/>
              <a:ext cx="224197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语法格式</a:t>
              </a: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2000603-089F-99B6-F1D1-7065EC6B690C}"/>
                </a:ext>
              </a:extLst>
            </p:cNvPr>
            <p:cNvGrpSpPr/>
            <p:nvPr/>
          </p:nvGrpSpPr>
          <p:grpSpPr>
            <a:xfrm>
              <a:off x="427432" y="1277983"/>
              <a:ext cx="770775" cy="770775"/>
              <a:chOff x="427432" y="1636357"/>
              <a:chExt cx="770775" cy="770775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73DA5E0D-198E-0F1F-E460-A8F86C47D363}"/>
                  </a:ext>
                </a:extLst>
              </p:cNvPr>
              <p:cNvSpPr/>
              <p:nvPr/>
            </p:nvSpPr>
            <p:spPr>
              <a:xfrm>
                <a:off x="427432" y="1636357"/>
                <a:ext cx="770775" cy="770775"/>
              </a:xfrm>
              <a:prstGeom prst="ellipse">
                <a:avLst/>
              </a:prstGeom>
              <a:solidFill>
                <a:srgbClr val="C8AC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12" name="椭圆 23">
                <a:extLst>
                  <a:ext uri="{FF2B5EF4-FFF2-40B4-BE49-F238E27FC236}">
                    <a16:creationId xmlns:a16="http://schemas.microsoft.com/office/drawing/2014/main" id="{3ECDFC37-7566-E70C-2591-4873425FB4BA}"/>
                  </a:ext>
                </a:extLst>
              </p:cNvPr>
              <p:cNvSpPr/>
              <p:nvPr/>
            </p:nvSpPr>
            <p:spPr>
              <a:xfrm>
                <a:off x="582661" y="1809482"/>
                <a:ext cx="460318" cy="424526"/>
              </a:xfrm>
              <a:custGeom>
                <a:avLst/>
                <a:gdLst>
                  <a:gd name="connsiteX0" fmla="*/ 75173 w 330497"/>
                  <a:gd name="connsiteY0" fmla="*/ 222249 h 304800"/>
                  <a:gd name="connsiteX1" fmla="*/ 56870 w 330497"/>
                  <a:gd name="connsiteY1" fmla="*/ 239535 h 304800"/>
                  <a:gd name="connsiteX2" fmla="*/ 55563 w 330497"/>
                  <a:gd name="connsiteY2" fmla="*/ 242005 h 304800"/>
                  <a:gd name="connsiteX3" fmla="*/ 58178 w 330497"/>
                  <a:gd name="connsiteY3" fmla="*/ 243240 h 304800"/>
                  <a:gd name="connsiteX4" fmla="*/ 67329 w 330497"/>
                  <a:gd name="connsiteY4" fmla="*/ 244474 h 304800"/>
                  <a:gd name="connsiteX5" fmla="*/ 72559 w 330497"/>
                  <a:gd name="connsiteY5" fmla="*/ 240770 h 304800"/>
                  <a:gd name="connsiteX6" fmla="*/ 77788 w 330497"/>
                  <a:gd name="connsiteY6" fmla="*/ 225953 h 304800"/>
                  <a:gd name="connsiteX7" fmla="*/ 77788 w 330497"/>
                  <a:gd name="connsiteY7" fmla="*/ 223484 h 304800"/>
                  <a:gd name="connsiteX8" fmla="*/ 76481 w 330497"/>
                  <a:gd name="connsiteY8" fmla="*/ 222249 h 304800"/>
                  <a:gd name="connsiteX9" fmla="*/ 75173 w 330497"/>
                  <a:gd name="connsiteY9" fmla="*/ 222249 h 304800"/>
                  <a:gd name="connsiteX10" fmla="*/ 226286 w 330497"/>
                  <a:gd name="connsiteY10" fmla="*/ 209549 h 304800"/>
                  <a:gd name="connsiteX11" fmla="*/ 221258 w 330497"/>
                  <a:gd name="connsiteY11" fmla="*/ 213461 h 304800"/>
                  <a:gd name="connsiteX12" fmla="*/ 221258 w 330497"/>
                  <a:gd name="connsiteY12" fmla="*/ 216069 h 304800"/>
                  <a:gd name="connsiteX13" fmla="*/ 220002 w 330497"/>
                  <a:gd name="connsiteY13" fmla="*/ 222589 h 304800"/>
                  <a:gd name="connsiteX14" fmla="*/ 225029 w 330497"/>
                  <a:gd name="connsiteY14" fmla="*/ 223893 h 304800"/>
                  <a:gd name="connsiteX15" fmla="*/ 226286 w 330497"/>
                  <a:gd name="connsiteY15" fmla="*/ 229110 h 304800"/>
                  <a:gd name="connsiteX16" fmla="*/ 218745 w 330497"/>
                  <a:gd name="connsiteY16" fmla="*/ 233022 h 304800"/>
                  <a:gd name="connsiteX17" fmla="*/ 220002 w 330497"/>
                  <a:gd name="connsiteY17" fmla="*/ 236934 h 304800"/>
                  <a:gd name="connsiteX18" fmla="*/ 226286 w 330497"/>
                  <a:gd name="connsiteY18" fmla="*/ 240846 h 304800"/>
                  <a:gd name="connsiteX19" fmla="*/ 222515 w 330497"/>
                  <a:gd name="connsiteY19" fmla="*/ 247366 h 304800"/>
                  <a:gd name="connsiteX20" fmla="*/ 217488 w 330497"/>
                  <a:gd name="connsiteY20" fmla="*/ 252582 h 304800"/>
                  <a:gd name="connsiteX21" fmla="*/ 217488 w 330497"/>
                  <a:gd name="connsiteY21" fmla="*/ 253886 h 304800"/>
                  <a:gd name="connsiteX22" fmla="*/ 218745 w 330497"/>
                  <a:gd name="connsiteY22" fmla="*/ 253886 h 304800"/>
                  <a:gd name="connsiteX23" fmla="*/ 222515 w 330497"/>
                  <a:gd name="connsiteY23" fmla="*/ 252582 h 304800"/>
                  <a:gd name="connsiteX24" fmla="*/ 226286 w 330497"/>
                  <a:gd name="connsiteY24" fmla="*/ 253886 h 304800"/>
                  <a:gd name="connsiteX25" fmla="*/ 226286 w 330497"/>
                  <a:gd name="connsiteY25" fmla="*/ 259102 h 304800"/>
                  <a:gd name="connsiteX26" fmla="*/ 222515 w 330497"/>
                  <a:gd name="connsiteY26" fmla="*/ 265622 h 304800"/>
                  <a:gd name="connsiteX27" fmla="*/ 221258 w 330497"/>
                  <a:gd name="connsiteY27" fmla="*/ 276054 h 304800"/>
                  <a:gd name="connsiteX28" fmla="*/ 223772 w 330497"/>
                  <a:gd name="connsiteY28" fmla="*/ 282574 h 304800"/>
                  <a:gd name="connsiteX29" fmla="*/ 225029 w 330497"/>
                  <a:gd name="connsiteY29" fmla="*/ 282574 h 304800"/>
                  <a:gd name="connsiteX30" fmla="*/ 230056 w 330497"/>
                  <a:gd name="connsiteY30" fmla="*/ 266926 h 304800"/>
                  <a:gd name="connsiteX31" fmla="*/ 237597 w 330497"/>
                  <a:gd name="connsiteY31" fmla="*/ 261710 h 304800"/>
                  <a:gd name="connsiteX32" fmla="*/ 240110 w 330497"/>
                  <a:gd name="connsiteY32" fmla="*/ 264318 h 304800"/>
                  <a:gd name="connsiteX33" fmla="*/ 245137 w 330497"/>
                  <a:gd name="connsiteY33" fmla="*/ 268230 h 304800"/>
                  <a:gd name="connsiteX34" fmla="*/ 247651 w 330497"/>
                  <a:gd name="connsiteY34" fmla="*/ 268230 h 304800"/>
                  <a:gd name="connsiteX35" fmla="*/ 247651 w 330497"/>
                  <a:gd name="connsiteY35" fmla="*/ 266926 h 304800"/>
                  <a:gd name="connsiteX36" fmla="*/ 246394 w 330497"/>
                  <a:gd name="connsiteY36" fmla="*/ 263014 h 304800"/>
                  <a:gd name="connsiteX37" fmla="*/ 236340 w 330497"/>
                  <a:gd name="connsiteY37" fmla="*/ 218677 h 304800"/>
                  <a:gd name="connsiteX38" fmla="*/ 232569 w 330497"/>
                  <a:gd name="connsiteY38" fmla="*/ 209549 h 304800"/>
                  <a:gd name="connsiteX39" fmla="*/ 231313 w 330497"/>
                  <a:gd name="connsiteY39" fmla="*/ 209549 h 304800"/>
                  <a:gd name="connsiteX40" fmla="*/ 226286 w 330497"/>
                  <a:gd name="connsiteY40" fmla="*/ 209549 h 304800"/>
                  <a:gd name="connsiteX41" fmla="*/ 245475 w 330497"/>
                  <a:gd name="connsiteY41" fmla="*/ 204787 h 304800"/>
                  <a:gd name="connsiteX42" fmla="*/ 244182 w 330497"/>
                  <a:gd name="connsiteY42" fmla="*/ 206082 h 304800"/>
                  <a:gd name="connsiteX43" fmla="*/ 245475 w 330497"/>
                  <a:gd name="connsiteY43" fmla="*/ 215148 h 304800"/>
                  <a:gd name="connsiteX44" fmla="*/ 248062 w 330497"/>
                  <a:gd name="connsiteY44" fmla="*/ 221623 h 304800"/>
                  <a:gd name="connsiteX45" fmla="*/ 254530 w 330497"/>
                  <a:gd name="connsiteY45" fmla="*/ 248820 h 304800"/>
                  <a:gd name="connsiteX46" fmla="*/ 255823 w 330497"/>
                  <a:gd name="connsiteY46" fmla="*/ 252705 h 304800"/>
                  <a:gd name="connsiteX47" fmla="*/ 257117 w 330497"/>
                  <a:gd name="connsiteY47" fmla="*/ 254000 h 304800"/>
                  <a:gd name="connsiteX48" fmla="*/ 258410 w 330497"/>
                  <a:gd name="connsiteY48" fmla="*/ 252705 h 304800"/>
                  <a:gd name="connsiteX49" fmla="*/ 259704 w 330497"/>
                  <a:gd name="connsiteY49" fmla="*/ 247525 h 304800"/>
                  <a:gd name="connsiteX50" fmla="*/ 267465 w 330497"/>
                  <a:gd name="connsiteY50" fmla="*/ 241049 h 304800"/>
                  <a:gd name="connsiteX51" fmla="*/ 272639 w 330497"/>
                  <a:gd name="connsiteY51" fmla="*/ 242345 h 304800"/>
                  <a:gd name="connsiteX52" fmla="*/ 276520 w 330497"/>
                  <a:gd name="connsiteY52" fmla="*/ 242345 h 304800"/>
                  <a:gd name="connsiteX53" fmla="*/ 273932 w 330497"/>
                  <a:gd name="connsiteY53" fmla="*/ 238459 h 304800"/>
                  <a:gd name="connsiteX54" fmla="*/ 268758 w 330497"/>
                  <a:gd name="connsiteY54" fmla="*/ 233279 h 304800"/>
                  <a:gd name="connsiteX55" fmla="*/ 250649 w 330497"/>
                  <a:gd name="connsiteY55" fmla="*/ 211263 h 304800"/>
                  <a:gd name="connsiteX56" fmla="*/ 246769 w 330497"/>
                  <a:gd name="connsiteY56" fmla="*/ 204787 h 304800"/>
                  <a:gd name="connsiteX57" fmla="*/ 245475 w 330497"/>
                  <a:gd name="connsiteY57" fmla="*/ 204787 h 304800"/>
                  <a:gd name="connsiteX58" fmla="*/ 63501 w 330497"/>
                  <a:gd name="connsiteY58" fmla="*/ 191786 h 304800"/>
                  <a:gd name="connsiteX59" fmla="*/ 38822 w 330497"/>
                  <a:gd name="connsiteY59" fmla="*/ 193074 h 304800"/>
                  <a:gd name="connsiteX60" fmla="*/ 31029 w 330497"/>
                  <a:gd name="connsiteY60" fmla="*/ 198222 h 304800"/>
                  <a:gd name="connsiteX61" fmla="*/ 20638 w 330497"/>
                  <a:gd name="connsiteY61" fmla="*/ 226540 h 304800"/>
                  <a:gd name="connsiteX62" fmla="*/ 28431 w 330497"/>
                  <a:gd name="connsiteY62" fmla="*/ 260006 h 304800"/>
                  <a:gd name="connsiteX63" fmla="*/ 37523 w 330497"/>
                  <a:gd name="connsiteY63" fmla="*/ 271590 h 304800"/>
                  <a:gd name="connsiteX64" fmla="*/ 79087 w 330497"/>
                  <a:gd name="connsiteY64" fmla="*/ 284462 h 304800"/>
                  <a:gd name="connsiteX65" fmla="*/ 82984 w 330497"/>
                  <a:gd name="connsiteY65" fmla="*/ 284462 h 304800"/>
                  <a:gd name="connsiteX66" fmla="*/ 99869 w 330497"/>
                  <a:gd name="connsiteY66" fmla="*/ 275452 h 304800"/>
                  <a:gd name="connsiteX67" fmla="*/ 108961 w 330497"/>
                  <a:gd name="connsiteY67" fmla="*/ 266442 h 304800"/>
                  <a:gd name="connsiteX68" fmla="*/ 119352 w 330497"/>
                  <a:gd name="connsiteY68" fmla="*/ 240699 h 304800"/>
                  <a:gd name="connsiteX69" fmla="*/ 118053 w 330497"/>
                  <a:gd name="connsiteY69" fmla="*/ 230401 h 304800"/>
                  <a:gd name="connsiteX70" fmla="*/ 118053 w 330497"/>
                  <a:gd name="connsiteY70" fmla="*/ 229114 h 304800"/>
                  <a:gd name="connsiteX71" fmla="*/ 115455 w 330497"/>
                  <a:gd name="connsiteY71" fmla="*/ 230401 h 304800"/>
                  <a:gd name="connsiteX72" fmla="*/ 111559 w 330497"/>
                  <a:gd name="connsiteY72" fmla="*/ 235550 h 304800"/>
                  <a:gd name="connsiteX73" fmla="*/ 92076 w 330497"/>
                  <a:gd name="connsiteY73" fmla="*/ 254857 h 304800"/>
                  <a:gd name="connsiteX74" fmla="*/ 69995 w 330497"/>
                  <a:gd name="connsiteY74" fmla="*/ 260006 h 304800"/>
                  <a:gd name="connsiteX75" fmla="*/ 64800 w 330497"/>
                  <a:gd name="connsiteY75" fmla="*/ 260006 h 304800"/>
                  <a:gd name="connsiteX76" fmla="*/ 51811 w 330497"/>
                  <a:gd name="connsiteY76" fmla="*/ 258719 h 304800"/>
                  <a:gd name="connsiteX77" fmla="*/ 40121 w 330497"/>
                  <a:gd name="connsiteY77" fmla="*/ 249709 h 304800"/>
                  <a:gd name="connsiteX78" fmla="*/ 38822 w 330497"/>
                  <a:gd name="connsiteY78" fmla="*/ 248422 h 304800"/>
                  <a:gd name="connsiteX79" fmla="*/ 34926 w 330497"/>
                  <a:gd name="connsiteY79" fmla="*/ 241986 h 304800"/>
                  <a:gd name="connsiteX80" fmla="*/ 40121 w 330497"/>
                  <a:gd name="connsiteY80" fmla="*/ 230401 h 304800"/>
                  <a:gd name="connsiteX81" fmla="*/ 58305 w 330497"/>
                  <a:gd name="connsiteY81" fmla="*/ 214955 h 304800"/>
                  <a:gd name="connsiteX82" fmla="*/ 68696 w 330497"/>
                  <a:gd name="connsiteY82" fmla="*/ 205945 h 304800"/>
                  <a:gd name="connsiteX83" fmla="*/ 69995 w 330497"/>
                  <a:gd name="connsiteY83" fmla="*/ 200797 h 304800"/>
                  <a:gd name="connsiteX84" fmla="*/ 67397 w 330497"/>
                  <a:gd name="connsiteY84" fmla="*/ 194361 h 304800"/>
                  <a:gd name="connsiteX85" fmla="*/ 63501 w 330497"/>
                  <a:gd name="connsiteY85" fmla="*/ 191786 h 304800"/>
                  <a:gd name="connsiteX86" fmla="*/ 231942 w 330497"/>
                  <a:gd name="connsiteY86" fmla="*/ 166687 h 304800"/>
                  <a:gd name="connsiteX87" fmla="*/ 218574 w 330497"/>
                  <a:gd name="connsiteY87" fmla="*/ 177967 h 304800"/>
                  <a:gd name="connsiteX88" fmla="*/ 217237 w 330497"/>
                  <a:gd name="connsiteY88" fmla="*/ 184234 h 304800"/>
                  <a:gd name="connsiteX89" fmla="*/ 221247 w 330497"/>
                  <a:gd name="connsiteY89" fmla="*/ 180474 h 304800"/>
                  <a:gd name="connsiteX90" fmla="*/ 226595 w 330497"/>
                  <a:gd name="connsiteY90" fmla="*/ 180474 h 304800"/>
                  <a:gd name="connsiteX91" fmla="*/ 227932 w 330497"/>
                  <a:gd name="connsiteY91" fmla="*/ 182980 h 304800"/>
                  <a:gd name="connsiteX92" fmla="*/ 230605 w 330497"/>
                  <a:gd name="connsiteY92" fmla="*/ 189247 h 304800"/>
                  <a:gd name="connsiteX93" fmla="*/ 233279 w 330497"/>
                  <a:gd name="connsiteY93" fmla="*/ 189247 h 304800"/>
                  <a:gd name="connsiteX94" fmla="*/ 241300 w 330497"/>
                  <a:gd name="connsiteY94" fmla="*/ 176714 h 304800"/>
                  <a:gd name="connsiteX95" fmla="*/ 233279 w 330497"/>
                  <a:gd name="connsiteY95" fmla="*/ 166687 h 304800"/>
                  <a:gd name="connsiteX96" fmla="*/ 231942 w 330497"/>
                  <a:gd name="connsiteY96" fmla="*/ 166687 h 304800"/>
                  <a:gd name="connsiteX97" fmla="*/ 173526 w 330497"/>
                  <a:gd name="connsiteY97" fmla="*/ 155277 h 304800"/>
                  <a:gd name="connsiteX98" fmla="*/ 160704 w 330497"/>
                  <a:gd name="connsiteY98" fmla="*/ 165596 h 304800"/>
                  <a:gd name="connsiteX99" fmla="*/ 129931 w 330497"/>
                  <a:gd name="connsiteY99" fmla="*/ 183654 h 304800"/>
                  <a:gd name="connsiteX100" fmla="*/ 124802 w 330497"/>
                  <a:gd name="connsiteY100" fmla="*/ 187523 h 304800"/>
                  <a:gd name="connsiteX101" fmla="*/ 123520 w 330497"/>
                  <a:gd name="connsiteY101" fmla="*/ 190103 h 304800"/>
                  <a:gd name="connsiteX102" fmla="*/ 126085 w 330497"/>
                  <a:gd name="connsiteY102" fmla="*/ 193972 h 304800"/>
                  <a:gd name="connsiteX103" fmla="*/ 137625 w 330497"/>
                  <a:gd name="connsiteY103" fmla="*/ 222349 h 304800"/>
                  <a:gd name="connsiteX104" fmla="*/ 138907 w 330497"/>
                  <a:gd name="connsiteY104" fmla="*/ 233958 h 304800"/>
                  <a:gd name="connsiteX105" fmla="*/ 140189 w 330497"/>
                  <a:gd name="connsiteY105" fmla="*/ 236537 h 304800"/>
                  <a:gd name="connsiteX106" fmla="*/ 142753 w 330497"/>
                  <a:gd name="connsiteY106" fmla="*/ 235247 h 304800"/>
                  <a:gd name="connsiteX107" fmla="*/ 149164 w 330497"/>
                  <a:gd name="connsiteY107" fmla="*/ 226218 h 304800"/>
                  <a:gd name="connsiteX108" fmla="*/ 161987 w 330497"/>
                  <a:gd name="connsiteY108" fmla="*/ 212030 h 304800"/>
                  <a:gd name="connsiteX109" fmla="*/ 170962 w 330497"/>
                  <a:gd name="connsiteY109" fmla="*/ 201711 h 304800"/>
                  <a:gd name="connsiteX110" fmla="*/ 178655 w 330497"/>
                  <a:gd name="connsiteY110" fmla="*/ 193972 h 304800"/>
                  <a:gd name="connsiteX111" fmla="*/ 186349 w 330497"/>
                  <a:gd name="connsiteY111" fmla="*/ 186233 h 304800"/>
                  <a:gd name="connsiteX112" fmla="*/ 188913 w 330497"/>
                  <a:gd name="connsiteY112" fmla="*/ 183654 h 304800"/>
                  <a:gd name="connsiteX113" fmla="*/ 187631 w 330497"/>
                  <a:gd name="connsiteY113" fmla="*/ 182364 h 304800"/>
                  <a:gd name="connsiteX114" fmla="*/ 179937 w 330497"/>
                  <a:gd name="connsiteY114" fmla="*/ 159147 h 304800"/>
                  <a:gd name="connsiteX115" fmla="*/ 177373 w 330497"/>
                  <a:gd name="connsiteY115" fmla="*/ 156567 h 304800"/>
                  <a:gd name="connsiteX116" fmla="*/ 173526 w 330497"/>
                  <a:gd name="connsiteY116" fmla="*/ 155277 h 304800"/>
                  <a:gd name="connsiteX117" fmla="*/ 196118 w 330497"/>
                  <a:gd name="connsiteY117" fmla="*/ 139382 h 304800"/>
                  <a:gd name="connsiteX118" fmla="*/ 193431 w 330497"/>
                  <a:gd name="connsiteY118" fmla="*/ 145732 h 304800"/>
                  <a:gd name="connsiteX119" fmla="*/ 204178 w 330497"/>
                  <a:gd name="connsiteY119" fmla="*/ 160972 h 304800"/>
                  <a:gd name="connsiteX120" fmla="*/ 205521 w 330497"/>
                  <a:gd name="connsiteY120" fmla="*/ 163512 h 304800"/>
                  <a:gd name="connsiteX121" fmla="*/ 206864 w 330497"/>
                  <a:gd name="connsiteY121" fmla="*/ 163512 h 304800"/>
                  <a:gd name="connsiteX122" fmla="*/ 209551 w 330497"/>
                  <a:gd name="connsiteY122" fmla="*/ 160972 h 304800"/>
                  <a:gd name="connsiteX123" fmla="*/ 208208 w 330497"/>
                  <a:gd name="connsiteY123" fmla="*/ 157162 h 304800"/>
                  <a:gd name="connsiteX124" fmla="*/ 197461 w 330497"/>
                  <a:gd name="connsiteY124" fmla="*/ 139382 h 304800"/>
                  <a:gd name="connsiteX125" fmla="*/ 196118 w 330497"/>
                  <a:gd name="connsiteY125" fmla="*/ 139382 h 304800"/>
                  <a:gd name="connsiteX126" fmla="*/ 204470 w 330497"/>
                  <a:gd name="connsiteY126" fmla="*/ 131762 h 304800"/>
                  <a:gd name="connsiteX127" fmla="*/ 203200 w 330497"/>
                  <a:gd name="connsiteY127" fmla="*/ 132896 h 304800"/>
                  <a:gd name="connsiteX128" fmla="*/ 207010 w 330497"/>
                  <a:gd name="connsiteY128" fmla="*/ 135164 h 304800"/>
                  <a:gd name="connsiteX129" fmla="*/ 205740 w 330497"/>
                  <a:gd name="connsiteY129" fmla="*/ 131762 h 304800"/>
                  <a:gd name="connsiteX130" fmla="*/ 204470 w 330497"/>
                  <a:gd name="connsiteY130" fmla="*/ 131762 h 304800"/>
                  <a:gd name="connsiteX131" fmla="*/ 138936 w 330497"/>
                  <a:gd name="connsiteY131" fmla="*/ 117474 h 304800"/>
                  <a:gd name="connsiteX132" fmla="*/ 136349 w 330497"/>
                  <a:gd name="connsiteY132" fmla="*/ 118784 h 304800"/>
                  <a:gd name="connsiteX133" fmla="*/ 126001 w 330497"/>
                  <a:gd name="connsiteY133" fmla="*/ 126642 h 304800"/>
                  <a:gd name="connsiteX134" fmla="*/ 60031 w 330497"/>
                  <a:gd name="connsiteY134" fmla="*/ 172481 h 304800"/>
                  <a:gd name="connsiteX135" fmla="*/ 58738 w 330497"/>
                  <a:gd name="connsiteY135" fmla="*/ 173791 h 304800"/>
                  <a:gd name="connsiteX136" fmla="*/ 60031 w 330497"/>
                  <a:gd name="connsiteY136" fmla="*/ 173791 h 304800"/>
                  <a:gd name="connsiteX137" fmla="*/ 63912 w 330497"/>
                  <a:gd name="connsiteY137" fmla="*/ 173791 h 304800"/>
                  <a:gd name="connsiteX138" fmla="*/ 78141 w 330497"/>
                  <a:gd name="connsiteY138" fmla="*/ 182959 h 304800"/>
                  <a:gd name="connsiteX139" fmla="*/ 82021 w 330497"/>
                  <a:gd name="connsiteY139" fmla="*/ 188197 h 304800"/>
                  <a:gd name="connsiteX140" fmla="*/ 94956 w 330497"/>
                  <a:gd name="connsiteY140" fmla="*/ 214391 h 304800"/>
                  <a:gd name="connsiteX141" fmla="*/ 96250 w 330497"/>
                  <a:gd name="connsiteY141" fmla="*/ 222249 h 304800"/>
                  <a:gd name="connsiteX142" fmla="*/ 102718 w 330497"/>
                  <a:gd name="connsiteY142" fmla="*/ 217010 h 304800"/>
                  <a:gd name="connsiteX143" fmla="*/ 109185 w 330497"/>
                  <a:gd name="connsiteY143" fmla="*/ 209152 h 304800"/>
                  <a:gd name="connsiteX144" fmla="*/ 110479 w 330497"/>
                  <a:gd name="connsiteY144" fmla="*/ 205223 h 304800"/>
                  <a:gd name="connsiteX145" fmla="*/ 97544 w 330497"/>
                  <a:gd name="connsiteY145" fmla="*/ 192126 h 304800"/>
                  <a:gd name="connsiteX146" fmla="*/ 96250 w 330497"/>
                  <a:gd name="connsiteY146" fmla="*/ 188197 h 304800"/>
                  <a:gd name="connsiteX147" fmla="*/ 102718 w 330497"/>
                  <a:gd name="connsiteY147" fmla="*/ 180339 h 304800"/>
                  <a:gd name="connsiteX148" fmla="*/ 115653 w 330497"/>
                  <a:gd name="connsiteY148" fmla="*/ 175100 h 304800"/>
                  <a:gd name="connsiteX149" fmla="*/ 124707 w 330497"/>
                  <a:gd name="connsiteY149" fmla="*/ 169862 h 304800"/>
                  <a:gd name="connsiteX150" fmla="*/ 140230 w 330497"/>
                  <a:gd name="connsiteY150" fmla="*/ 160694 h 304800"/>
                  <a:gd name="connsiteX151" fmla="*/ 162219 w 330497"/>
                  <a:gd name="connsiteY151" fmla="*/ 141049 h 304800"/>
                  <a:gd name="connsiteX152" fmla="*/ 163513 w 330497"/>
                  <a:gd name="connsiteY152" fmla="*/ 138429 h 304800"/>
                  <a:gd name="connsiteX153" fmla="*/ 140230 w 330497"/>
                  <a:gd name="connsiteY153" fmla="*/ 118784 h 304800"/>
                  <a:gd name="connsiteX154" fmla="*/ 138936 w 330497"/>
                  <a:gd name="connsiteY154" fmla="*/ 117474 h 304800"/>
                  <a:gd name="connsiteX155" fmla="*/ 219220 w 330497"/>
                  <a:gd name="connsiteY155" fmla="*/ 115887 h 304800"/>
                  <a:gd name="connsiteX156" fmla="*/ 212725 w 330497"/>
                  <a:gd name="connsiteY156" fmla="*/ 122382 h 304800"/>
                  <a:gd name="connsiteX157" fmla="*/ 215323 w 330497"/>
                  <a:gd name="connsiteY157" fmla="*/ 126278 h 304800"/>
                  <a:gd name="connsiteX158" fmla="*/ 220518 w 330497"/>
                  <a:gd name="connsiteY158" fmla="*/ 134071 h 304800"/>
                  <a:gd name="connsiteX159" fmla="*/ 224415 w 330497"/>
                  <a:gd name="connsiteY159" fmla="*/ 143163 h 304800"/>
                  <a:gd name="connsiteX160" fmla="*/ 225714 w 330497"/>
                  <a:gd name="connsiteY160" fmla="*/ 144462 h 304800"/>
                  <a:gd name="connsiteX161" fmla="*/ 227013 w 330497"/>
                  <a:gd name="connsiteY161" fmla="*/ 141865 h 304800"/>
                  <a:gd name="connsiteX162" fmla="*/ 221817 w 330497"/>
                  <a:gd name="connsiteY162" fmla="*/ 117186 h 304800"/>
                  <a:gd name="connsiteX163" fmla="*/ 220518 w 330497"/>
                  <a:gd name="connsiteY163" fmla="*/ 115887 h 304800"/>
                  <a:gd name="connsiteX164" fmla="*/ 219220 w 330497"/>
                  <a:gd name="connsiteY164" fmla="*/ 115887 h 304800"/>
                  <a:gd name="connsiteX165" fmla="*/ 206375 w 330497"/>
                  <a:gd name="connsiteY165" fmla="*/ 96837 h 304800"/>
                  <a:gd name="connsiteX166" fmla="*/ 206375 w 330497"/>
                  <a:gd name="connsiteY166" fmla="*/ 98425 h 304800"/>
                  <a:gd name="connsiteX167" fmla="*/ 207169 w 330497"/>
                  <a:gd name="connsiteY167" fmla="*/ 101600 h 304800"/>
                  <a:gd name="connsiteX168" fmla="*/ 207963 w 330497"/>
                  <a:gd name="connsiteY168" fmla="*/ 101600 h 304800"/>
                  <a:gd name="connsiteX169" fmla="*/ 207963 w 330497"/>
                  <a:gd name="connsiteY169" fmla="*/ 100013 h 304800"/>
                  <a:gd name="connsiteX170" fmla="*/ 207169 w 330497"/>
                  <a:gd name="connsiteY170" fmla="*/ 98425 h 304800"/>
                  <a:gd name="connsiteX171" fmla="*/ 206375 w 330497"/>
                  <a:gd name="connsiteY171" fmla="*/ 96837 h 304800"/>
                  <a:gd name="connsiteX172" fmla="*/ 307146 w 330497"/>
                  <a:gd name="connsiteY172" fmla="*/ 28272 h 304800"/>
                  <a:gd name="connsiteX173" fmla="*/ 303262 w 330497"/>
                  <a:gd name="connsiteY173" fmla="*/ 33413 h 304800"/>
                  <a:gd name="connsiteX174" fmla="*/ 261841 w 330497"/>
                  <a:gd name="connsiteY174" fmla="*/ 74537 h 304800"/>
                  <a:gd name="connsiteX175" fmla="*/ 235952 w 330497"/>
                  <a:gd name="connsiteY175" fmla="*/ 98954 h 304800"/>
                  <a:gd name="connsiteX176" fmla="*/ 234657 w 330497"/>
                  <a:gd name="connsiteY176" fmla="*/ 105380 h 304800"/>
                  <a:gd name="connsiteX177" fmla="*/ 243718 w 330497"/>
                  <a:gd name="connsiteY177" fmla="*/ 133652 h 304800"/>
                  <a:gd name="connsiteX178" fmla="*/ 246307 w 330497"/>
                  <a:gd name="connsiteY178" fmla="*/ 134937 h 304800"/>
                  <a:gd name="connsiteX179" fmla="*/ 250191 w 330497"/>
                  <a:gd name="connsiteY179" fmla="*/ 131082 h 304800"/>
                  <a:gd name="connsiteX180" fmla="*/ 300673 w 330497"/>
                  <a:gd name="connsiteY180" fmla="*/ 97669 h 304800"/>
                  <a:gd name="connsiteX181" fmla="*/ 313618 w 330497"/>
                  <a:gd name="connsiteY181" fmla="*/ 89958 h 304800"/>
                  <a:gd name="connsiteX182" fmla="*/ 317501 w 330497"/>
                  <a:gd name="connsiteY182" fmla="*/ 82247 h 304800"/>
                  <a:gd name="connsiteX183" fmla="*/ 317501 w 330497"/>
                  <a:gd name="connsiteY183" fmla="*/ 74537 h 304800"/>
                  <a:gd name="connsiteX184" fmla="*/ 316207 w 330497"/>
                  <a:gd name="connsiteY184" fmla="*/ 61685 h 304800"/>
                  <a:gd name="connsiteX185" fmla="*/ 311029 w 330497"/>
                  <a:gd name="connsiteY185" fmla="*/ 33413 h 304800"/>
                  <a:gd name="connsiteX186" fmla="*/ 309734 w 330497"/>
                  <a:gd name="connsiteY186" fmla="*/ 28272 h 304800"/>
                  <a:gd name="connsiteX187" fmla="*/ 307146 w 330497"/>
                  <a:gd name="connsiteY187" fmla="*/ 28272 h 304800"/>
                  <a:gd name="connsiteX188" fmla="*/ 228600 w 330497"/>
                  <a:gd name="connsiteY188" fmla="*/ 17173 h 304800"/>
                  <a:gd name="connsiteX189" fmla="*/ 220861 w 330497"/>
                  <a:gd name="connsiteY189" fmla="*/ 22368 h 304800"/>
                  <a:gd name="connsiteX190" fmla="*/ 216991 w 330497"/>
                  <a:gd name="connsiteY190" fmla="*/ 27564 h 304800"/>
                  <a:gd name="connsiteX191" fmla="*/ 211832 w 330497"/>
                  <a:gd name="connsiteY191" fmla="*/ 34058 h 304800"/>
                  <a:gd name="connsiteX192" fmla="*/ 201513 w 330497"/>
                  <a:gd name="connsiteY192" fmla="*/ 50944 h 304800"/>
                  <a:gd name="connsiteX193" fmla="*/ 192484 w 330497"/>
                  <a:gd name="connsiteY193" fmla="*/ 63933 h 304800"/>
                  <a:gd name="connsiteX194" fmla="*/ 188615 w 330497"/>
                  <a:gd name="connsiteY194" fmla="*/ 67829 h 304800"/>
                  <a:gd name="connsiteX195" fmla="*/ 188615 w 330497"/>
                  <a:gd name="connsiteY195" fmla="*/ 70427 h 304800"/>
                  <a:gd name="connsiteX196" fmla="*/ 219571 w 330497"/>
                  <a:gd name="connsiteY196" fmla="*/ 86013 h 304800"/>
                  <a:gd name="connsiteX197" fmla="*/ 223441 w 330497"/>
                  <a:gd name="connsiteY197" fmla="*/ 86013 h 304800"/>
                  <a:gd name="connsiteX198" fmla="*/ 226020 w 330497"/>
                  <a:gd name="connsiteY198" fmla="*/ 84715 h 304800"/>
                  <a:gd name="connsiteX199" fmla="*/ 267295 w 330497"/>
                  <a:gd name="connsiteY199" fmla="*/ 45748 h 304800"/>
                  <a:gd name="connsiteX200" fmla="*/ 268585 w 330497"/>
                  <a:gd name="connsiteY200" fmla="*/ 39254 h 304800"/>
                  <a:gd name="connsiteX201" fmla="*/ 228600 w 330497"/>
                  <a:gd name="connsiteY201" fmla="*/ 17173 h 304800"/>
                  <a:gd name="connsiteX202" fmla="*/ 223344 w 330497"/>
                  <a:gd name="connsiteY202" fmla="*/ 0 h 304800"/>
                  <a:gd name="connsiteX203" fmla="*/ 233672 w 330497"/>
                  <a:gd name="connsiteY203" fmla="*/ 1297 h 304800"/>
                  <a:gd name="connsiteX204" fmla="*/ 246582 w 330497"/>
                  <a:gd name="connsiteY204" fmla="*/ 3891 h 304800"/>
                  <a:gd name="connsiteX205" fmla="*/ 281439 w 330497"/>
                  <a:gd name="connsiteY205" fmla="*/ 27238 h 304800"/>
                  <a:gd name="connsiteX206" fmla="*/ 285312 w 330497"/>
                  <a:gd name="connsiteY206" fmla="*/ 27238 h 304800"/>
                  <a:gd name="connsiteX207" fmla="*/ 300804 w 330497"/>
                  <a:gd name="connsiteY207" fmla="*/ 11673 h 304800"/>
                  <a:gd name="connsiteX208" fmla="*/ 315005 w 330497"/>
                  <a:gd name="connsiteY208" fmla="*/ 12970 h 304800"/>
                  <a:gd name="connsiteX209" fmla="*/ 318878 w 330497"/>
                  <a:gd name="connsiteY209" fmla="*/ 22049 h 304800"/>
                  <a:gd name="connsiteX210" fmla="*/ 329206 w 330497"/>
                  <a:gd name="connsiteY210" fmla="*/ 71336 h 304800"/>
                  <a:gd name="connsiteX211" fmla="*/ 329206 w 330497"/>
                  <a:gd name="connsiteY211" fmla="*/ 75227 h 304800"/>
                  <a:gd name="connsiteX212" fmla="*/ 330497 w 330497"/>
                  <a:gd name="connsiteY212" fmla="*/ 89495 h 304800"/>
                  <a:gd name="connsiteX213" fmla="*/ 327915 w 330497"/>
                  <a:gd name="connsiteY213" fmla="*/ 101168 h 304800"/>
                  <a:gd name="connsiteX214" fmla="*/ 325333 w 330497"/>
                  <a:gd name="connsiteY214" fmla="*/ 103762 h 304800"/>
                  <a:gd name="connsiteX215" fmla="*/ 316296 w 330497"/>
                  <a:gd name="connsiteY215" fmla="*/ 108950 h 304800"/>
                  <a:gd name="connsiteX216" fmla="*/ 305968 w 330497"/>
                  <a:gd name="connsiteY216" fmla="*/ 114138 h 304800"/>
                  <a:gd name="connsiteX217" fmla="*/ 277566 w 330497"/>
                  <a:gd name="connsiteY217" fmla="*/ 127108 h 304800"/>
                  <a:gd name="connsiteX218" fmla="*/ 247873 w 330497"/>
                  <a:gd name="connsiteY218" fmla="*/ 151752 h 304800"/>
                  <a:gd name="connsiteX219" fmla="*/ 246582 w 330497"/>
                  <a:gd name="connsiteY219" fmla="*/ 155643 h 304800"/>
                  <a:gd name="connsiteX220" fmla="*/ 249164 w 330497"/>
                  <a:gd name="connsiteY220" fmla="*/ 158237 h 304800"/>
                  <a:gd name="connsiteX221" fmla="*/ 253037 w 330497"/>
                  <a:gd name="connsiteY221" fmla="*/ 175098 h 304800"/>
                  <a:gd name="connsiteX222" fmla="*/ 251746 w 330497"/>
                  <a:gd name="connsiteY222" fmla="*/ 186771 h 304800"/>
                  <a:gd name="connsiteX223" fmla="*/ 253037 w 330497"/>
                  <a:gd name="connsiteY223" fmla="*/ 197147 h 304800"/>
                  <a:gd name="connsiteX224" fmla="*/ 273693 w 330497"/>
                  <a:gd name="connsiteY224" fmla="*/ 223088 h 304800"/>
                  <a:gd name="connsiteX225" fmla="*/ 293058 w 330497"/>
                  <a:gd name="connsiteY225" fmla="*/ 239949 h 304800"/>
                  <a:gd name="connsiteX226" fmla="*/ 295640 w 330497"/>
                  <a:gd name="connsiteY226" fmla="*/ 242543 h 304800"/>
                  <a:gd name="connsiteX227" fmla="*/ 296931 w 330497"/>
                  <a:gd name="connsiteY227" fmla="*/ 250325 h 304800"/>
                  <a:gd name="connsiteX228" fmla="*/ 293058 w 330497"/>
                  <a:gd name="connsiteY228" fmla="*/ 252919 h 304800"/>
                  <a:gd name="connsiteX229" fmla="*/ 280148 w 330497"/>
                  <a:gd name="connsiteY229" fmla="*/ 254216 h 304800"/>
                  <a:gd name="connsiteX230" fmla="*/ 273693 w 330497"/>
                  <a:gd name="connsiteY230" fmla="*/ 255513 h 304800"/>
                  <a:gd name="connsiteX231" fmla="*/ 274984 w 330497"/>
                  <a:gd name="connsiteY231" fmla="*/ 260702 h 304800"/>
                  <a:gd name="connsiteX232" fmla="*/ 265947 w 330497"/>
                  <a:gd name="connsiteY232" fmla="*/ 268484 h 304800"/>
                  <a:gd name="connsiteX233" fmla="*/ 263365 w 330497"/>
                  <a:gd name="connsiteY233" fmla="*/ 268484 h 304800"/>
                  <a:gd name="connsiteX234" fmla="*/ 262074 w 330497"/>
                  <a:gd name="connsiteY234" fmla="*/ 269781 h 304800"/>
                  <a:gd name="connsiteX235" fmla="*/ 264656 w 330497"/>
                  <a:gd name="connsiteY235" fmla="*/ 273672 h 304800"/>
                  <a:gd name="connsiteX236" fmla="*/ 265947 w 330497"/>
                  <a:gd name="connsiteY236" fmla="*/ 284048 h 304800"/>
                  <a:gd name="connsiteX237" fmla="*/ 255619 w 330497"/>
                  <a:gd name="connsiteY237" fmla="*/ 287939 h 304800"/>
                  <a:gd name="connsiteX238" fmla="*/ 244000 w 330497"/>
                  <a:gd name="connsiteY238" fmla="*/ 281454 h 304800"/>
                  <a:gd name="connsiteX239" fmla="*/ 240127 w 330497"/>
                  <a:gd name="connsiteY239" fmla="*/ 280157 h 304800"/>
                  <a:gd name="connsiteX240" fmla="*/ 238836 w 330497"/>
                  <a:gd name="connsiteY240" fmla="*/ 281454 h 304800"/>
                  <a:gd name="connsiteX241" fmla="*/ 238836 w 330497"/>
                  <a:gd name="connsiteY241" fmla="*/ 284048 h 304800"/>
                  <a:gd name="connsiteX242" fmla="*/ 238836 w 330497"/>
                  <a:gd name="connsiteY242" fmla="*/ 298315 h 304800"/>
                  <a:gd name="connsiteX243" fmla="*/ 232381 w 330497"/>
                  <a:gd name="connsiteY243" fmla="*/ 304800 h 304800"/>
                  <a:gd name="connsiteX244" fmla="*/ 227217 w 330497"/>
                  <a:gd name="connsiteY244" fmla="*/ 304800 h 304800"/>
                  <a:gd name="connsiteX245" fmla="*/ 223344 w 330497"/>
                  <a:gd name="connsiteY245" fmla="*/ 303503 h 304800"/>
                  <a:gd name="connsiteX246" fmla="*/ 211725 w 330497"/>
                  <a:gd name="connsiteY246" fmla="*/ 289236 h 304800"/>
                  <a:gd name="connsiteX247" fmla="*/ 202688 w 330497"/>
                  <a:gd name="connsiteY247" fmla="*/ 263296 h 304800"/>
                  <a:gd name="connsiteX248" fmla="*/ 209143 w 330497"/>
                  <a:gd name="connsiteY248" fmla="*/ 219197 h 304800"/>
                  <a:gd name="connsiteX249" fmla="*/ 210434 w 330497"/>
                  <a:gd name="connsiteY249" fmla="*/ 214009 h 304800"/>
                  <a:gd name="connsiteX250" fmla="*/ 209143 w 330497"/>
                  <a:gd name="connsiteY250" fmla="*/ 208821 h 304800"/>
                  <a:gd name="connsiteX251" fmla="*/ 198815 w 330497"/>
                  <a:gd name="connsiteY251" fmla="*/ 202336 h 304800"/>
                  <a:gd name="connsiteX252" fmla="*/ 193651 w 330497"/>
                  <a:gd name="connsiteY252" fmla="*/ 201039 h 304800"/>
                  <a:gd name="connsiteX253" fmla="*/ 162666 w 330497"/>
                  <a:gd name="connsiteY253" fmla="*/ 230870 h 304800"/>
                  <a:gd name="connsiteX254" fmla="*/ 148465 w 330497"/>
                  <a:gd name="connsiteY254" fmla="*/ 249028 h 304800"/>
                  <a:gd name="connsiteX255" fmla="*/ 127809 w 330497"/>
                  <a:gd name="connsiteY255" fmla="*/ 269781 h 304800"/>
                  <a:gd name="connsiteX256" fmla="*/ 126518 w 330497"/>
                  <a:gd name="connsiteY256" fmla="*/ 272375 h 304800"/>
                  <a:gd name="connsiteX257" fmla="*/ 100698 w 330497"/>
                  <a:gd name="connsiteY257" fmla="*/ 294424 h 304800"/>
                  <a:gd name="connsiteX258" fmla="*/ 96825 w 330497"/>
                  <a:gd name="connsiteY258" fmla="*/ 297018 h 304800"/>
                  <a:gd name="connsiteX259" fmla="*/ 72296 w 330497"/>
                  <a:gd name="connsiteY259" fmla="*/ 303503 h 304800"/>
                  <a:gd name="connsiteX260" fmla="*/ 54222 w 330497"/>
                  <a:gd name="connsiteY260" fmla="*/ 300909 h 304800"/>
                  <a:gd name="connsiteX261" fmla="*/ 45185 w 330497"/>
                  <a:gd name="connsiteY261" fmla="*/ 298315 h 304800"/>
                  <a:gd name="connsiteX262" fmla="*/ 14201 w 330497"/>
                  <a:gd name="connsiteY262" fmla="*/ 273672 h 304800"/>
                  <a:gd name="connsiteX263" fmla="*/ 6455 w 330497"/>
                  <a:gd name="connsiteY263" fmla="*/ 260702 h 304800"/>
                  <a:gd name="connsiteX264" fmla="*/ 0 w 330497"/>
                  <a:gd name="connsiteY264" fmla="*/ 238652 h 304800"/>
                  <a:gd name="connsiteX265" fmla="*/ 0 w 330497"/>
                  <a:gd name="connsiteY265" fmla="*/ 236058 h 304800"/>
                  <a:gd name="connsiteX266" fmla="*/ 5164 w 330497"/>
                  <a:gd name="connsiteY266" fmla="*/ 202336 h 304800"/>
                  <a:gd name="connsiteX267" fmla="*/ 16783 w 330497"/>
                  <a:gd name="connsiteY267" fmla="*/ 188068 h 304800"/>
                  <a:gd name="connsiteX268" fmla="*/ 24529 w 330497"/>
                  <a:gd name="connsiteY268" fmla="*/ 180286 h 304800"/>
                  <a:gd name="connsiteX269" fmla="*/ 29693 w 330497"/>
                  <a:gd name="connsiteY269" fmla="*/ 176395 h 304800"/>
                  <a:gd name="connsiteX270" fmla="*/ 37439 w 330497"/>
                  <a:gd name="connsiteY270" fmla="*/ 172504 h 304800"/>
                  <a:gd name="connsiteX271" fmla="*/ 112317 w 330497"/>
                  <a:gd name="connsiteY271" fmla="*/ 118029 h 304800"/>
                  <a:gd name="connsiteX272" fmla="*/ 138137 w 330497"/>
                  <a:gd name="connsiteY272" fmla="*/ 95980 h 304800"/>
                  <a:gd name="connsiteX273" fmla="*/ 153629 w 330497"/>
                  <a:gd name="connsiteY273" fmla="*/ 81713 h 304800"/>
                  <a:gd name="connsiteX274" fmla="*/ 171703 w 330497"/>
                  <a:gd name="connsiteY274" fmla="*/ 63554 h 304800"/>
                  <a:gd name="connsiteX275" fmla="*/ 182032 w 330497"/>
                  <a:gd name="connsiteY275" fmla="*/ 51881 h 304800"/>
                  <a:gd name="connsiteX276" fmla="*/ 187196 w 330497"/>
                  <a:gd name="connsiteY276" fmla="*/ 44099 h 304800"/>
                  <a:gd name="connsiteX277" fmla="*/ 205270 w 330497"/>
                  <a:gd name="connsiteY277" fmla="*/ 16861 h 304800"/>
                  <a:gd name="connsiteX278" fmla="*/ 209143 w 330497"/>
                  <a:gd name="connsiteY278" fmla="*/ 9079 h 304800"/>
                  <a:gd name="connsiteX279" fmla="*/ 214307 w 330497"/>
                  <a:gd name="connsiteY279" fmla="*/ 2594 h 304800"/>
                  <a:gd name="connsiteX280" fmla="*/ 223344 w 330497"/>
                  <a:gd name="connsiteY280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</a:cxnLst>
                <a:rect l="l" t="t" r="r" b="b"/>
                <a:pathLst>
                  <a:path w="330497" h="304800">
                    <a:moveTo>
                      <a:pt x="75173" y="222249"/>
                    </a:moveTo>
                    <a:cubicBezTo>
                      <a:pt x="68636" y="228423"/>
                      <a:pt x="63407" y="233362"/>
                      <a:pt x="56870" y="239535"/>
                    </a:cubicBezTo>
                    <a:cubicBezTo>
                      <a:pt x="55563" y="239535"/>
                      <a:pt x="55563" y="240770"/>
                      <a:pt x="55563" y="242005"/>
                    </a:cubicBezTo>
                    <a:cubicBezTo>
                      <a:pt x="55563" y="242005"/>
                      <a:pt x="56870" y="243240"/>
                      <a:pt x="58178" y="243240"/>
                    </a:cubicBezTo>
                    <a:cubicBezTo>
                      <a:pt x="60792" y="244474"/>
                      <a:pt x="64714" y="244474"/>
                      <a:pt x="67329" y="244474"/>
                    </a:cubicBezTo>
                    <a:cubicBezTo>
                      <a:pt x="69944" y="244474"/>
                      <a:pt x="71251" y="243240"/>
                      <a:pt x="72559" y="240770"/>
                    </a:cubicBezTo>
                    <a:cubicBezTo>
                      <a:pt x="76481" y="237066"/>
                      <a:pt x="77788" y="232127"/>
                      <a:pt x="77788" y="225953"/>
                    </a:cubicBezTo>
                    <a:cubicBezTo>
                      <a:pt x="77788" y="225953"/>
                      <a:pt x="77788" y="224719"/>
                      <a:pt x="77788" y="223484"/>
                    </a:cubicBezTo>
                    <a:cubicBezTo>
                      <a:pt x="77788" y="223484"/>
                      <a:pt x="76481" y="222249"/>
                      <a:pt x="76481" y="222249"/>
                    </a:cubicBezTo>
                    <a:cubicBezTo>
                      <a:pt x="76481" y="222249"/>
                      <a:pt x="75173" y="222249"/>
                      <a:pt x="75173" y="222249"/>
                    </a:cubicBezTo>
                    <a:close/>
                    <a:moveTo>
                      <a:pt x="226286" y="209549"/>
                    </a:moveTo>
                    <a:cubicBezTo>
                      <a:pt x="223772" y="209549"/>
                      <a:pt x="222515" y="210853"/>
                      <a:pt x="221258" y="213461"/>
                    </a:cubicBezTo>
                    <a:cubicBezTo>
                      <a:pt x="221258" y="214765"/>
                      <a:pt x="221258" y="214765"/>
                      <a:pt x="221258" y="216069"/>
                    </a:cubicBezTo>
                    <a:cubicBezTo>
                      <a:pt x="220002" y="218677"/>
                      <a:pt x="218745" y="221285"/>
                      <a:pt x="220002" y="222589"/>
                    </a:cubicBezTo>
                    <a:cubicBezTo>
                      <a:pt x="220002" y="223893"/>
                      <a:pt x="222515" y="223893"/>
                      <a:pt x="225029" y="223893"/>
                    </a:cubicBezTo>
                    <a:cubicBezTo>
                      <a:pt x="226286" y="225197"/>
                      <a:pt x="227542" y="227805"/>
                      <a:pt x="226286" y="229110"/>
                    </a:cubicBezTo>
                    <a:cubicBezTo>
                      <a:pt x="223772" y="230414"/>
                      <a:pt x="221258" y="231718"/>
                      <a:pt x="218745" y="233022"/>
                    </a:cubicBezTo>
                    <a:cubicBezTo>
                      <a:pt x="217488" y="234326"/>
                      <a:pt x="218745" y="236934"/>
                      <a:pt x="220002" y="236934"/>
                    </a:cubicBezTo>
                    <a:cubicBezTo>
                      <a:pt x="222515" y="236934"/>
                      <a:pt x="226286" y="238238"/>
                      <a:pt x="226286" y="240846"/>
                    </a:cubicBezTo>
                    <a:cubicBezTo>
                      <a:pt x="227542" y="244758"/>
                      <a:pt x="225029" y="246062"/>
                      <a:pt x="222515" y="247366"/>
                    </a:cubicBezTo>
                    <a:cubicBezTo>
                      <a:pt x="220002" y="248670"/>
                      <a:pt x="218745" y="251278"/>
                      <a:pt x="217488" y="252582"/>
                    </a:cubicBezTo>
                    <a:cubicBezTo>
                      <a:pt x="217488" y="252582"/>
                      <a:pt x="217488" y="253886"/>
                      <a:pt x="217488" y="253886"/>
                    </a:cubicBezTo>
                    <a:cubicBezTo>
                      <a:pt x="217488" y="255190"/>
                      <a:pt x="217488" y="255190"/>
                      <a:pt x="218745" y="253886"/>
                    </a:cubicBezTo>
                    <a:cubicBezTo>
                      <a:pt x="220002" y="253886"/>
                      <a:pt x="221258" y="252582"/>
                      <a:pt x="222515" y="252582"/>
                    </a:cubicBezTo>
                    <a:cubicBezTo>
                      <a:pt x="223772" y="252582"/>
                      <a:pt x="225029" y="252582"/>
                      <a:pt x="226286" y="253886"/>
                    </a:cubicBezTo>
                    <a:cubicBezTo>
                      <a:pt x="227542" y="255190"/>
                      <a:pt x="227542" y="257798"/>
                      <a:pt x="226286" y="259102"/>
                    </a:cubicBezTo>
                    <a:cubicBezTo>
                      <a:pt x="225029" y="261710"/>
                      <a:pt x="223772" y="263014"/>
                      <a:pt x="222515" y="265622"/>
                    </a:cubicBezTo>
                    <a:cubicBezTo>
                      <a:pt x="218745" y="268230"/>
                      <a:pt x="218745" y="272142"/>
                      <a:pt x="221258" y="276054"/>
                    </a:cubicBezTo>
                    <a:cubicBezTo>
                      <a:pt x="221258" y="278662"/>
                      <a:pt x="222515" y="279966"/>
                      <a:pt x="223772" y="282574"/>
                    </a:cubicBezTo>
                    <a:cubicBezTo>
                      <a:pt x="223772" y="282574"/>
                      <a:pt x="225029" y="282574"/>
                      <a:pt x="225029" y="282574"/>
                    </a:cubicBezTo>
                    <a:cubicBezTo>
                      <a:pt x="226286" y="277358"/>
                      <a:pt x="228799" y="272142"/>
                      <a:pt x="230056" y="266926"/>
                    </a:cubicBezTo>
                    <a:cubicBezTo>
                      <a:pt x="230056" y="261710"/>
                      <a:pt x="233826" y="260406"/>
                      <a:pt x="237597" y="261710"/>
                    </a:cubicBezTo>
                    <a:cubicBezTo>
                      <a:pt x="238853" y="263014"/>
                      <a:pt x="240110" y="263014"/>
                      <a:pt x="240110" y="264318"/>
                    </a:cubicBezTo>
                    <a:cubicBezTo>
                      <a:pt x="242624" y="265622"/>
                      <a:pt x="243881" y="266926"/>
                      <a:pt x="245137" y="268230"/>
                    </a:cubicBezTo>
                    <a:cubicBezTo>
                      <a:pt x="246394" y="268230"/>
                      <a:pt x="247651" y="268230"/>
                      <a:pt x="247651" y="268230"/>
                    </a:cubicBezTo>
                    <a:cubicBezTo>
                      <a:pt x="247651" y="268230"/>
                      <a:pt x="247651" y="266926"/>
                      <a:pt x="247651" y="266926"/>
                    </a:cubicBezTo>
                    <a:cubicBezTo>
                      <a:pt x="247651" y="265622"/>
                      <a:pt x="247651" y="264318"/>
                      <a:pt x="246394" y="263014"/>
                    </a:cubicBezTo>
                    <a:cubicBezTo>
                      <a:pt x="241367" y="248670"/>
                      <a:pt x="237597" y="234326"/>
                      <a:pt x="236340" y="218677"/>
                    </a:cubicBezTo>
                    <a:cubicBezTo>
                      <a:pt x="236340" y="214765"/>
                      <a:pt x="235083" y="212157"/>
                      <a:pt x="232569" y="209549"/>
                    </a:cubicBezTo>
                    <a:cubicBezTo>
                      <a:pt x="232569" y="209549"/>
                      <a:pt x="231313" y="209549"/>
                      <a:pt x="231313" y="209549"/>
                    </a:cubicBezTo>
                    <a:cubicBezTo>
                      <a:pt x="228799" y="209549"/>
                      <a:pt x="227542" y="209549"/>
                      <a:pt x="226286" y="209549"/>
                    </a:cubicBezTo>
                    <a:close/>
                    <a:moveTo>
                      <a:pt x="245475" y="204787"/>
                    </a:moveTo>
                    <a:cubicBezTo>
                      <a:pt x="245475" y="204787"/>
                      <a:pt x="244182" y="204787"/>
                      <a:pt x="244182" y="206082"/>
                    </a:cubicBezTo>
                    <a:cubicBezTo>
                      <a:pt x="242888" y="208672"/>
                      <a:pt x="244182" y="211263"/>
                      <a:pt x="245475" y="215148"/>
                    </a:cubicBezTo>
                    <a:cubicBezTo>
                      <a:pt x="245475" y="216443"/>
                      <a:pt x="246769" y="219033"/>
                      <a:pt x="248062" y="221623"/>
                    </a:cubicBezTo>
                    <a:cubicBezTo>
                      <a:pt x="248062" y="230689"/>
                      <a:pt x="251943" y="239754"/>
                      <a:pt x="254530" y="248820"/>
                    </a:cubicBezTo>
                    <a:cubicBezTo>
                      <a:pt x="254530" y="250115"/>
                      <a:pt x="254530" y="251410"/>
                      <a:pt x="255823" y="252705"/>
                    </a:cubicBezTo>
                    <a:cubicBezTo>
                      <a:pt x="255823" y="252705"/>
                      <a:pt x="257117" y="254000"/>
                      <a:pt x="257117" y="254000"/>
                    </a:cubicBezTo>
                    <a:cubicBezTo>
                      <a:pt x="257117" y="254000"/>
                      <a:pt x="258410" y="252705"/>
                      <a:pt x="258410" y="252705"/>
                    </a:cubicBezTo>
                    <a:cubicBezTo>
                      <a:pt x="258410" y="250115"/>
                      <a:pt x="258410" y="248820"/>
                      <a:pt x="259704" y="247525"/>
                    </a:cubicBezTo>
                    <a:cubicBezTo>
                      <a:pt x="259704" y="242345"/>
                      <a:pt x="263584" y="241049"/>
                      <a:pt x="267465" y="241049"/>
                    </a:cubicBezTo>
                    <a:cubicBezTo>
                      <a:pt x="268758" y="242345"/>
                      <a:pt x="271345" y="242345"/>
                      <a:pt x="272639" y="242345"/>
                    </a:cubicBezTo>
                    <a:cubicBezTo>
                      <a:pt x="273932" y="242345"/>
                      <a:pt x="275226" y="242345"/>
                      <a:pt x="276520" y="242345"/>
                    </a:cubicBezTo>
                    <a:cubicBezTo>
                      <a:pt x="277813" y="241049"/>
                      <a:pt x="275226" y="239754"/>
                      <a:pt x="273932" y="238459"/>
                    </a:cubicBezTo>
                    <a:cubicBezTo>
                      <a:pt x="272639" y="237164"/>
                      <a:pt x="270052" y="234574"/>
                      <a:pt x="268758" y="233279"/>
                    </a:cubicBezTo>
                    <a:cubicBezTo>
                      <a:pt x="260997" y="226804"/>
                      <a:pt x="255823" y="219033"/>
                      <a:pt x="250649" y="211263"/>
                    </a:cubicBezTo>
                    <a:cubicBezTo>
                      <a:pt x="249356" y="208672"/>
                      <a:pt x="248062" y="207377"/>
                      <a:pt x="246769" y="204787"/>
                    </a:cubicBezTo>
                    <a:cubicBezTo>
                      <a:pt x="246769" y="204787"/>
                      <a:pt x="245475" y="204787"/>
                      <a:pt x="245475" y="204787"/>
                    </a:cubicBezTo>
                    <a:close/>
                    <a:moveTo>
                      <a:pt x="63501" y="191786"/>
                    </a:moveTo>
                    <a:cubicBezTo>
                      <a:pt x="55707" y="190499"/>
                      <a:pt x="47914" y="191786"/>
                      <a:pt x="38822" y="193074"/>
                    </a:cubicBezTo>
                    <a:cubicBezTo>
                      <a:pt x="36224" y="193074"/>
                      <a:pt x="33627" y="195648"/>
                      <a:pt x="31029" y="198222"/>
                    </a:cubicBezTo>
                    <a:cubicBezTo>
                      <a:pt x="21937" y="205945"/>
                      <a:pt x="20638" y="216242"/>
                      <a:pt x="20638" y="226540"/>
                    </a:cubicBezTo>
                    <a:cubicBezTo>
                      <a:pt x="21937" y="238124"/>
                      <a:pt x="24535" y="249709"/>
                      <a:pt x="28431" y="260006"/>
                    </a:cubicBezTo>
                    <a:cubicBezTo>
                      <a:pt x="31029" y="263867"/>
                      <a:pt x="33627" y="267729"/>
                      <a:pt x="37523" y="271590"/>
                    </a:cubicBezTo>
                    <a:cubicBezTo>
                      <a:pt x="49213" y="281888"/>
                      <a:pt x="63501" y="285749"/>
                      <a:pt x="79087" y="284462"/>
                    </a:cubicBezTo>
                    <a:cubicBezTo>
                      <a:pt x="80386" y="284462"/>
                      <a:pt x="81685" y="284462"/>
                      <a:pt x="82984" y="284462"/>
                    </a:cubicBezTo>
                    <a:cubicBezTo>
                      <a:pt x="89478" y="281888"/>
                      <a:pt x="94674" y="278026"/>
                      <a:pt x="99869" y="275452"/>
                    </a:cubicBezTo>
                    <a:cubicBezTo>
                      <a:pt x="103766" y="272878"/>
                      <a:pt x="106363" y="269016"/>
                      <a:pt x="108961" y="266442"/>
                    </a:cubicBezTo>
                    <a:cubicBezTo>
                      <a:pt x="116754" y="260006"/>
                      <a:pt x="120651" y="250996"/>
                      <a:pt x="119352" y="240699"/>
                    </a:cubicBezTo>
                    <a:cubicBezTo>
                      <a:pt x="119352" y="236837"/>
                      <a:pt x="119352" y="234263"/>
                      <a:pt x="118053" y="230401"/>
                    </a:cubicBezTo>
                    <a:cubicBezTo>
                      <a:pt x="118053" y="230401"/>
                      <a:pt x="118053" y="229114"/>
                      <a:pt x="118053" y="229114"/>
                    </a:cubicBezTo>
                    <a:cubicBezTo>
                      <a:pt x="116754" y="229114"/>
                      <a:pt x="115455" y="230401"/>
                      <a:pt x="115455" y="230401"/>
                    </a:cubicBezTo>
                    <a:cubicBezTo>
                      <a:pt x="114157" y="231688"/>
                      <a:pt x="112858" y="234263"/>
                      <a:pt x="111559" y="235550"/>
                    </a:cubicBezTo>
                    <a:cubicBezTo>
                      <a:pt x="106363" y="243273"/>
                      <a:pt x="99869" y="249709"/>
                      <a:pt x="92076" y="254857"/>
                    </a:cubicBezTo>
                    <a:cubicBezTo>
                      <a:pt x="84283" y="258719"/>
                      <a:pt x="77788" y="261293"/>
                      <a:pt x="69995" y="260006"/>
                    </a:cubicBezTo>
                    <a:cubicBezTo>
                      <a:pt x="67397" y="260006"/>
                      <a:pt x="66098" y="260006"/>
                      <a:pt x="64800" y="260006"/>
                    </a:cubicBezTo>
                    <a:cubicBezTo>
                      <a:pt x="60903" y="260006"/>
                      <a:pt x="55707" y="258719"/>
                      <a:pt x="51811" y="258719"/>
                    </a:cubicBezTo>
                    <a:cubicBezTo>
                      <a:pt x="47914" y="256145"/>
                      <a:pt x="44018" y="252283"/>
                      <a:pt x="40121" y="249709"/>
                    </a:cubicBezTo>
                    <a:cubicBezTo>
                      <a:pt x="38822" y="248422"/>
                      <a:pt x="38822" y="248422"/>
                      <a:pt x="38822" y="248422"/>
                    </a:cubicBezTo>
                    <a:cubicBezTo>
                      <a:pt x="36224" y="245847"/>
                      <a:pt x="34926" y="244560"/>
                      <a:pt x="34926" y="241986"/>
                    </a:cubicBezTo>
                    <a:cubicBezTo>
                      <a:pt x="34926" y="236837"/>
                      <a:pt x="36224" y="232976"/>
                      <a:pt x="40121" y="230401"/>
                    </a:cubicBezTo>
                    <a:cubicBezTo>
                      <a:pt x="47914" y="226540"/>
                      <a:pt x="53110" y="220104"/>
                      <a:pt x="58305" y="214955"/>
                    </a:cubicBezTo>
                    <a:cubicBezTo>
                      <a:pt x="62202" y="211094"/>
                      <a:pt x="64800" y="208520"/>
                      <a:pt x="68696" y="205945"/>
                    </a:cubicBezTo>
                    <a:cubicBezTo>
                      <a:pt x="69995" y="203371"/>
                      <a:pt x="71294" y="203371"/>
                      <a:pt x="69995" y="200797"/>
                    </a:cubicBezTo>
                    <a:cubicBezTo>
                      <a:pt x="69995" y="198222"/>
                      <a:pt x="68696" y="196935"/>
                      <a:pt x="67397" y="194361"/>
                    </a:cubicBezTo>
                    <a:cubicBezTo>
                      <a:pt x="67397" y="193074"/>
                      <a:pt x="66098" y="193074"/>
                      <a:pt x="63501" y="191786"/>
                    </a:cubicBezTo>
                    <a:close/>
                    <a:moveTo>
                      <a:pt x="231942" y="166687"/>
                    </a:moveTo>
                    <a:cubicBezTo>
                      <a:pt x="226595" y="170447"/>
                      <a:pt x="222584" y="174207"/>
                      <a:pt x="218574" y="177967"/>
                    </a:cubicBezTo>
                    <a:cubicBezTo>
                      <a:pt x="215900" y="179220"/>
                      <a:pt x="215900" y="181727"/>
                      <a:pt x="217237" y="184234"/>
                    </a:cubicBezTo>
                    <a:cubicBezTo>
                      <a:pt x="218574" y="182980"/>
                      <a:pt x="219910" y="181727"/>
                      <a:pt x="221247" y="180474"/>
                    </a:cubicBezTo>
                    <a:cubicBezTo>
                      <a:pt x="222584" y="179220"/>
                      <a:pt x="226595" y="179220"/>
                      <a:pt x="226595" y="180474"/>
                    </a:cubicBezTo>
                    <a:cubicBezTo>
                      <a:pt x="227932" y="181727"/>
                      <a:pt x="227932" y="182980"/>
                      <a:pt x="227932" y="182980"/>
                    </a:cubicBezTo>
                    <a:cubicBezTo>
                      <a:pt x="229268" y="185487"/>
                      <a:pt x="229268" y="186740"/>
                      <a:pt x="230605" y="189247"/>
                    </a:cubicBezTo>
                    <a:cubicBezTo>
                      <a:pt x="230605" y="190500"/>
                      <a:pt x="231942" y="190500"/>
                      <a:pt x="233279" y="189247"/>
                    </a:cubicBezTo>
                    <a:cubicBezTo>
                      <a:pt x="238626" y="186740"/>
                      <a:pt x="239963" y="181727"/>
                      <a:pt x="241300" y="176714"/>
                    </a:cubicBezTo>
                    <a:cubicBezTo>
                      <a:pt x="241300" y="171701"/>
                      <a:pt x="237290" y="167941"/>
                      <a:pt x="233279" y="166687"/>
                    </a:cubicBezTo>
                    <a:cubicBezTo>
                      <a:pt x="233279" y="166687"/>
                      <a:pt x="231942" y="166687"/>
                      <a:pt x="231942" y="166687"/>
                    </a:cubicBezTo>
                    <a:close/>
                    <a:moveTo>
                      <a:pt x="173526" y="155277"/>
                    </a:moveTo>
                    <a:cubicBezTo>
                      <a:pt x="169680" y="159147"/>
                      <a:pt x="165833" y="161726"/>
                      <a:pt x="160704" y="165596"/>
                    </a:cubicBezTo>
                    <a:cubicBezTo>
                      <a:pt x="151729" y="172045"/>
                      <a:pt x="141471" y="178494"/>
                      <a:pt x="129931" y="183654"/>
                    </a:cubicBezTo>
                    <a:cubicBezTo>
                      <a:pt x="128649" y="184943"/>
                      <a:pt x="126085" y="186233"/>
                      <a:pt x="124802" y="187523"/>
                    </a:cubicBezTo>
                    <a:cubicBezTo>
                      <a:pt x="123520" y="188813"/>
                      <a:pt x="122238" y="188813"/>
                      <a:pt x="123520" y="190103"/>
                    </a:cubicBezTo>
                    <a:cubicBezTo>
                      <a:pt x="124802" y="191393"/>
                      <a:pt x="126085" y="192683"/>
                      <a:pt x="126085" y="193972"/>
                    </a:cubicBezTo>
                    <a:cubicBezTo>
                      <a:pt x="132496" y="203001"/>
                      <a:pt x="137625" y="212030"/>
                      <a:pt x="137625" y="222349"/>
                    </a:cubicBezTo>
                    <a:cubicBezTo>
                      <a:pt x="137625" y="226218"/>
                      <a:pt x="138907" y="230088"/>
                      <a:pt x="138907" y="233958"/>
                    </a:cubicBezTo>
                    <a:cubicBezTo>
                      <a:pt x="138907" y="235247"/>
                      <a:pt x="140189" y="235247"/>
                      <a:pt x="140189" y="236537"/>
                    </a:cubicBezTo>
                    <a:cubicBezTo>
                      <a:pt x="141471" y="235247"/>
                      <a:pt x="141471" y="235247"/>
                      <a:pt x="142753" y="235247"/>
                    </a:cubicBezTo>
                    <a:cubicBezTo>
                      <a:pt x="144036" y="231378"/>
                      <a:pt x="146600" y="228798"/>
                      <a:pt x="149164" y="226218"/>
                    </a:cubicBezTo>
                    <a:cubicBezTo>
                      <a:pt x="153011" y="222349"/>
                      <a:pt x="158140" y="217190"/>
                      <a:pt x="161987" y="212030"/>
                    </a:cubicBezTo>
                    <a:cubicBezTo>
                      <a:pt x="164551" y="208161"/>
                      <a:pt x="168398" y="205581"/>
                      <a:pt x="170962" y="201711"/>
                    </a:cubicBezTo>
                    <a:cubicBezTo>
                      <a:pt x="173526" y="199132"/>
                      <a:pt x="176091" y="196552"/>
                      <a:pt x="178655" y="193972"/>
                    </a:cubicBezTo>
                    <a:cubicBezTo>
                      <a:pt x="181220" y="191393"/>
                      <a:pt x="183784" y="187523"/>
                      <a:pt x="186349" y="186233"/>
                    </a:cubicBezTo>
                    <a:cubicBezTo>
                      <a:pt x="187631" y="186233"/>
                      <a:pt x="187631" y="184943"/>
                      <a:pt x="188913" y="183654"/>
                    </a:cubicBezTo>
                    <a:cubicBezTo>
                      <a:pt x="188913" y="183654"/>
                      <a:pt x="188913" y="182364"/>
                      <a:pt x="187631" y="182364"/>
                    </a:cubicBezTo>
                    <a:cubicBezTo>
                      <a:pt x="185066" y="174625"/>
                      <a:pt x="182502" y="166886"/>
                      <a:pt x="179937" y="159147"/>
                    </a:cubicBezTo>
                    <a:cubicBezTo>
                      <a:pt x="178655" y="157857"/>
                      <a:pt x="178655" y="157857"/>
                      <a:pt x="177373" y="156567"/>
                    </a:cubicBezTo>
                    <a:cubicBezTo>
                      <a:pt x="176091" y="153987"/>
                      <a:pt x="174809" y="153987"/>
                      <a:pt x="173526" y="155277"/>
                    </a:cubicBezTo>
                    <a:close/>
                    <a:moveTo>
                      <a:pt x="196118" y="139382"/>
                    </a:moveTo>
                    <a:cubicBezTo>
                      <a:pt x="192088" y="140652"/>
                      <a:pt x="192088" y="143192"/>
                      <a:pt x="193431" y="145732"/>
                    </a:cubicBezTo>
                    <a:cubicBezTo>
                      <a:pt x="197461" y="150812"/>
                      <a:pt x="200148" y="155892"/>
                      <a:pt x="204178" y="160972"/>
                    </a:cubicBezTo>
                    <a:cubicBezTo>
                      <a:pt x="204178" y="162242"/>
                      <a:pt x="205521" y="163512"/>
                      <a:pt x="205521" y="163512"/>
                    </a:cubicBezTo>
                    <a:cubicBezTo>
                      <a:pt x="205521" y="163512"/>
                      <a:pt x="206864" y="163512"/>
                      <a:pt x="206864" y="163512"/>
                    </a:cubicBezTo>
                    <a:cubicBezTo>
                      <a:pt x="208208" y="162242"/>
                      <a:pt x="208208" y="162242"/>
                      <a:pt x="209551" y="160972"/>
                    </a:cubicBezTo>
                    <a:cubicBezTo>
                      <a:pt x="208208" y="159702"/>
                      <a:pt x="208208" y="158432"/>
                      <a:pt x="208208" y="157162"/>
                    </a:cubicBezTo>
                    <a:cubicBezTo>
                      <a:pt x="206864" y="149542"/>
                      <a:pt x="201491" y="144462"/>
                      <a:pt x="197461" y="139382"/>
                    </a:cubicBezTo>
                    <a:cubicBezTo>
                      <a:pt x="197461" y="138112"/>
                      <a:pt x="196118" y="138112"/>
                      <a:pt x="196118" y="139382"/>
                    </a:cubicBezTo>
                    <a:close/>
                    <a:moveTo>
                      <a:pt x="204470" y="131762"/>
                    </a:moveTo>
                    <a:cubicBezTo>
                      <a:pt x="203200" y="131762"/>
                      <a:pt x="203200" y="132896"/>
                      <a:pt x="203200" y="132896"/>
                    </a:cubicBezTo>
                    <a:cubicBezTo>
                      <a:pt x="204470" y="134030"/>
                      <a:pt x="205740" y="135164"/>
                      <a:pt x="207010" y="135164"/>
                    </a:cubicBezTo>
                    <a:cubicBezTo>
                      <a:pt x="208280" y="134030"/>
                      <a:pt x="207010" y="132896"/>
                      <a:pt x="205740" y="131762"/>
                    </a:cubicBezTo>
                    <a:cubicBezTo>
                      <a:pt x="205740" y="131762"/>
                      <a:pt x="204470" y="131762"/>
                      <a:pt x="204470" y="131762"/>
                    </a:cubicBezTo>
                    <a:close/>
                    <a:moveTo>
                      <a:pt x="138936" y="117474"/>
                    </a:moveTo>
                    <a:cubicBezTo>
                      <a:pt x="137643" y="117474"/>
                      <a:pt x="137643" y="118784"/>
                      <a:pt x="136349" y="118784"/>
                    </a:cubicBezTo>
                    <a:cubicBezTo>
                      <a:pt x="132469" y="121403"/>
                      <a:pt x="129881" y="124023"/>
                      <a:pt x="126001" y="126642"/>
                    </a:cubicBezTo>
                    <a:cubicBezTo>
                      <a:pt x="104011" y="142358"/>
                      <a:pt x="82021" y="156765"/>
                      <a:pt x="60031" y="172481"/>
                    </a:cubicBezTo>
                    <a:cubicBezTo>
                      <a:pt x="60031" y="172481"/>
                      <a:pt x="58738" y="173791"/>
                      <a:pt x="58738" y="173791"/>
                    </a:cubicBezTo>
                    <a:cubicBezTo>
                      <a:pt x="58738" y="173791"/>
                      <a:pt x="60031" y="173791"/>
                      <a:pt x="60031" y="173791"/>
                    </a:cubicBezTo>
                    <a:cubicBezTo>
                      <a:pt x="61325" y="173791"/>
                      <a:pt x="62619" y="173791"/>
                      <a:pt x="63912" y="173791"/>
                    </a:cubicBezTo>
                    <a:cubicBezTo>
                      <a:pt x="70380" y="173791"/>
                      <a:pt x="75554" y="177720"/>
                      <a:pt x="78141" y="182959"/>
                    </a:cubicBezTo>
                    <a:cubicBezTo>
                      <a:pt x="79434" y="184268"/>
                      <a:pt x="80728" y="186888"/>
                      <a:pt x="82021" y="188197"/>
                    </a:cubicBezTo>
                    <a:cubicBezTo>
                      <a:pt x="88489" y="196055"/>
                      <a:pt x="92369" y="205223"/>
                      <a:pt x="94956" y="214391"/>
                    </a:cubicBezTo>
                    <a:cubicBezTo>
                      <a:pt x="94956" y="217010"/>
                      <a:pt x="94956" y="219630"/>
                      <a:pt x="96250" y="222249"/>
                    </a:cubicBezTo>
                    <a:cubicBezTo>
                      <a:pt x="100131" y="222249"/>
                      <a:pt x="101424" y="218320"/>
                      <a:pt x="102718" y="217010"/>
                    </a:cubicBezTo>
                    <a:cubicBezTo>
                      <a:pt x="105305" y="214391"/>
                      <a:pt x="107892" y="211772"/>
                      <a:pt x="109185" y="209152"/>
                    </a:cubicBezTo>
                    <a:cubicBezTo>
                      <a:pt x="111772" y="207843"/>
                      <a:pt x="111772" y="206533"/>
                      <a:pt x="110479" y="205223"/>
                    </a:cubicBezTo>
                    <a:cubicBezTo>
                      <a:pt x="106598" y="199985"/>
                      <a:pt x="102718" y="194746"/>
                      <a:pt x="97544" y="192126"/>
                    </a:cubicBezTo>
                    <a:cubicBezTo>
                      <a:pt x="96250" y="190817"/>
                      <a:pt x="96250" y="189507"/>
                      <a:pt x="96250" y="188197"/>
                    </a:cubicBezTo>
                    <a:cubicBezTo>
                      <a:pt x="97544" y="184268"/>
                      <a:pt x="98837" y="181649"/>
                      <a:pt x="102718" y="180339"/>
                    </a:cubicBezTo>
                    <a:cubicBezTo>
                      <a:pt x="107892" y="179030"/>
                      <a:pt x="111772" y="176410"/>
                      <a:pt x="115653" y="175100"/>
                    </a:cubicBezTo>
                    <a:cubicBezTo>
                      <a:pt x="118240" y="173791"/>
                      <a:pt x="122120" y="172481"/>
                      <a:pt x="124707" y="169862"/>
                    </a:cubicBezTo>
                    <a:cubicBezTo>
                      <a:pt x="129881" y="167242"/>
                      <a:pt x="135056" y="163313"/>
                      <a:pt x="140230" y="160694"/>
                    </a:cubicBezTo>
                    <a:cubicBezTo>
                      <a:pt x="147991" y="154145"/>
                      <a:pt x="155752" y="148907"/>
                      <a:pt x="162219" y="141049"/>
                    </a:cubicBezTo>
                    <a:cubicBezTo>
                      <a:pt x="163513" y="139739"/>
                      <a:pt x="163513" y="139739"/>
                      <a:pt x="163513" y="138429"/>
                    </a:cubicBezTo>
                    <a:cubicBezTo>
                      <a:pt x="155752" y="130571"/>
                      <a:pt x="147991" y="124023"/>
                      <a:pt x="140230" y="118784"/>
                    </a:cubicBezTo>
                    <a:cubicBezTo>
                      <a:pt x="140230" y="117474"/>
                      <a:pt x="138936" y="117474"/>
                      <a:pt x="138936" y="117474"/>
                    </a:cubicBezTo>
                    <a:close/>
                    <a:moveTo>
                      <a:pt x="219220" y="115887"/>
                    </a:moveTo>
                    <a:cubicBezTo>
                      <a:pt x="216622" y="117186"/>
                      <a:pt x="214024" y="118485"/>
                      <a:pt x="212725" y="122382"/>
                    </a:cubicBezTo>
                    <a:cubicBezTo>
                      <a:pt x="212725" y="123680"/>
                      <a:pt x="215323" y="124979"/>
                      <a:pt x="215323" y="126278"/>
                    </a:cubicBezTo>
                    <a:cubicBezTo>
                      <a:pt x="216622" y="128876"/>
                      <a:pt x="219220" y="131474"/>
                      <a:pt x="220518" y="134071"/>
                    </a:cubicBezTo>
                    <a:cubicBezTo>
                      <a:pt x="221817" y="136669"/>
                      <a:pt x="223116" y="140566"/>
                      <a:pt x="224415" y="143163"/>
                    </a:cubicBezTo>
                    <a:cubicBezTo>
                      <a:pt x="224415" y="143163"/>
                      <a:pt x="225714" y="144462"/>
                      <a:pt x="225714" y="144462"/>
                    </a:cubicBezTo>
                    <a:cubicBezTo>
                      <a:pt x="225714" y="143163"/>
                      <a:pt x="225714" y="143163"/>
                      <a:pt x="227013" y="141865"/>
                    </a:cubicBezTo>
                    <a:cubicBezTo>
                      <a:pt x="225714" y="134071"/>
                      <a:pt x="224415" y="124979"/>
                      <a:pt x="221817" y="117186"/>
                    </a:cubicBezTo>
                    <a:cubicBezTo>
                      <a:pt x="220518" y="117186"/>
                      <a:pt x="220518" y="115887"/>
                      <a:pt x="220518" y="115887"/>
                    </a:cubicBezTo>
                    <a:cubicBezTo>
                      <a:pt x="220518" y="115887"/>
                      <a:pt x="219220" y="115887"/>
                      <a:pt x="219220" y="115887"/>
                    </a:cubicBezTo>
                    <a:close/>
                    <a:moveTo>
                      <a:pt x="206375" y="96837"/>
                    </a:moveTo>
                    <a:cubicBezTo>
                      <a:pt x="206375" y="96837"/>
                      <a:pt x="206375" y="98425"/>
                      <a:pt x="206375" y="98425"/>
                    </a:cubicBezTo>
                    <a:cubicBezTo>
                      <a:pt x="206375" y="100013"/>
                      <a:pt x="206375" y="100013"/>
                      <a:pt x="207169" y="101600"/>
                    </a:cubicBezTo>
                    <a:cubicBezTo>
                      <a:pt x="207169" y="101600"/>
                      <a:pt x="207169" y="101600"/>
                      <a:pt x="207963" y="101600"/>
                    </a:cubicBezTo>
                    <a:cubicBezTo>
                      <a:pt x="207963" y="101600"/>
                      <a:pt x="207963" y="101600"/>
                      <a:pt x="207963" y="100013"/>
                    </a:cubicBezTo>
                    <a:cubicBezTo>
                      <a:pt x="207963" y="100013"/>
                      <a:pt x="207963" y="98425"/>
                      <a:pt x="207169" y="98425"/>
                    </a:cubicBezTo>
                    <a:cubicBezTo>
                      <a:pt x="207169" y="96837"/>
                      <a:pt x="207169" y="96837"/>
                      <a:pt x="206375" y="96837"/>
                    </a:cubicBezTo>
                    <a:close/>
                    <a:moveTo>
                      <a:pt x="307146" y="28272"/>
                    </a:moveTo>
                    <a:cubicBezTo>
                      <a:pt x="305851" y="29557"/>
                      <a:pt x="304557" y="30843"/>
                      <a:pt x="303262" y="33413"/>
                    </a:cubicBezTo>
                    <a:cubicBezTo>
                      <a:pt x="290318" y="47549"/>
                      <a:pt x="276079" y="60400"/>
                      <a:pt x="261841" y="74537"/>
                    </a:cubicBezTo>
                    <a:cubicBezTo>
                      <a:pt x="252779" y="82247"/>
                      <a:pt x="245013" y="91243"/>
                      <a:pt x="235952" y="98954"/>
                    </a:cubicBezTo>
                    <a:cubicBezTo>
                      <a:pt x="233363" y="100239"/>
                      <a:pt x="233363" y="102809"/>
                      <a:pt x="234657" y="105380"/>
                    </a:cubicBezTo>
                    <a:cubicBezTo>
                      <a:pt x="238541" y="114375"/>
                      <a:pt x="242424" y="123371"/>
                      <a:pt x="243718" y="133652"/>
                    </a:cubicBezTo>
                    <a:cubicBezTo>
                      <a:pt x="243718" y="134937"/>
                      <a:pt x="245013" y="134937"/>
                      <a:pt x="246307" y="134937"/>
                    </a:cubicBezTo>
                    <a:cubicBezTo>
                      <a:pt x="247602" y="133652"/>
                      <a:pt x="248896" y="132367"/>
                      <a:pt x="250191" y="131082"/>
                    </a:cubicBezTo>
                    <a:cubicBezTo>
                      <a:pt x="264429" y="115660"/>
                      <a:pt x="281257" y="105380"/>
                      <a:pt x="300673" y="97669"/>
                    </a:cubicBezTo>
                    <a:cubicBezTo>
                      <a:pt x="304557" y="95099"/>
                      <a:pt x="308440" y="92528"/>
                      <a:pt x="313618" y="89958"/>
                    </a:cubicBezTo>
                    <a:cubicBezTo>
                      <a:pt x="316207" y="88673"/>
                      <a:pt x="317501" y="86103"/>
                      <a:pt x="317501" y="82247"/>
                    </a:cubicBezTo>
                    <a:cubicBezTo>
                      <a:pt x="317501" y="79677"/>
                      <a:pt x="317501" y="77107"/>
                      <a:pt x="317501" y="74537"/>
                    </a:cubicBezTo>
                    <a:cubicBezTo>
                      <a:pt x="317501" y="70681"/>
                      <a:pt x="317501" y="65541"/>
                      <a:pt x="316207" y="61685"/>
                    </a:cubicBezTo>
                    <a:cubicBezTo>
                      <a:pt x="314912" y="52690"/>
                      <a:pt x="313618" y="42409"/>
                      <a:pt x="311029" y="33413"/>
                    </a:cubicBezTo>
                    <a:cubicBezTo>
                      <a:pt x="311029" y="32128"/>
                      <a:pt x="311029" y="29557"/>
                      <a:pt x="309734" y="28272"/>
                    </a:cubicBezTo>
                    <a:cubicBezTo>
                      <a:pt x="309734" y="26987"/>
                      <a:pt x="308440" y="26987"/>
                      <a:pt x="307146" y="28272"/>
                    </a:cubicBezTo>
                    <a:close/>
                    <a:moveTo>
                      <a:pt x="228600" y="17173"/>
                    </a:moveTo>
                    <a:cubicBezTo>
                      <a:pt x="226020" y="15874"/>
                      <a:pt x="223441" y="18471"/>
                      <a:pt x="220861" y="22368"/>
                    </a:cubicBezTo>
                    <a:cubicBezTo>
                      <a:pt x="220861" y="24966"/>
                      <a:pt x="218281" y="26265"/>
                      <a:pt x="216991" y="27564"/>
                    </a:cubicBezTo>
                    <a:cubicBezTo>
                      <a:pt x="215702" y="30162"/>
                      <a:pt x="214412" y="31461"/>
                      <a:pt x="211832" y="34058"/>
                    </a:cubicBezTo>
                    <a:cubicBezTo>
                      <a:pt x="209252" y="39254"/>
                      <a:pt x="205383" y="45748"/>
                      <a:pt x="201513" y="50944"/>
                    </a:cubicBezTo>
                    <a:cubicBezTo>
                      <a:pt x="198934" y="56139"/>
                      <a:pt x="196354" y="60036"/>
                      <a:pt x="192484" y="63933"/>
                    </a:cubicBezTo>
                    <a:cubicBezTo>
                      <a:pt x="191194" y="65231"/>
                      <a:pt x="189905" y="66530"/>
                      <a:pt x="188615" y="67829"/>
                    </a:cubicBezTo>
                    <a:cubicBezTo>
                      <a:pt x="187325" y="69128"/>
                      <a:pt x="187325" y="70427"/>
                      <a:pt x="188615" y="70427"/>
                    </a:cubicBezTo>
                    <a:cubicBezTo>
                      <a:pt x="200223" y="74324"/>
                      <a:pt x="210542" y="78220"/>
                      <a:pt x="219571" y="86013"/>
                    </a:cubicBezTo>
                    <a:cubicBezTo>
                      <a:pt x="220861" y="87312"/>
                      <a:pt x="222151" y="87312"/>
                      <a:pt x="223441" y="86013"/>
                    </a:cubicBezTo>
                    <a:cubicBezTo>
                      <a:pt x="224730" y="86013"/>
                      <a:pt x="224730" y="86013"/>
                      <a:pt x="226020" y="84715"/>
                    </a:cubicBezTo>
                    <a:cubicBezTo>
                      <a:pt x="238919" y="71726"/>
                      <a:pt x="253107" y="58737"/>
                      <a:pt x="267295" y="45748"/>
                    </a:cubicBezTo>
                    <a:cubicBezTo>
                      <a:pt x="269875" y="43151"/>
                      <a:pt x="269875" y="43151"/>
                      <a:pt x="268585" y="39254"/>
                    </a:cubicBezTo>
                    <a:cubicBezTo>
                      <a:pt x="259556" y="26265"/>
                      <a:pt x="246658" y="19770"/>
                      <a:pt x="228600" y="17173"/>
                    </a:cubicBezTo>
                    <a:close/>
                    <a:moveTo>
                      <a:pt x="223344" y="0"/>
                    </a:moveTo>
                    <a:cubicBezTo>
                      <a:pt x="227217" y="1297"/>
                      <a:pt x="229799" y="1297"/>
                      <a:pt x="233672" y="1297"/>
                    </a:cubicBezTo>
                    <a:cubicBezTo>
                      <a:pt x="237545" y="1297"/>
                      <a:pt x="242709" y="2594"/>
                      <a:pt x="246582" y="3891"/>
                    </a:cubicBezTo>
                    <a:cubicBezTo>
                      <a:pt x="260783" y="9079"/>
                      <a:pt x="272402" y="16861"/>
                      <a:pt x="281439" y="27238"/>
                    </a:cubicBezTo>
                    <a:cubicBezTo>
                      <a:pt x="282730" y="28535"/>
                      <a:pt x="284021" y="28535"/>
                      <a:pt x="285312" y="27238"/>
                    </a:cubicBezTo>
                    <a:cubicBezTo>
                      <a:pt x="290476" y="22049"/>
                      <a:pt x="295640" y="16861"/>
                      <a:pt x="300804" y="11673"/>
                    </a:cubicBezTo>
                    <a:cubicBezTo>
                      <a:pt x="304677" y="7782"/>
                      <a:pt x="311132" y="7782"/>
                      <a:pt x="315005" y="12970"/>
                    </a:cubicBezTo>
                    <a:cubicBezTo>
                      <a:pt x="316296" y="15564"/>
                      <a:pt x="317587" y="18158"/>
                      <a:pt x="318878" y="22049"/>
                    </a:cubicBezTo>
                    <a:cubicBezTo>
                      <a:pt x="324042" y="37614"/>
                      <a:pt x="329206" y="54475"/>
                      <a:pt x="329206" y="71336"/>
                    </a:cubicBezTo>
                    <a:cubicBezTo>
                      <a:pt x="329206" y="72633"/>
                      <a:pt x="329206" y="73930"/>
                      <a:pt x="329206" y="75227"/>
                    </a:cubicBezTo>
                    <a:cubicBezTo>
                      <a:pt x="331788" y="79119"/>
                      <a:pt x="329206" y="84307"/>
                      <a:pt x="330497" y="89495"/>
                    </a:cubicBezTo>
                    <a:cubicBezTo>
                      <a:pt x="330497" y="93386"/>
                      <a:pt x="329206" y="97277"/>
                      <a:pt x="327915" y="101168"/>
                    </a:cubicBezTo>
                    <a:cubicBezTo>
                      <a:pt x="326624" y="102465"/>
                      <a:pt x="326624" y="102465"/>
                      <a:pt x="325333" y="103762"/>
                    </a:cubicBezTo>
                    <a:cubicBezTo>
                      <a:pt x="321460" y="103762"/>
                      <a:pt x="318878" y="107653"/>
                      <a:pt x="316296" y="108950"/>
                    </a:cubicBezTo>
                    <a:cubicBezTo>
                      <a:pt x="312423" y="111544"/>
                      <a:pt x="309841" y="112841"/>
                      <a:pt x="305968" y="114138"/>
                    </a:cubicBezTo>
                    <a:cubicBezTo>
                      <a:pt x="295640" y="116732"/>
                      <a:pt x="286603" y="120623"/>
                      <a:pt x="277566" y="127108"/>
                    </a:cubicBezTo>
                    <a:cubicBezTo>
                      <a:pt x="267238" y="134890"/>
                      <a:pt x="258201" y="143970"/>
                      <a:pt x="247873" y="151752"/>
                    </a:cubicBezTo>
                    <a:cubicBezTo>
                      <a:pt x="246582" y="153049"/>
                      <a:pt x="245291" y="154346"/>
                      <a:pt x="246582" y="155643"/>
                    </a:cubicBezTo>
                    <a:cubicBezTo>
                      <a:pt x="247873" y="156940"/>
                      <a:pt x="247873" y="158237"/>
                      <a:pt x="249164" y="158237"/>
                    </a:cubicBezTo>
                    <a:cubicBezTo>
                      <a:pt x="253037" y="163425"/>
                      <a:pt x="254328" y="169910"/>
                      <a:pt x="253037" y="175098"/>
                    </a:cubicBezTo>
                    <a:cubicBezTo>
                      <a:pt x="253037" y="178989"/>
                      <a:pt x="253037" y="182880"/>
                      <a:pt x="251746" y="186771"/>
                    </a:cubicBezTo>
                    <a:cubicBezTo>
                      <a:pt x="251746" y="190662"/>
                      <a:pt x="251746" y="194553"/>
                      <a:pt x="253037" y="197147"/>
                    </a:cubicBezTo>
                    <a:cubicBezTo>
                      <a:pt x="259492" y="206227"/>
                      <a:pt x="264656" y="215306"/>
                      <a:pt x="273693" y="223088"/>
                    </a:cubicBezTo>
                    <a:cubicBezTo>
                      <a:pt x="278857" y="229573"/>
                      <a:pt x="285312" y="236058"/>
                      <a:pt x="293058" y="239949"/>
                    </a:cubicBezTo>
                    <a:cubicBezTo>
                      <a:pt x="294349" y="241246"/>
                      <a:pt x="295640" y="242543"/>
                      <a:pt x="295640" y="242543"/>
                    </a:cubicBezTo>
                    <a:cubicBezTo>
                      <a:pt x="298222" y="245137"/>
                      <a:pt x="298222" y="247731"/>
                      <a:pt x="296931" y="250325"/>
                    </a:cubicBezTo>
                    <a:cubicBezTo>
                      <a:pt x="296931" y="251622"/>
                      <a:pt x="294349" y="252919"/>
                      <a:pt x="293058" y="252919"/>
                    </a:cubicBezTo>
                    <a:cubicBezTo>
                      <a:pt x="287894" y="252919"/>
                      <a:pt x="284021" y="252919"/>
                      <a:pt x="280148" y="254216"/>
                    </a:cubicBezTo>
                    <a:cubicBezTo>
                      <a:pt x="277566" y="254216"/>
                      <a:pt x="274984" y="252919"/>
                      <a:pt x="273693" y="255513"/>
                    </a:cubicBezTo>
                    <a:cubicBezTo>
                      <a:pt x="273693" y="256810"/>
                      <a:pt x="274984" y="259404"/>
                      <a:pt x="274984" y="260702"/>
                    </a:cubicBezTo>
                    <a:cubicBezTo>
                      <a:pt x="274984" y="265890"/>
                      <a:pt x="272402" y="269781"/>
                      <a:pt x="265947" y="268484"/>
                    </a:cubicBezTo>
                    <a:cubicBezTo>
                      <a:pt x="265947" y="268484"/>
                      <a:pt x="264656" y="268484"/>
                      <a:pt x="263365" y="268484"/>
                    </a:cubicBezTo>
                    <a:cubicBezTo>
                      <a:pt x="263365" y="269781"/>
                      <a:pt x="262074" y="269781"/>
                      <a:pt x="262074" y="269781"/>
                    </a:cubicBezTo>
                    <a:cubicBezTo>
                      <a:pt x="263365" y="271078"/>
                      <a:pt x="264656" y="272375"/>
                      <a:pt x="264656" y="273672"/>
                    </a:cubicBezTo>
                    <a:cubicBezTo>
                      <a:pt x="267238" y="277563"/>
                      <a:pt x="267238" y="280157"/>
                      <a:pt x="265947" y="284048"/>
                    </a:cubicBezTo>
                    <a:cubicBezTo>
                      <a:pt x="263365" y="287939"/>
                      <a:pt x="259492" y="290533"/>
                      <a:pt x="255619" y="287939"/>
                    </a:cubicBezTo>
                    <a:cubicBezTo>
                      <a:pt x="251746" y="286642"/>
                      <a:pt x="247873" y="284048"/>
                      <a:pt x="244000" y="281454"/>
                    </a:cubicBezTo>
                    <a:cubicBezTo>
                      <a:pt x="242709" y="281454"/>
                      <a:pt x="241418" y="280157"/>
                      <a:pt x="240127" y="280157"/>
                    </a:cubicBezTo>
                    <a:cubicBezTo>
                      <a:pt x="240127" y="280157"/>
                      <a:pt x="238836" y="281454"/>
                      <a:pt x="238836" y="281454"/>
                    </a:cubicBezTo>
                    <a:cubicBezTo>
                      <a:pt x="238836" y="282751"/>
                      <a:pt x="238836" y="282751"/>
                      <a:pt x="238836" y="284048"/>
                    </a:cubicBezTo>
                    <a:cubicBezTo>
                      <a:pt x="238836" y="289236"/>
                      <a:pt x="238836" y="293127"/>
                      <a:pt x="238836" y="298315"/>
                    </a:cubicBezTo>
                    <a:cubicBezTo>
                      <a:pt x="238836" y="302206"/>
                      <a:pt x="236254" y="303503"/>
                      <a:pt x="232381" y="304800"/>
                    </a:cubicBezTo>
                    <a:cubicBezTo>
                      <a:pt x="231090" y="304800"/>
                      <a:pt x="228508" y="304800"/>
                      <a:pt x="227217" y="304800"/>
                    </a:cubicBezTo>
                    <a:cubicBezTo>
                      <a:pt x="225926" y="304800"/>
                      <a:pt x="224635" y="304800"/>
                      <a:pt x="223344" y="303503"/>
                    </a:cubicBezTo>
                    <a:cubicBezTo>
                      <a:pt x="219471" y="298315"/>
                      <a:pt x="214307" y="295721"/>
                      <a:pt x="211725" y="289236"/>
                    </a:cubicBezTo>
                    <a:cubicBezTo>
                      <a:pt x="206561" y="281454"/>
                      <a:pt x="202688" y="273672"/>
                      <a:pt x="202688" y="263296"/>
                    </a:cubicBezTo>
                    <a:cubicBezTo>
                      <a:pt x="202688" y="249028"/>
                      <a:pt x="203979" y="233464"/>
                      <a:pt x="209143" y="219197"/>
                    </a:cubicBezTo>
                    <a:cubicBezTo>
                      <a:pt x="209143" y="216603"/>
                      <a:pt x="210434" y="215306"/>
                      <a:pt x="210434" y="214009"/>
                    </a:cubicBezTo>
                    <a:cubicBezTo>
                      <a:pt x="211725" y="211415"/>
                      <a:pt x="210434" y="210118"/>
                      <a:pt x="209143" y="208821"/>
                    </a:cubicBezTo>
                    <a:cubicBezTo>
                      <a:pt x="203979" y="207524"/>
                      <a:pt x="201397" y="206227"/>
                      <a:pt x="198815" y="202336"/>
                    </a:cubicBezTo>
                    <a:cubicBezTo>
                      <a:pt x="197524" y="201039"/>
                      <a:pt x="196233" y="199742"/>
                      <a:pt x="193651" y="201039"/>
                    </a:cubicBezTo>
                    <a:cubicBezTo>
                      <a:pt x="182032" y="210118"/>
                      <a:pt x="171703" y="219197"/>
                      <a:pt x="162666" y="230870"/>
                    </a:cubicBezTo>
                    <a:cubicBezTo>
                      <a:pt x="158793" y="237355"/>
                      <a:pt x="153629" y="243840"/>
                      <a:pt x="148465" y="249028"/>
                    </a:cubicBezTo>
                    <a:cubicBezTo>
                      <a:pt x="140719" y="255513"/>
                      <a:pt x="134264" y="263296"/>
                      <a:pt x="127809" y="269781"/>
                    </a:cubicBezTo>
                    <a:cubicBezTo>
                      <a:pt x="127809" y="271078"/>
                      <a:pt x="126518" y="272375"/>
                      <a:pt x="126518" y="272375"/>
                    </a:cubicBezTo>
                    <a:cubicBezTo>
                      <a:pt x="117481" y="278860"/>
                      <a:pt x="109735" y="287939"/>
                      <a:pt x="100698" y="294424"/>
                    </a:cubicBezTo>
                    <a:cubicBezTo>
                      <a:pt x="99407" y="295721"/>
                      <a:pt x="98116" y="297018"/>
                      <a:pt x="96825" y="297018"/>
                    </a:cubicBezTo>
                    <a:cubicBezTo>
                      <a:pt x="90370" y="302206"/>
                      <a:pt x="81333" y="303503"/>
                      <a:pt x="72296" y="303503"/>
                    </a:cubicBezTo>
                    <a:cubicBezTo>
                      <a:pt x="65841" y="303503"/>
                      <a:pt x="60677" y="302206"/>
                      <a:pt x="54222" y="300909"/>
                    </a:cubicBezTo>
                    <a:cubicBezTo>
                      <a:pt x="50349" y="300909"/>
                      <a:pt x="47767" y="299612"/>
                      <a:pt x="45185" y="298315"/>
                    </a:cubicBezTo>
                    <a:cubicBezTo>
                      <a:pt x="33566" y="291830"/>
                      <a:pt x="23238" y="284048"/>
                      <a:pt x="14201" y="273672"/>
                    </a:cubicBezTo>
                    <a:cubicBezTo>
                      <a:pt x="11619" y="269781"/>
                      <a:pt x="9037" y="265890"/>
                      <a:pt x="6455" y="260702"/>
                    </a:cubicBezTo>
                    <a:cubicBezTo>
                      <a:pt x="3873" y="252919"/>
                      <a:pt x="2582" y="245137"/>
                      <a:pt x="0" y="238652"/>
                    </a:cubicBezTo>
                    <a:cubicBezTo>
                      <a:pt x="0" y="237355"/>
                      <a:pt x="0" y="236058"/>
                      <a:pt x="0" y="236058"/>
                    </a:cubicBezTo>
                    <a:cubicBezTo>
                      <a:pt x="0" y="224385"/>
                      <a:pt x="1291" y="212712"/>
                      <a:pt x="5164" y="202336"/>
                    </a:cubicBezTo>
                    <a:cubicBezTo>
                      <a:pt x="7746" y="197147"/>
                      <a:pt x="11619" y="191959"/>
                      <a:pt x="16783" y="188068"/>
                    </a:cubicBezTo>
                    <a:cubicBezTo>
                      <a:pt x="19365" y="185474"/>
                      <a:pt x="21947" y="182880"/>
                      <a:pt x="24529" y="180286"/>
                    </a:cubicBezTo>
                    <a:cubicBezTo>
                      <a:pt x="25820" y="178989"/>
                      <a:pt x="28402" y="177692"/>
                      <a:pt x="29693" y="176395"/>
                    </a:cubicBezTo>
                    <a:cubicBezTo>
                      <a:pt x="32275" y="175098"/>
                      <a:pt x="34857" y="175098"/>
                      <a:pt x="37439" y="172504"/>
                    </a:cubicBezTo>
                    <a:cubicBezTo>
                      <a:pt x="60677" y="153049"/>
                      <a:pt x="86497" y="134890"/>
                      <a:pt x="112317" y="118029"/>
                    </a:cubicBezTo>
                    <a:cubicBezTo>
                      <a:pt x="121354" y="111544"/>
                      <a:pt x="130391" y="105059"/>
                      <a:pt x="138137" y="95980"/>
                    </a:cubicBezTo>
                    <a:cubicBezTo>
                      <a:pt x="143301" y="90792"/>
                      <a:pt x="148465" y="86901"/>
                      <a:pt x="153629" y="81713"/>
                    </a:cubicBezTo>
                    <a:cubicBezTo>
                      <a:pt x="160084" y="75227"/>
                      <a:pt x="165248" y="70039"/>
                      <a:pt x="171703" y="63554"/>
                    </a:cubicBezTo>
                    <a:cubicBezTo>
                      <a:pt x="175576" y="59663"/>
                      <a:pt x="178158" y="55772"/>
                      <a:pt x="182032" y="51881"/>
                    </a:cubicBezTo>
                    <a:cubicBezTo>
                      <a:pt x="184614" y="49287"/>
                      <a:pt x="185905" y="46693"/>
                      <a:pt x="187196" y="44099"/>
                    </a:cubicBezTo>
                    <a:cubicBezTo>
                      <a:pt x="193651" y="35020"/>
                      <a:pt x="198815" y="25940"/>
                      <a:pt x="205270" y="16861"/>
                    </a:cubicBezTo>
                    <a:cubicBezTo>
                      <a:pt x="206561" y="14267"/>
                      <a:pt x="207852" y="11673"/>
                      <a:pt x="209143" y="9079"/>
                    </a:cubicBezTo>
                    <a:cubicBezTo>
                      <a:pt x="210434" y="6485"/>
                      <a:pt x="211725" y="3891"/>
                      <a:pt x="214307" y="2594"/>
                    </a:cubicBezTo>
                    <a:cubicBezTo>
                      <a:pt x="216889" y="0"/>
                      <a:pt x="219471" y="0"/>
                      <a:pt x="22334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b="1"/>
              </a:p>
            </p:txBody>
          </p: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70A249D-7483-83DC-5E62-B8F5ED7BF7BC}"/>
              </a:ext>
            </a:extLst>
          </p:cNvPr>
          <p:cNvGrpSpPr/>
          <p:nvPr/>
        </p:nvGrpSpPr>
        <p:grpSpPr>
          <a:xfrm>
            <a:off x="6827014" y="1277983"/>
            <a:ext cx="3264037" cy="770775"/>
            <a:chOff x="5436364" y="1277983"/>
            <a:chExt cx="3264037" cy="77077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8BC98D8-E5EC-4DDF-E865-C02F83105600}"/>
                </a:ext>
              </a:extLst>
            </p:cNvPr>
            <p:cNvSpPr/>
            <p:nvPr/>
          </p:nvSpPr>
          <p:spPr>
            <a:xfrm>
              <a:off x="6458427" y="1321738"/>
              <a:ext cx="224197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执行流程</a:t>
              </a: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AEA6D36-EBDD-0DD7-5371-C640BF6D4FF6}"/>
                </a:ext>
              </a:extLst>
            </p:cNvPr>
            <p:cNvGrpSpPr/>
            <p:nvPr/>
          </p:nvGrpSpPr>
          <p:grpSpPr>
            <a:xfrm>
              <a:off x="5436364" y="1277983"/>
              <a:ext cx="770775" cy="770775"/>
              <a:chOff x="5436364" y="1438395"/>
              <a:chExt cx="770775" cy="770775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423BE3E6-6F6A-8DDD-F090-62DB4DEDC723}"/>
                  </a:ext>
                </a:extLst>
              </p:cNvPr>
              <p:cNvSpPr/>
              <p:nvPr/>
            </p:nvSpPr>
            <p:spPr>
              <a:xfrm>
                <a:off x="5436364" y="1438395"/>
                <a:ext cx="770775" cy="770775"/>
              </a:xfrm>
              <a:prstGeom prst="ellipse">
                <a:avLst/>
              </a:prstGeom>
              <a:solidFill>
                <a:srgbClr val="B1B5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19" name="椭圆 24">
                <a:extLst>
                  <a:ext uri="{FF2B5EF4-FFF2-40B4-BE49-F238E27FC236}">
                    <a16:creationId xmlns:a16="http://schemas.microsoft.com/office/drawing/2014/main" id="{B37F4487-A8E2-77A6-5A4E-30731DE5A63B}"/>
                  </a:ext>
                </a:extLst>
              </p:cNvPr>
              <p:cNvSpPr/>
              <p:nvPr/>
            </p:nvSpPr>
            <p:spPr>
              <a:xfrm>
                <a:off x="5591593" y="1659081"/>
                <a:ext cx="460318" cy="329404"/>
              </a:xfrm>
              <a:custGeom>
                <a:avLst/>
                <a:gdLst>
                  <a:gd name="connsiteX0" fmla="*/ 71046 w 330544"/>
                  <a:gd name="connsiteY0" fmla="*/ 161925 h 236538"/>
                  <a:gd name="connsiteX1" fmla="*/ 289130 w 330544"/>
                  <a:gd name="connsiteY1" fmla="*/ 161925 h 236538"/>
                  <a:gd name="connsiteX2" fmla="*/ 295620 w 330544"/>
                  <a:gd name="connsiteY2" fmla="*/ 169644 h 236538"/>
                  <a:gd name="connsiteX3" fmla="*/ 289130 w 330544"/>
                  <a:gd name="connsiteY3" fmla="*/ 177362 h 236538"/>
                  <a:gd name="connsiteX4" fmla="*/ 282639 w 330544"/>
                  <a:gd name="connsiteY4" fmla="*/ 177362 h 236538"/>
                  <a:gd name="connsiteX5" fmla="*/ 282639 w 330544"/>
                  <a:gd name="connsiteY5" fmla="*/ 222387 h 236538"/>
                  <a:gd name="connsiteX6" fmla="*/ 289130 w 330544"/>
                  <a:gd name="connsiteY6" fmla="*/ 222387 h 236538"/>
                  <a:gd name="connsiteX7" fmla="*/ 295620 w 330544"/>
                  <a:gd name="connsiteY7" fmla="*/ 230106 h 236538"/>
                  <a:gd name="connsiteX8" fmla="*/ 289130 w 330544"/>
                  <a:gd name="connsiteY8" fmla="*/ 236538 h 236538"/>
                  <a:gd name="connsiteX9" fmla="*/ 71046 w 330544"/>
                  <a:gd name="connsiteY9" fmla="*/ 236538 h 236538"/>
                  <a:gd name="connsiteX10" fmla="*/ 46382 w 330544"/>
                  <a:gd name="connsiteY10" fmla="*/ 213382 h 236538"/>
                  <a:gd name="connsiteX11" fmla="*/ 46382 w 330544"/>
                  <a:gd name="connsiteY11" fmla="*/ 186367 h 236538"/>
                  <a:gd name="connsiteX12" fmla="*/ 71046 w 330544"/>
                  <a:gd name="connsiteY12" fmla="*/ 161925 h 236538"/>
                  <a:gd name="connsiteX13" fmla="*/ 94007 w 330544"/>
                  <a:gd name="connsiteY13" fmla="*/ 104775 h 236538"/>
                  <a:gd name="connsiteX14" fmla="*/ 94007 w 330544"/>
                  <a:gd name="connsiteY14" fmla="*/ 134938 h 236538"/>
                  <a:gd name="connsiteX15" fmla="*/ 304347 w 330544"/>
                  <a:gd name="connsiteY15" fmla="*/ 134938 h 236538"/>
                  <a:gd name="connsiteX16" fmla="*/ 314670 w 330544"/>
                  <a:gd name="connsiteY16" fmla="*/ 123135 h 236538"/>
                  <a:gd name="connsiteX17" fmla="*/ 314670 w 330544"/>
                  <a:gd name="connsiteY17" fmla="*/ 115267 h 236538"/>
                  <a:gd name="connsiteX18" fmla="*/ 304347 w 330544"/>
                  <a:gd name="connsiteY18" fmla="*/ 104775 h 236538"/>
                  <a:gd name="connsiteX19" fmla="*/ 94007 w 330544"/>
                  <a:gd name="connsiteY19" fmla="*/ 104775 h 236538"/>
                  <a:gd name="connsiteX20" fmla="*/ 74808 w 330544"/>
                  <a:gd name="connsiteY20" fmla="*/ 88900 h 236538"/>
                  <a:gd name="connsiteX21" fmla="*/ 304581 w 330544"/>
                  <a:gd name="connsiteY21" fmla="*/ 88900 h 236538"/>
                  <a:gd name="connsiteX22" fmla="*/ 330544 w 330544"/>
                  <a:gd name="connsiteY22" fmla="*/ 114570 h 236538"/>
                  <a:gd name="connsiteX23" fmla="*/ 330544 w 330544"/>
                  <a:gd name="connsiteY23" fmla="*/ 122271 h 236538"/>
                  <a:gd name="connsiteX24" fmla="*/ 304581 w 330544"/>
                  <a:gd name="connsiteY24" fmla="*/ 149225 h 236538"/>
                  <a:gd name="connsiteX25" fmla="*/ 74808 w 330544"/>
                  <a:gd name="connsiteY25" fmla="*/ 149225 h 236538"/>
                  <a:gd name="connsiteX26" fmla="*/ 67019 w 330544"/>
                  <a:gd name="connsiteY26" fmla="*/ 141524 h 236538"/>
                  <a:gd name="connsiteX27" fmla="*/ 74808 w 330544"/>
                  <a:gd name="connsiteY27" fmla="*/ 133823 h 236538"/>
                  <a:gd name="connsiteX28" fmla="*/ 77404 w 330544"/>
                  <a:gd name="connsiteY28" fmla="*/ 133823 h 236538"/>
                  <a:gd name="connsiteX29" fmla="*/ 77404 w 330544"/>
                  <a:gd name="connsiteY29" fmla="*/ 104302 h 236538"/>
                  <a:gd name="connsiteX30" fmla="*/ 74808 w 330544"/>
                  <a:gd name="connsiteY30" fmla="*/ 104302 h 236538"/>
                  <a:gd name="connsiteX31" fmla="*/ 67019 w 330544"/>
                  <a:gd name="connsiteY31" fmla="*/ 96601 h 236538"/>
                  <a:gd name="connsiteX32" fmla="*/ 74808 w 330544"/>
                  <a:gd name="connsiteY32" fmla="*/ 88900 h 236538"/>
                  <a:gd name="connsiteX33" fmla="*/ 25972 w 330544"/>
                  <a:gd name="connsiteY33" fmla="*/ 0 h 236538"/>
                  <a:gd name="connsiteX34" fmla="*/ 308482 w 330544"/>
                  <a:gd name="connsiteY34" fmla="*/ 0 h 236538"/>
                  <a:gd name="connsiteX35" fmla="*/ 316257 w 330544"/>
                  <a:gd name="connsiteY35" fmla="*/ 7758 h 236538"/>
                  <a:gd name="connsiteX36" fmla="*/ 308482 w 330544"/>
                  <a:gd name="connsiteY36" fmla="*/ 15517 h 236538"/>
                  <a:gd name="connsiteX37" fmla="*/ 252757 w 330544"/>
                  <a:gd name="connsiteY37" fmla="*/ 15517 h 236538"/>
                  <a:gd name="connsiteX38" fmla="*/ 252757 w 330544"/>
                  <a:gd name="connsiteY38" fmla="*/ 69825 h 236538"/>
                  <a:gd name="connsiteX39" fmla="*/ 244982 w 330544"/>
                  <a:gd name="connsiteY39" fmla="*/ 76290 h 236538"/>
                  <a:gd name="connsiteX40" fmla="*/ 89472 w 330544"/>
                  <a:gd name="connsiteY40" fmla="*/ 76290 h 236538"/>
                  <a:gd name="connsiteX41" fmla="*/ 81696 w 330544"/>
                  <a:gd name="connsiteY41" fmla="*/ 69825 h 236538"/>
                  <a:gd name="connsiteX42" fmla="*/ 81696 w 330544"/>
                  <a:gd name="connsiteY42" fmla="*/ 15517 h 236538"/>
                  <a:gd name="connsiteX43" fmla="*/ 33747 w 330544"/>
                  <a:gd name="connsiteY43" fmla="*/ 15517 h 236538"/>
                  <a:gd name="connsiteX44" fmla="*/ 33747 w 330544"/>
                  <a:gd name="connsiteY44" fmla="*/ 107323 h 236538"/>
                  <a:gd name="connsiteX45" fmla="*/ 51890 w 330544"/>
                  <a:gd name="connsiteY45" fmla="*/ 134477 h 236538"/>
                  <a:gd name="connsiteX46" fmla="*/ 50594 w 330544"/>
                  <a:gd name="connsiteY46" fmla="*/ 144822 h 236538"/>
                  <a:gd name="connsiteX47" fmla="*/ 40227 w 330544"/>
                  <a:gd name="connsiteY47" fmla="*/ 143529 h 236538"/>
                  <a:gd name="connsiteX48" fmla="*/ 33747 w 330544"/>
                  <a:gd name="connsiteY48" fmla="*/ 134477 h 236538"/>
                  <a:gd name="connsiteX49" fmla="*/ 33747 w 330544"/>
                  <a:gd name="connsiteY49" fmla="*/ 152580 h 236538"/>
                  <a:gd name="connsiteX50" fmla="*/ 25972 w 330544"/>
                  <a:gd name="connsiteY50" fmla="*/ 160338 h 236538"/>
                  <a:gd name="connsiteX51" fmla="*/ 18196 w 330544"/>
                  <a:gd name="connsiteY51" fmla="*/ 152580 h 236538"/>
                  <a:gd name="connsiteX52" fmla="*/ 18196 w 330544"/>
                  <a:gd name="connsiteY52" fmla="*/ 138356 h 236538"/>
                  <a:gd name="connsiteX53" fmla="*/ 14308 w 330544"/>
                  <a:gd name="connsiteY53" fmla="*/ 146115 h 236538"/>
                  <a:gd name="connsiteX54" fmla="*/ 7829 w 330544"/>
                  <a:gd name="connsiteY54" fmla="*/ 149994 h 236538"/>
                  <a:gd name="connsiteX55" fmla="*/ 3941 w 330544"/>
                  <a:gd name="connsiteY55" fmla="*/ 148701 h 236538"/>
                  <a:gd name="connsiteX56" fmla="*/ 1349 w 330544"/>
                  <a:gd name="connsiteY56" fmla="*/ 138356 h 236538"/>
                  <a:gd name="connsiteX57" fmla="*/ 18196 w 330544"/>
                  <a:gd name="connsiteY57" fmla="*/ 107323 h 236538"/>
                  <a:gd name="connsiteX58" fmla="*/ 18196 w 330544"/>
                  <a:gd name="connsiteY58" fmla="*/ 7758 h 236538"/>
                  <a:gd name="connsiteX59" fmla="*/ 25972 w 330544"/>
                  <a:gd name="connsiteY59" fmla="*/ 0 h 23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330544" h="236538">
                    <a:moveTo>
                      <a:pt x="71046" y="161925"/>
                    </a:moveTo>
                    <a:cubicBezTo>
                      <a:pt x="289130" y="161925"/>
                      <a:pt x="289130" y="161925"/>
                      <a:pt x="289130" y="161925"/>
                    </a:cubicBezTo>
                    <a:cubicBezTo>
                      <a:pt x="293024" y="161925"/>
                      <a:pt x="295620" y="165784"/>
                      <a:pt x="295620" y="169644"/>
                    </a:cubicBezTo>
                    <a:cubicBezTo>
                      <a:pt x="295620" y="173503"/>
                      <a:pt x="293024" y="177362"/>
                      <a:pt x="289130" y="177362"/>
                    </a:cubicBezTo>
                    <a:lnTo>
                      <a:pt x="282639" y="177362"/>
                    </a:lnTo>
                    <a:cubicBezTo>
                      <a:pt x="282639" y="222387"/>
                      <a:pt x="282639" y="222387"/>
                      <a:pt x="282639" y="222387"/>
                    </a:cubicBezTo>
                    <a:cubicBezTo>
                      <a:pt x="289130" y="222387"/>
                      <a:pt x="289130" y="222387"/>
                      <a:pt x="289130" y="222387"/>
                    </a:cubicBezTo>
                    <a:cubicBezTo>
                      <a:pt x="293024" y="222387"/>
                      <a:pt x="295620" y="224960"/>
                      <a:pt x="295620" y="230106"/>
                    </a:cubicBezTo>
                    <a:cubicBezTo>
                      <a:pt x="295620" y="233965"/>
                      <a:pt x="293024" y="236538"/>
                      <a:pt x="289130" y="236538"/>
                    </a:cubicBezTo>
                    <a:cubicBezTo>
                      <a:pt x="71046" y="236538"/>
                      <a:pt x="71046" y="236538"/>
                      <a:pt x="71046" y="236538"/>
                    </a:cubicBezTo>
                    <a:cubicBezTo>
                      <a:pt x="56767" y="236538"/>
                      <a:pt x="46382" y="226247"/>
                      <a:pt x="46382" y="213382"/>
                    </a:cubicBezTo>
                    <a:cubicBezTo>
                      <a:pt x="46382" y="186367"/>
                      <a:pt x="46382" y="186367"/>
                      <a:pt x="46382" y="186367"/>
                    </a:cubicBezTo>
                    <a:cubicBezTo>
                      <a:pt x="46382" y="172217"/>
                      <a:pt x="56767" y="161925"/>
                      <a:pt x="71046" y="161925"/>
                    </a:cubicBezTo>
                    <a:close/>
                    <a:moveTo>
                      <a:pt x="94007" y="104775"/>
                    </a:moveTo>
                    <a:cubicBezTo>
                      <a:pt x="94007" y="134938"/>
                      <a:pt x="94007" y="134938"/>
                      <a:pt x="94007" y="134938"/>
                    </a:cubicBezTo>
                    <a:cubicBezTo>
                      <a:pt x="304347" y="134938"/>
                      <a:pt x="304347" y="134938"/>
                      <a:pt x="304347" y="134938"/>
                    </a:cubicBezTo>
                    <a:cubicBezTo>
                      <a:pt x="310799" y="134938"/>
                      <a:pt x="314670" y="129692"/>
                      <a:pt x="314670" y="123135"/>
                    </a:cubicBezTo>
                    <a:lnTo>
                      <a:pt x="314670" y="115267"/>
                    </a:lnTo>
                    <a:cubicBezTo>
                      <a:pt x="314670" y="108709"/>
                      <a:pt x="310799" y="104775"/>
                      <a:pt x="304347" y="104775"/>
                    </a:cubicBezTo>
                    <a:cubicBezTo>
                      <a:pt x="94007" y="104775"/>
                      <a:pt x="94007" y="104775"/>
                      <a:pt x="94007" y="104775"/>
                    </a:cubicBezTo>
                    <a:close/>
                    <a:moveTo>
                      <a:pt x="74808" y="88900"/>
                    </a:moveTo>
                    <a:cubicBezTo>
                      <a:pt x="304581" y="88900"/>
                      <a:pt x="304581" y="88900"/>
                      <a:pt x="304581" y="88900"/>
                    </a:cubicBezTo>
                    <a:cubicBezTo>
                      <a:pt x="318861" y="88900"/>
                      <a:pt x="330544" y="100452"/>
                      <a:pt x="330544" y="114570"/>
                    </a:cubicBezTo>
                    <a:cubicBezTo>
                      <a:pt x="330544" y="122271"/>
                      <a:pt x="330544" y="122271"/>
                      <a:pt x="330544" y="122271"/>
                    </a:cubicBezTo>
                    <a:cubicBezTo>
                      <a:pt x="330544" y="137674"/>
                      <a:pt x="318861" y="149225"/>
                      <a:pt x="304581" y="149225"/>
                    </a:cubicBezTo>
                    <a:cubicBezTo>
                      <a:pt x="74808" y="149225"/>
                      <a:pt x="74808" y="149225"/>
                      <a:pt x="74808" y="149225"/>
                    </a:cubicBezTo>
                    <a:cubicBezTo>
                      <a:pt x="70914" y="149225"/>
                      <a:pt x="67019" y="145375"/>
                      <a:pt x="67019" y="141524"/>
                    </a:cubicBezTo>
                    <a:cubicBezTo>
                      <a:pt x="67019" y="136390"/>
                      <a:pt x="70914" y="133823"/>
                      <a:pt x="74808" y="133823"/>
                    </a:cubicBezTo>
                    <a:cubicBezTo>
                      <a:pt x="77404" y="133823"/>
                      <a:pt x="77404" y="133823"/>
                      <a:pt x="77404" y="133823"/>
                    </a:cubicBezTo>
                    <a:cubicBezTo>
                      <a:pt x="77404" y="104302"/>
                      <a:pt x="77404" y="104302"/>
                      <a:pt x="77404" y="104302"/>
                    </a:cubicBezTo>
                    <a:cubicBezTo>
                      <a:pt x="74808" y="104302"/>
                      <a:pt x="74808" y="104302"/>
                      <a:pt x="74808" y="104302"/>
                    </a:cubicBezTo>
                    <a:cubicBezTo>
                      <a:pt x="70914" y="104302"/>
                      <a:pt x="67019" y="100452"/>
                      <a:pt x="67019" y="96601"/>
                    </a:cubicBezTo>
                    <a:cubicBezTo>
                      <a:pt x="67019" y="92751"/>
                      <a:pt x="70914" y="88900"/>
                      <a:pt x="74808" y="88900"/>
                    </a:cubicBezTo>
                    <a:close/>
                    <a:moveTo>
                      <a:pt x="25972" y="0"/>
                    </a:moveTo>
                    <a:cubicBezTo>
                      <a:pt x="25972" y="0"/>
                      <a:pt x="25972" y="0"/>
                      <a:pt x="308482" y="0"/>
                    </a:cubicBezTo>
                    <a:cubicBezTo>
                      <a:pt x="312369" y="0"/>
                      <a:pt x="316257" y="3879"/>
                      <a:pt x="316257" y="7758"/>
                    </a:cubicBezTo>
                    <a:cubicBezTo>
                      <a:pt x="316257" y="11638"/>
                      <a:pt x="312369" y="15517"/>
                      <a:pt x="308482" y="15517"/>
                    </a:cubicBezTo>
                    <a:cubicBezTo>
                      <a:pt x="308482" y="15517"/>
                      <a:pt x="308482" y="15517"/>
                      <a:pt x="252757" y="15517"/>
                    </a:cubicBezTo>
                    <a:cubicBezTo>
                      <a:pt x="252757" y="15517"/>
                      <a:pt x="252757" y="15517"/>
                      <a:pt x="252757" y="69825"/>
                    </a:cubicBezTo>
                    <a:cubicBezTo>
                      <a:pt x="252757" y="73704"/>
                      <a:pt x="248869" y="76290"/>
                      <a:pt x="244982" y="76290"/>
                    </a:cubicBezTo>
                    <a:cubicBezTo>
                      <a:pt x="244982" y="76290"/>
                      <a:pt x="244982" y="76290"/>
                      <a:pt x="89472" y="76290"/>
                    </a:cubicBezTo>
                    <a:cubicBezTo>
                      <a:pt x="84288" y="76290"/>
                      <a:pt x="81696" y="73704"/>
                      <a:pt x="81696" y="69825"/>
                    </a:cubicBezTo>
                    <a:cubicBezTo>
                      <a:pt x="81696" y="69825"/>
                      <a:pt x="81696" y="69825"/>
                      <a:pt x="81696" y="15517"/>
                    </a:cubicBezTo>
                    <a:cubicBezTo>
                      <a:pt x="81696" y="15517"/>
                      <a:pt x="81696" y="15517"/>
                      <a:pt x="33747" y="15517"/>
                    </a:cubicBezTo>
                    <a:cubicBezTo>
                      <a:pt x="33747" y="15517"/>
                      <a:pt x="33747" y="15517"/>
                      <a:pt x="33747" y="107323"/>
                    </a:cubicBezTo>
                    <a:cubicBezTo>
                      <a:pt x="33747" y="107323"/>
                      <a:pt x="33747" y="107323"/>
                      <a:pt x="51890" y="134477"/>
                    </a:cubicBezTo>
                    <a:cubicBezTo>
                      <a:pt x="54482" y="138356"/>
                      <a:pt x="54482" y="142235"/>
                      <a:pt x="50594" y="144822"/>
                    </a:cubicBezTo>
                    <a:cubicBezTo>
                      <a:pt x="46706" y="147408"/>
                      <a:pt x="42818" y="146115"/>
                      <a:pt x="40227" y="143529"/>
                    </a:cubicBezTo>
                    <a:cubicBezTo>
                      <a:pt x="40227" y="143529"/>
                      <a:pt x="40227" y="143529"/>
                      <a:pt x="33747" y="134477"/>
                    </a:cubicBezTo>
                    <a:cubicBezTo>
                      <a:pt x="33747" y="134477"/>
                      <a:pt x="33747" y="134477"/>
                      <a:pt x="33747" y="152580"/>
                    </a:cubicBezTo>
                    <a:cubicBezTo>
                      <a:pt x="33747" y="157752"/>
                      <a:pt x="29859" y="160338"/>
                      <a:pt x="25972" y="160338"/>
                    </a:cubicBezTo>
                    <a:cubicBezTo>
                      <a:pt x="22084" y="160338"/>
                      <a:pt x="18196" y="157752"/>
                      <a:pt x="18196" y="152580"/>
                    </a:cubicBezTo>
                    <a:cubicBezTo>
                      <a:pt x="18196" y="152580"/>
                      <a:pt x="18196" y="152580"/>
                      <a:pt x="18196" y="138356"/>
                    </a:cubicBezTo>
                    <a:cubicBezTo>
                      <a:pt x="18196" y="138356"/>
                      <a:pt x="18196" y="138356"/>
                      <a:pt x="14308" y="146115"/>
                    </a:cubicBezTo>
                    <a:cubicBezTo>
                      <a:pt x="13012" y="147408"/>
                      <a:pt x="10421" y="149994"/>
                      <a:pt x="7829" y="149994"/>
                    </a:cubicBezTo>
                    <a:cubicBezTo>
                      <a:pt x="6533" y="149994"/>
                      <a:pt x="5237" y="148701"/>
                      <a:pt x="3941" y="148701"/>
                    </a:cubicBezTo>
                    <a:cubicBezTo>
                      <a:pt x="53" y="146115"/>
                      <a:pt x="-1243" y="142235"/>
                      <a:pt x="1349" y="138356"/>
                    </a:cubicBezTo>
                    <a:cubicBezTo>
                      <a:pt x="1349" y="138356"/>
                      <a:pt x="1349" y="138356"/>
                      <a:pt x="18196" y="107323"/>
                    </a:cubicBezTo>
                    <a:cubicBezTo>
                      <a:pt x="18196" y="107323"/>
                      <a:pt x="18196" y="107323"/>
                      <a:pt x="18196" y="7758"/>
                    </a:cubicBezTo>
                    <a:cubicBezTo>
                      <a:pt x="18196" y="3879"/>
                      <a:pt x="22084" y="0"/>
                      <a:pt x="2597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b="1"/>
              </a:p>
            </p:txBody>
          </p:sp>
        </p:grp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12054489-BBC2-992C-2D80-F7F9BEF16A79}"/>
              </a:ext>
            </a:extLst>
          </p:cNvPr>
          <p:cNvSpPr/>
          <p:nvPr/>
        </p:nvSpPr>
        <p:spPr>
          <a:xfrm>
            <a:off x="84082" y="2048758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if</a:t>
            </a:r>
            <a:r>
              <a:rPr lang="zh-CN" altLang="en-US" sz="2400" b="1" dirty="0">
                <a:latin typeface="幼圆" pitchFamily="49" charset="-122"/>
                <a:ea typeface="幼圆" pitchFamily="49" charset="-122"/>
              </a:rPr>
              <a:t>（表达式</a:t>
            </a: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1</a:t>
            </a:r>
            <a:r>
              <a:rPr lang="zh-CN" altLang="en-US" sz="2400" b="1" dirty="0">
                <a:latin typeface="幼圆" pitchFamily="49" charset="-122"/>
                <a:ea typeface="幼圆" pitchFamily="49" charset="-122"/>
              </a:rPr>
              <a:t>）</a:t>
            </a: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{</a:t>
            </a:r>
            <a:endParaRPr lang="zh-CN" altLang="en-US" sz="2400" b="1" dirty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sz="2400" b="1" dirty="0">
                <a:latin typeface="幼圆" pitchFamily="49" charset="-122"/>
                <a:ea typeface="幼圆" pitchFamily="49" charset="-122"/>
              </a:rPr>
              <a:t>   分支语句块</a:t>
            </a: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1</a:t>
            </a:r>
            <a:r>
              <a:rPr lang="zh-CN" altLang="en-US" sz="2400" b="1" dirty="0">
                <a:latin typeface="幼圆" pitchFamily="49" charset="-122"/>
                <a:ea typeface="幼圆" pitchFamily="49" charset="-122"/>
              </a:rPr>
              <a:t>；</a:t>
            </a:r>
          </a:p>
          <a:p>
            <a:pPr>
              <a:buNone/>
            </a:pP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}</a:t>
            </a:r>
            <a:endParaRPr lang="zh-CN" altLang="en-US" sz="2400" b="1" dirty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else if(</a:t>
            </a:r>
            <a:r>
              <a:rPr lang="zh-CN" altLang="en-US" sz="2400" b="1" dirty="0">
                <a:latin typeface="幼圆" pitchFamily="49" charset="-122"/>
                <a:ea typeface="幼圆" pitchFamily="49" charset="-122"/>
              </a:rPr>
              <a:t>表达式</a:t>
            </a: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2){</a:t>
            </a:r>
            <a:endParaRPr lang="zh-CN" altLang="en-US" sz="2400" b="1" dirty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sz="2400" b="1" dirty="0">
                <a:latin typeface="幼圆" pitchFamily="49" charset="-122"/>
                <a:ea typeface="幼圆" pitchFamily="49" charset="-122"/>
              </a:rPr>
              <a:t>   分支语句块</a:t>
            </a: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2</a:t>
            </a:r>
            <a:r>
              <a:rPr lang="zh-CN" altLang="en-US" sz="2400" b="1" dirty="0">
                <a:latin typeface="幼圆" pitchFamily="49" charset="-122"/>
                <a:ea typeface="幼圆" pitchFamily="49" charset="-122"/>
              </a:rPr>
              <a:t>；</a:t>
            </a:r>
          </a:p>
          <a:p>
            <a:pPr>
              <a:buNone/>
            </a:pP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}</a:t>
            </a:r>
            <a:endParaRPr lang="zh-CN" altLang="en-US" sz="2400" b="1" dirty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……</a:t>
            </a:r>
            <a:endParaRPr lang="zh-CN" altLang="en-US" sz="2400" b="1" dirty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else if(</a:t>
            </a:r>
            <a:r>
              <a:rPr lang="zh-CN" altLang="en-US" sz="2400" b="1" dirty="0">
                <a:latin typeface="幼圆" pitchFamily="49" charset="-122"/>
                <a:ea typeface="幼圆" pitchFamily="49" charset="-122"/>
              </a:rPr>
              <a:t>表达式</a:t>
            </a: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n-1){</a:t>
            </a:r>
            <a:endParaRPr lang="zh-CN" altLang="en-US" sz="2400" b="1" dirty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sz="2400" b="1" dirty="0">
                <a:latin typeface="幼圆" pitchFamily="49" charset="-122"/>
                <a:ea typeface="幼圆" pitchFamily="49" charset="-122"/>
              </a:rPr>
              <a:t>   分支语句块</a:t>
            </a: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n-1</a:t>
            </a:r>
            <a:r>
              <a:rPr lang="zh-CN" altLang="en-US" sz="2400" b="1" dirty="0">
                <a:latin typeface="幼圆" pitchFamily="49" charset="-122"/>
                <a:ea typeface="幼圆" pitchFamily="49" charset="-122"/>
              </a:rPr>
              <a:t>；</a:t>
            </a:r>
          </a:p>
          <a:p>
            <a:pPr>
              <a:buNone/>
            </a:pP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else{</a:t>
            </a:r>
            <a:endParaRPr lang="zh-CN" altLang="en-US" sz="2400" b="1" dirty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sz="2400" b="1" dirty="0">
                <a:latin typeface="幼圆" pitchFamily="49" charset="-122"/>
                <a:ea typeface="幼圆" pitchFamily="49" charset="-122"/>
              </a:rPr>
              <a:t>   分支语句块</a:t>
            </a: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n;</a:t>
            </a:r>
            <a:endParaRPr lang="zh-CN" altLang="en-US" sz="2400" b="1" dirty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en-US" altLang="zh-CN" sz="2400" b="1" dirty="0">
                <a:latin typeface="幼圆" pitchFamily="49" charset="-122"/>
                <a:ea typeface="幼圆" pitchFamily="49" charset="-122"/>
              </a:rPr>
              <a:t>}</a:t>
            </a:r>
            <a:endParaRPr lang="zh-CN" altLang="en-US" sz="2400" b="1" dirty="0">
              <a:latin typeface="幼圆" pitchFamily="49" charset="-122"/>
              <a:ea typeface="幼圆" pitchFamily="49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39BFC20-039A-7063-6F79-9361BF85FCDD}"/>
              </a:ext>
            </a:extLst>
          </p:cNvPr>
          <p:cNvGrpSpPr/>
          <p:nvPr/>
        </p:nvGrpSpPr>
        <p:grpSpPr>
          <a:xfrm>
            <a:off x="4165060" y="1982682"/>
            <a:ext cx="7929618" cy="4143404"/>
            <a:chOff x="357158" y="2000240"/>
            <a:chExt cx="7929618" cy="4143404"/>
          </a:xfrm>
        </p:grpSpPr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90D56010-E3B7-6CEB-3523-3F5E365F49AE}"/>
                </a:ext>
              </a:extLst>
            </p:cNvPr>
            <p:cNvCxnSpPr/>
            <p:nvPr/>
          </p:nvCxnSpPr>
          <p:spPr>
            <a:xfrm rot="5400000">
              <a:off x="822299" y="2249479"/>
              <a:ext cx="5000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流程图: 决策 22">
              <a:extLst>
                <a:ext uri="{FF2B5EF4-FFF2-40B4-BE49-F238E27FC236}">
                  <a16:creationId xmlns:a16="http://schemas.microsoft.com/office/drawing/2014/main" id="{433E2305-7CF1-DCD4-E4DE-166E36B57C28}"/>
                </a:ext>
              </a:extLst>
            </p:cNvPr>
            <p:cNvSpPr/>
            <p:nvPr/>
          </p:nvSpPr>
          <p:spPr>
            <a:xfrm>
              <a:off x="357158" y="2500306"/>
              <a:ext cx="1500198" cy="642942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b="1" dirty="0">
                  <a:solidFill>
                    <a:schemeClr val="tx1"/>
                  </a:solidFill>
                </a:rPr>
                <a:t>表达式</a:t>
              </a:r>
              <a:r>
                <a:rPr lang="en-US" altLang="zh-CN" sz="1200" b="1" dirty="0">
                  <a:solidFill>
                    <a:schemeClr val="tx1"/>
                  </a:solidFill>
                </a:rPr>
                <a:t>1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18ABD6A2-2665-3193-5E4D-89476BCE0699}"/>
                </a:ext>
              </a:extLst>
            </p:cNvPr>
            <p:cNvCxnSpPr>
              <a:stCxn id="23" idx="2"/>
              <a:endCxn id="25" idx="0"/>
            </p:cNvCxnSpPr>
            <p:nvPr/>
          </p:nvCxnSpPr>
          <p:spPr>
            <a:xfrm rot="5400000">
              <a:off x="232142" y="3982645"/>
              <a:ext cx="1714512" cy="3571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流程图: 过程 24">
              <a:extLst>
                <a:ext uri="{FF2B5EF4-FFF2-40B4-BE49-F238E27FC236}">
                  <a16:creationId xmlns:a16="http://schemas.microsoft.com/office/drawing/2014/main" id="{BAA869E1-FB12-85CA-09BF-FAACB211215D}"/>
                </a:ext>
              </a:extLst>
            </p:cNvPr>
            <p:cNvSpPr/>
            <p:nvPr/>
          </p:nvSpPr>
          <p:spPr>
            <a:xfrm>
              <a:off x="428596" y="4857760"/>
              <a:ext cx="1285884" cy="57150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分支语句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1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34859EA-BAA9-8032-E99E-4113F52B7CC5}"/>
                </a:ext>
              </a:extLst>
            </p:cNvPr>
            <p:cNvCxnSpPr/>
            <p:nvPr/>
          </p:nvCxnSpPr>
          <p:spPr>
            <a:xfrm rot="5400000">
              <a:off x="893737" y="5607065"/>
              <a:ext cx="35719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流程图: 决策 26">
              <a:extLst>
                <a:ext uri="{FF2B5EF4-FFF2-40B4-BE49-F238E27FC236}">
                  <a16:creationId xmlns:a16="http://schemas.microsoft.com/office/drawing/2014/main" id="{5AF74ACF-1100-97E3-9B6C-80A82B0EFAAB}"/>
                </a:ext>
              </a:extLst>
            </p:cNvPr>
            <p:cNvSpPr/>
            <p:nvPr/>
          </p:nvSpPr>
          <p:spPr>
            <a:xfrm>
              <a:off x="1928794" y="2928934"/>
              <a:ext cx="1500198" cy="642942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b="1" dirty="0">
                  <a:solidFill>
                    <a:schemeClr val="tx1"/>
                  </a:solidFill>
                </a:rPr>
                <a:t>表达式</a:t>
              </a:r>
              <a:r>
                <a:rPr lang="en-US" altLang="zh-CN" sz="1200" b="1" dirty="0">
                  <a:solidFill>
                    <a:schemeClr val="tx1"/>
                  </a:solidFill>
                </a:rPr>
                <a:t>2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流程图: 决策 27">
              <a:extLst>
                <a:ext uri="{FF2B5EF4-FFF2-40B4-BE49-F238E27FC236}">
                  <a16:creationId xmlns:a16="http://schemas.microsoft.com/office/drawing/2014/main" id="{026EE169-BDA6-C9C2-E767-5B70705F59C4}"/>
                </a:ext>
              </a:extLst>
            </p:cNvPr>
            <p:cNvSpPr/>
            <p:nvPr/>
          </p:nvSpPr>
          <p:spPr>
            <a:xfrm>
              <a:off x="3500430" y="3500438"/>
              <a:ext cx="1500198" cy="642942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 dirty="0">
                  <a:solidFill>
                    <a:schemeClr val="tx1"/>
                  </a:solidFill>
                </a:rPr>
                <a:t>……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流程图: 决策 28">
              <a:extLst>
                <a:ext uri="{FF2B5EF4-FFF2-40B4-BE49-F238E27FC236}">
                  <a16:creationId xmlns:a16="http://schemas.microsoft.com/office/drawing/2014/main" id="{25065B25-E9B8-242D-D21D-74E50F49B475}"/>
                </a:ext>
              </a:extLst>
            </p:cNvPr>
            <p:cNvSpPr/>
            <p:nvPr/>
          </p:nvSpPr>
          <p:spPr>
            <a:xfrm>
              <a:off x="5214942" y="4071942"/>
              <a:ext cx="1500198" cy="642942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b="1" dirty="0">
                  <a:solidFill>
                    <a:schemeClr val="tx1"/>
                  </a:solidFill>
                </a:rPr>
                <a:t>表达式</a:t>
              </a:r>
              <a:r>
                <a:rPr lang="en-US" altLang="zh-CN" sz="1200" b="1" dirty="0">
                  <a:solidFill>
                    <a:schemeClr val="tx1"/>
                  </a:solidFill>
                </a:rPr>
                <a:t>n-1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流程图: 过程 29">
              <a:extLst>
                <a:ext uri="{FF2B5EF4-FFF2-40B4-BE49-F238E27FC236}">
                  <a16:creationId xmlns:a16="http://schemas.microsoft.com/office/drawing/2014/main" id="{C4A0905D-930C-49FC-01DB-4F55CCDBEBA9}"/>
                </a:ext>
              </a:extLst>
            </p:cNvPr>
            <p:cNvSpPr/>
            <p:nvPr/>
          </p:nvSpPr>
          <p:spPr>
            <a:xfrm>
              <a:off x="2000232" y="4857760"/>
              <a:ext cx="1285884" cy="57150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分支语句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2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流程图: 过程 30">
              <a:extLst>
                <a:ext uri="{FF2B5EF4-FFF2-40B4-BE49-F238E27FC236}">
                  <a16:creationId xmlns:a16="http://schemas.microsoft.com/office/drawing/2014/main" id="{B4E93863-E789-9CE9-69C4-A6C43100D7A8}"/>
                </a:ext>
              </a:extLst>
            </p:cNvPr>
            <p:cNvSpPr/>
            <p:nvPr/>
          </p:nvSpPr>
          <p:spPr>
            <a:xfrm>
              <a:off x="3571868" y="4857760"/>
              <a:ext cx="1285884" cy="57150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……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流程图: 过程 31">
              <a:extLst>
                <a:ext uri="{FF2B5EF4-FFF2-40B4-BE49-F238E27FC236}">
                  <a16:creationId xmlns:a16="http://schemas.microsoft.com/office/drawing/2014/main" id="{DE4DD6CB-F688-4DBA-1A1D-4EDD1CA6381C}"/>
                </a:ext>
              </a:extLst>
            </p:cNvPr>
            <p:cNvSpPr/>
            <p:nvPr/>
          </p:nvSpPr>
          <p:spPr>
            <a:xfrm>
              <a:off x="5357818" y="4857760"/>
              <a:ext cx="1285884" cy="57150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分支语句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n-1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流程图: 过程 32">
              <a:extLst>
                <a:ext uri="{FF2B5EF4-FFF2-40B4-BE49-F238E27FC236}">
                  <a16:creationId xmlns:a16="http://schemas.microsoft.com/office/drawing/2014/main" id="{1101A48A-9E57-F194-BC77-ED60EAC4BCE9}"/>
                </a:ext>
              </a:extLst>
            </p:cNvPr>
            <p:cNvSpPr/>
            <p:nvPr/>
          </p:nvSpPr>
          <p:spPr>
            <a:xfrm>
              <a:off x="7000892" y="4857760"/>
              <a:ext cx="1285884" cy="57150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分支语句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n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形状 30">
              <a:extLst>
                <a:ext uri="{FF2B5EF4-FFF2-40B4-BE49-F238E27FC236}">
                  <a16:creationId xmlns:a16="http://schemas.microsoft.com/office/drawing/2014/main" id="{655FFBC9-89C8-58CE-5536-A18F99B3AEB5}"/>
                </a:ext>
              </a:extLst>
            </p:cNvPr>
            <p:cNvCxnSpPr>
              <a:endCxn id="27" idx="0"/>
            </p:cNvCxnSpPr>
            <p:nvPr/>
          </p:nvCxnSpPr>
          <p:spPr>
            <a:xfrm>
              <a:off x="1857356" y="2786058"/>
              <a:ext cx="821537" cy="14287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AD8BE36B-A824-9639-98FD-DB9DA638223B}"/>
                </a:ext>
              </a:extLst>
            </p:cNvPr>
            <p:cNvCxnSpPr>
              <a:endCxn id="30" idx="0"/>
            </p:cNvCxnSpPr>
            <p:nvPr/>
          </p:nvCxnSpPr>
          <p:spPr>
            <a:xfrm rot="5400000">
              <a:off x="2018093" y="4196959"/>
              <a:ext cx="1285883" cy="3571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形状 34">
              <a:extLst>
                <a:ext uri="{FF2B5EF4-FFF2-40B4-BE49-F238E27FC236}">
                  <a16:creationId xmlns:a16="http://schemas.microsoft.com/office/drawing/2014/main" id="{62526BE8-B0FC-251D-F142-C6BCCF598DD1}"/>
                </a:ext>
              </a:extLst>
            </p:cNvPr>
            <p:cNvCxnSpPr>
              <a:endCxn id="28" idx="0"/>
            </p:cNvCxnSpPr>
            <p:nvPr/>
          </p:nvCxnSpPr>
          <p:spPr>
            <a:xfrm>
              <a:off x="3357554" y="3214686"/>
              <a:ext cx="892975" cy="285752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形状 36">
              <a:extLst>
                <a:ext uri="{FF2B5EF4-FFF2-40B4-BE49-F238E27FC236}">
                  <a16:creationId xmlns:a16="http://schemas.microsoft.com/office/drawing/2014/main" id="{4D58CDE8-0E5F-0CD8-58E7-298B77A61246}"/>
                </a:ext>
              </a:extLst>
            </p:cNvPr>
            <p:cNvCxnSpPr>
              <a:endCxn id="29" idx="0"/>
            </p:cNvCxnSpPr>
            <p:nvPr/>
          </p:nvCxnSpPr>
          <p:spPr>
            <a:xfrm>
              <a:off x="5000628" y="3786190"/>
              <a:ext cx="964413" cy="285752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形状 38">
              <a:extLst>
                <a:ext uri="{FF2B5EF4-FFF2-40B4-BE49-F238E27FC236}">
                  <a16:creationId xmlns:a16="http://schemas.microsoft.com/office/drawing/2014/main" id="{09093350-F2E1-66AC-F4DE-53B505666985}"/>
                </a:ext>
              </a:extLst>
            </p:cNvPr>
            <p:cNvCxnSpPr>
              <a:endCxn id="33" idx="0"/>
            </p:cNvCxnSpPr>
            <p:nvPr/>
          </p:nvCxnSpPr>
          <p:spPr>
            <a:xfrm>
              <a:off x="6715140" y="4357694"/>
              <a:ext cx="928694" cy="50006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40">
              <a:extLst>
                <a:ext uri="{FF2B5EF4-FFF2-40B4-BE49-F238E27FC236}">
                  <a16:creationId xmlns:a16="http://schemas.microsoft.com/office/drawing/2014/main" id="{673B0633-222B-4E57-3F75-E6C4296C6F31}"/>
                </a:ext>
              </a:extLst>
            </p:cNvPr>
            <p:cNvSpPr txBox="1"/>
            <p:nvPr/>
          </p:nvSpPr>
          <p:spPr>
            <a:xfrm>
              <a:off x="1928794" y="2500306"/>
              <a:ext cx="8226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zh-CN" altLang="en-US" sz="1400" b="1" dirty="0"/>
                <a:t>假（</a:t>
              </a:r>
              <a:r>
                <a:rPr lang="en-US" altLang="zh-CN" sz="1400" b="1" dirty="0"/>
                <a:t>0</a:t>
              </a:r>
              <a:r>
                <a:rPr lang="zh-CN" altLang="en-US" sz="1400" b="1" dirty="0"/>
                <a:t>）</a:t>
              </a:r>
            </a:p>
          </p:txBody>
        </p:sp>
        <p:sp>
          <p:nvSpPr>
            <p:cNvPr id="40" name="TextBox 41">
              <a:extLst>
                <a:ext uri="{FF2B5EF4-FFF2-40B4-BE49-F238E27FC236}">
                  <a16:creationId xmlns:a16="http://schemas.microsoft.com/office/drawing/2014/main" id="{7FF491E8-B95D-4802-2FB6-418DD8F0C969}"/>
                </a:ext>
              </a:extLst>
            </p:cNvPr>
            <p:cNvSpPr txBox="1"/>
            <p:nvPr/>
          </p:nvSpPr>
          <p:spPr>
            <a:xfrm>
              <a:off x="3428992" y="2857496"/>
              <a:ext cx="8226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zh-CN" altLang="en-US" sz="1400" b="1" dirty="0"/>
                <a:t>假（</a:t>
              </a:r>
              <a:r>
                <a:rPr lang="en-US" altLang="zh-CN" sz="1400" b="1" dirty="0"/>
                <a:t>0</a:t>
              </a:r>
              <a:r>
                <a:rPr lang="zh-CN" altLang="en-US" sz="1400" b="1" dirty="0"/>
                <a:t>）</a:t>
              </a:r>
            </a:p>
          </p:txBody>
        </p:sp>
        <p:sp>
          <p:nvSpPr>
            <p:cNvPr id="41" name="TextBox 42">
              <a:extLst>
                <a:ext uri="{FF2B5EF4-FFF2-40B4-BE49-F238E27FC236}">
                  <a16:creationId xmlns:a16="http://schemas.microsoft.com/office/drawing/2014/main" id="{25117975-DAED-9CDC-8359-CC135A59AC0B}"/>
                </a:ext>
              </a:extLst>
            </p:cNvPr>
            <p:cNvSpPr txBox="1"/>
            <p:nvPr/>
          </p:nvSpPr>
          <p:spPr>
            <a:xfrm>
              <a:off x="5072066" y="3429000"/>
              <a:ext cx="8226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zh-CN" altLang="en-US" sz="1400" b="1" dirty="0"/>
                <a:t>假（</a:t>
              </a:r>
              <a:r>
                <a:rPr lang="en-US" altLang="zh-CN" sz="1400" b="1" dirty="0"/>
                <a:t>0</a:t>
              </a:r>
              <a:r>
                <a:rPr lang="zh-CN" altLang="en-US" sz="1400" b="1" dirty="0"/>
                <a:t>）</a:t>
              </a:r>
            </a:p>
          </p:txBody>
        </p:sp>
        <p:sp>
          <p:nvSpPr>
            <p:cNvPr id="42" name="TextBox 43">
              <a:extLst>
                <a:ext uri="{FF2B5EF4-FFF2-40B4-BE49-F238E27FC236}">
                  <a16:creationId xmlns:a16="http://schemas.microsoft.com/office/drawing/2014/main" id="{0C1FEBBC-FFE0-7976-AA6F-1FE79C29D57B}"/>
                </a:ext>
              </a:extLst>
            </p:cNvPr>
            <p:cNvSpPr txBox="1"/>
            <p:nvPr/>
          </p:nvSpPr>
          <p:spPr>
            <a:xfrm>
              <a:off x="6715140" y="4000504"/>
              <a:ext cx="8226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zh-CN" altLang="en-US" sz="1400" b="1" dirty="0"/>
                <a:t>假（</a:t>
              </a:r>
              <a:r>
                <a:rPr lang="en-US" altLang="zh-CN" sz="1400" b="1" dirty="0"/>
                <a:t>0</a:t>
              </a:r>
              <a:r>
                <a:rPr lang="zh-CN" altLang="en-US" sz="1400" b="1" dirty="0"/>
                <a:t>）</a:t>
              </a: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1564E77D-9476-00DD-BDC5-F85CBBEB39CA}"/>
                </a:ext>
              </a:extLst>
            </p:cNvPr>
            <p:cNvCxnSpPr>
              <a:stCxn id="28" idx="2"/>
              <a:endCxn id="31" idx="0"/>
            </p:cNvCxnSpPr>
            <p:nvPr/>
          </p:nvCxnSpPr>
          <p:spPr>
            <a:xfrm rot="5400000">
              <a:off x="3875480" y="4482711"/>
              <a:ext cx="714380" cy="3571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2A1E8081-DA10-D606-C5CF-4031CE3349D7}"/>
                </a:ext>
              </a:extLst>
            </p:cNvPr>
            <p:cNvCxnSpPr>
              <a:stCxn id="29" idx="2"/>
            </p:cNvCxnSpPr>
            <p:nvPr/>
          </p:nvCxnSpPr>
          <p:spPr>
            <a:xfrm rot="5400000">
              <a:off x="5893603" y="4786322"/>
              <a:ext cx="142876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D92981DE-DC12-EC9D-78EE-8E855281C6CC}"/>
                </a:ext>
              </a:extLst>
            </p:cNvPr>
            <p:cNvCxnSpPr/>
            <p:nvPr/>
          </p:nvCxnSpPr>
          <p:spPr>
            <a:xfrm rot="5400000">
              <a:off x="2465373" y="5607065"/>
              <a:ext cx="35719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1F1E6AFE-9228-3F57-48C9-90B1D47149AE}"/>
                </a:ext>
              </a:extLst>
            </p:cNvPr>
            <p:cNvCxnSpPr/>
            <p:nvPr/>
          </p:nvCxnSpPr>
          <p:spPr>
            <a:xfrm rot="5400000">
              <a:off x="4037009" y="5607065"/>
              <a:ext cx="35719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FB38D2E5-D18D-CE9F-65DC-4BC6DCEC0CFD}"/>
                </a:ext>
              </a:extLst>
            </p:cNvPr>
            <p:cNvCxnSpPr/>
            <p:nvPr/>
          </p:nvCxnSpPr>
          <p:spPr>
            <a:xfrm rot="5400000">
              <a:off x="5751521" y="5607065"/>
              <a:ext cx="35719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E42302BB-8BCB-B66F-3136-2CA007B5459F}"/>
                </a:ext>
              </a:extLst>
            </p:cNvPr>
            <p:cNvCxnSpPr/>
            <p:nvPr/>
          </p:nvCxnSpPr>
          <p:spPr>
            <a:xfrm rot="5400000">
              <a:off x="7466033" y="5607065"/>
              <a:ext cx="35719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8A6F85BA-1469-2531-DD4D-965AB84D2E6D}"/>
                </a:ext>
              </a:extLst>
            </p:cNvPr>
            <p:cNvCxnSpPr/>
            <p:nvPr/>
          </p:nvCxnSpPr>
          <p:spPr>
            <a:xfrm>
              <a:off x="1071538" y="5786454"/>
              <a:ext cx="657229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FD36DFE4-2C4E-07E7-426A-502D41A03B14}"/>
                </a:ext>
              </a:extLst>
            </p:cNvPr>
            <p:cNvCxnSpPr/>
            <p:nvPr/>
          </p:nvCxnSpPr>
          <p:spPr>
            <a:xfrm rot="5400000">
              <a:off x="4037009" y="5964255"/>
              <a:ext cx="35719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9">
              <a:extLst>
                <a:ext uri="{FF2B5EF4-FFF2-40B4-BE49-F238E27FC236}">
                  <a16:creationId xmlns:a16="http://schemas.microsoft.com/office/drawing/2014/main" id="{B28920D6-CE44-78DC-071E-09888E67F060}"/>
                </a:ext>
              </a:extLst>
            </p:cNvPr>
            <p:cNvSpPr txBox="1"/>
            <p:nvPr/>
          </p:nvSpPr>
          <p:spPr>
            <a:xfrm>
              <a:off x="357158" y="3500438"/>
              <a:ext cx="8226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zh-CN" altLang="en-US" sz="1400" b="1" dirty="0"/>
                <a:t>真（</a:t>
              </a:r>
              <a:r>
                <a:rPr lang="en-US" altLang="zh-CN" sz="1400" b="1" dirty="0"/>
                <a:t>1</a:t>
              </a:r>
              <a:r>
                <a:rPr lang="zh-CN" altLang="en-US" sz="1400" b="1" dirty="0"/>
                <a:t>）</a:t>
              </a:r>
            </a:p>
          </p:txBody>
        </p:sp>
        <p:sp>
          <p:nvSpPr>
            <p:cNvPr id="52" name="TextBox 60">
              <a:extLst>
                <a:ext uri="{FF2B5EF4-FFF2-40B4-BE49-F238E27FC236}">
                  <a16:creationId xmlns:a16="http://schemas.microsoft.com/office/drawing/2014/main" id="{EC4FE09E-01B4-9B04-4028-BFC399DCE1D7}"/>
                </a:ext>
              </a:extLst>
            </p:cNvPr>
            <p:cNvSpPr txBox="1"/>
            <p:nvPr/>
          </p:nvSpPr>
          <p:spPr>
            <a:xfrm>
              <a:off x="1857356" y="3857628"/>
              <a:ext cx="8226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zh-CN" altLang="en-US" sz="1400" b="1" dirty="0"/>
                <a:t>真（</a:t>
              </a:r>
              <a:r>
                <a:rPr lang="en-US" altLang="zh-CN" sz="1400" b="1" dirty="0"/>
                <a:t>1</a:t>
              </a:r>
              <a:r>
                <a:rPr lang="zh-CN" altLang="en-US" sz="1400" b="1" dirty="0"/>
                <a:t>）</a:t>
              </a:r>
            </a:p>
          </p:txBody>
        </p:sp>
        <p:sp>
          <p:nvSpPr>
            <p:cNvPr id="53" name="TextBox 61">
              <a:extLst>
                <a:ext uri="{FF2B5EF4-FFF2-40B4-BE49-F238E27FC236}">
                  <a16:creationId xmlns:a16="http://schemas.microsoft.com/office/drawing/2014/main" id="{2C32DE27-C014-EB25-AA6A-D06367212F6B}"/>
                </a:ext>
              </a:extLst>
            </p:cNvPr>
            <p:cNvSpPr txBox="1"/>
            <p:nvPr/>
          </p:nvSpPr>
          <p:spPr>
            <a:xfrm>
              <a:off x="3357554" y="4286256"/>
              <a:ext cx="8226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zh-CN" altLang="en-US" sz="1400" b="1" dirty="0"/>
                <a:t>真（</a:t>
              </a:r>
              <a:r>
                <a:rPr lang="en-US" altLang="zh-CN" sz="1400" b="1" dirty="0"/>
                <a:t>1</a:t>
              </a:r>
              <a:r>
                <a:rPr lang="zh-CN" altLang="en-US" sz="1400" b="1" dirty="0"/>
                <a:t>）</a:t>
              </a:r>
            </a:p>
          </p:txBody>
        </p:sp>
        <p:sp>
          <p:nvSpPr>
            <p:cNvPr id="54" name="TextBox 62">
              <a:extLst>
                <a:ext uri="{FF2B5EF4-FFF2-40B4-BE49-F238E27FC236}">
                  <a16:creationId xmlns:a16="http://schemas.microsoft.com/office/drawing/2014/main" id="{15CA4F19-2402-593C-D836-7A54CF03077D}"/>
                </a:ext>
              </a:extLst>
            </p:cNvPr>
            <p:cNvSpPr txBox="1"/>
            <p:nvPr/>
          </p:nvSpPr>
          <p:spPr>
            <a:xfrm>
              <a:off x="5000628" y="4572008"/>
              <a:ext cx="8226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zh-CN" altLang="en-US" sz="1400" b="1" dirty="0"/>
                <a:t>真（</a:t>
              </a:r>
              <a:r>
                <a:rPr lang="en-US" altLang="zh-CN" sz="1400" b="1" dirty="0"/>
                <a:t>1</a:t>
              </a:r>
              <a:r>
                <a:rPr lang="zh-CN" altLang="en-US" sz="1400" b="1" dirty="0"/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75397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40A853F-ECA3-CE2F-EF4B-83A28412B661}"/>
              </a:ext>
            </a:extLst>
          </p:cNvPr>
          <p:cNvGrpSpPr/>
          <p:nvPr/>
        </p:nvGrpSpPr>
        <p:grpSpPr>
          <a:xfrm>
            <a:off x="455269" y="369186"/>
            <a:ext cx="5833493" cy="584775"/>
            <a:chOff x="455269" y="369186"/>
            <a:chExt cx="5833493" cy="58477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A473C82-90BE-1817-2952-BA1C1C2FA1CE}"/>
                </a:ext>
              </a:extLst>
            </p:cNvPr>
            <p:cNvSpPr txBox="1"/>
            <p:nvPr/>
          </p:nvSpPr>
          <p:spPr>
            <a:xfrm>
              <a:off x="455269" y="430741"/>
              <a:ext cx="697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01-3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EB24A44-7868-D24C-8D3A-08EF0E660A7F}"/>
                </a:ext>
              </a:extLst>
            </p:cNvPr>
            <p:cNvSpPr txBox="1"/>
            <p:nvPr/>
          </p:nvSpPr>
          <p:spPr>
            <a:xfrm>
              <a:off x="1301499" y="369186"/>
              <a:ext cx="49872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多分支</a:t>
              </a: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结构应用程序举例</a:t>
              </a:r>
            </a:p>
          </p:txBody>
        </p:sp>
      </p:grp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E59B6D2-862D-A5A1-B35E-A21D6E132C43}"/>
              </a:ext>
            </a:extLst>
          </p:cNvPr>
          <p:cNvSpPr txBox="1">
            <a:spLocks/>
          </p:cNvSpPr>
          <p:nvPr/>
        </p:nvSpPr>
        <p:spPr>
          <a:xfrm>
            <a:off x="457199" y="2114534"/>
            <a:ext cx="5238749" cy="5357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+mn-ea"/>
              </a:rPr>
              <a:t>#include&lt;stdio.h&gt;</a:t>
            </a:r>
          </a:p>
          <a:p>
            <a:pPr>
              <a:buNone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main()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+mn-ea"/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+mn-ea"/>
              </a:rPr>
              <a:t>    double </a:t>
            </a:r>
            <a:r>
              <a:rPr lang="en-US" sz="2400" dirty="0" err="1">
                <a:latin typeface="+mn-ea"/>
              </a:rPr>
              <a:t>a,b</a:t>
            </a:r>
            <a:r>
              <a:rPr lang="en-US" sz="2400" dirty="0">
                <a:latin typeface="+mn-ea"/>
              </a:rPr>
              <a:t>, c;</a:t>
            </a:r>
          </a:p>
          <a:p>
            <a:pPr>
              <a:buNone/>
            </a:pPr>
            <a:r>
              <a:rPr lang="en-US" sz="2400" dirty="0">
                <a:latin typeface="+mn-ea"/>
              </a:rPr>
              <a:t>    </a:t>
            </a:r>
            <a:r>
              <a:rPr lang="en-US" sz="2400" dirty="0" err="1">
                <a:latin typeface="+mn-ea"/>
              </a:rPr>
              <a:t>scanf</a:t>
            </a:r>
            <a:r>
              <a:rPr lang="en-US" sz="2400" dirty="0">
                <a:latin typeface="+mn-ea"/>
              </a:rPr>
              <a:t>(</a:t>
            </a:r>
            <a:r>
              <a:rPr lang="en-US" altLang="zh-CN" sz="2400" dirty="0">
                <a:latin typeface="+mn-ea"/>
              </a:rPr>
              <a:t>"</a:t>
            </a:r>
            <a:r>
              <a:rPr lang="en-US" sz="2400" dirty="0">
                <a:latin typeface="+mn-ea"/>
              </a:rPr>
              <a:t>%</a:t>
            </a:r>
            <a:r>
              <a:rPr lang="en-US" sz="2400" dirty="0" err="1">
                <a:latin typeface="+mn-ea"/>
              </a:rPr>
              <a:t>lf%lf%lf</a:t>
            </a:r>
            <a:r>
              <a:rPr lang="en-US" altLang="zh-CN" sz="2400" dirty="0">
                <a:latin typeface="+mn-ea"/>
              </a:rPr>
              <a:t>"</a:t>
            </a:r>
            <a:r>
              <a:rPr lang="en-US" sz="2400" dirty="0">
                <a:latin typeface="+mn-ea"/>
              </a:rPr>
              <a:t>,&amp;</a:t>
            </a:r>
            <a:r>
              <a:rPr lang="en-US" sz="2400" dirty="0" err="1">
                <a:latin typeface="+mn-ea"/>
              </a:rPr>
              <a:t>a,&amp;b,&amp;c</a:t>
            </a:r>
            <a:r>
              <a:rPr lang="en-US" sz="2400" dirty="0">
                <a:latin typeface="+mn-ea"/>
              </a:rPr>
              <a:t>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+mn-ea"/>
              </a:rPr>
              <a:t>    if(a==b)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+mn-ea"/>
              </a:rPr>
              <a:t> //</a:t>
            </a:r>
            <a:r>
              <a:rPr lang="zh-CN" altLang="en-US" sz="2000" dirty="0">
                <a:latin typeface="+mn-ea"/>
              </a:rPr>
              <a:t>如果条件成立，说明</a:t>
            </a:r>
            <a:r>
              <a:rPr lang="en-US" sz="2000" dirty="0">
                <a:latin typeface="+mn-ea"/>
              </a:rPr>
              <a:t>c</a:t>
            </a:r>
            <a:r>
              <a:rPr lang="zh-CN" altLang="en-US" sz="2000" dirty="0">
                <a:latin typeface="+mn-ea"/>
              </a:rPr>
              <a:t>球就是要找的球</a:t>
            </a:r>
            <a:r>
              <a:rPr lang="en-US" sz="2400" dirty="0">
                <a:latin typeface="+mn-ea"/>
              </a:rPr>
              <a:t>	</a:t>
            </a:r>
          </a:p>
          <a:p>
            <a:pPr>
              <a:buNone/>
            </a:pPr>
            <a:r>
              <a:rPr lang="en-US" sz="2400" dirty="0">
                <a:latin typeface="+mn-ea"/>
              </a:rPr>
              <a:t>     </a:t>
            </a:r>
            <a:r>
              <a:rPr lang="en-US" sz="2400" dirty="0" err="1">
                <a:latin typeface="+mn-ea"/>
              </a:rPr>
              <a:t>printf</a:t>
            </a:r>
            <a:r>
              <a:rPr lang="en-US" sz="2400" dirty="0">
                <a:latin typeface="+mn-ea"/>
              </a:rPr>
              <a:t>(</a:t>
            </a:r>
            <a:r>
              <a:rPr lang="en-US" altLang="zh-CN" sz="2400" dirty="0">
                <a:latin typeface="+mn-ea"/>
              </a:rPr>
              <a:t>"</a:t>
            </a:r>
            <a:r>
              <a:rPr lang="en-US" sz="2400" dirty="0">
                <a:latin typeface="+mn-ea"/>
              </a:rPr>
              <a:t>c</a:t>
            </a:r>
            <a:r>
              <a:rPr lang="zh-CN" altLang="en-US" sz="2400" dirty="0">
                <a:latin typeface="+mn-ea"/>
              </a:rPr>
              <a:t>球就是要找的球</a:t>
            </a:r>
            <a:r>
              <a:rPr lang="en-US" sz="2400" dirty="0">
                <a:latin typeface="+mn-ea"/>
              </a:rPr>
              <a:t>!\n</a:t>
            </a:r>
            <a:r>
              <a:rPr lang="en-US" altLang="zh-CN" sz="2400" dirty="0">
                <a:latin typeface="+mn-ea"/>
              </a:rPr>
              <a:t>")</a:t>
            </a:r>
            <a:r>
              <a:rPr lang="en-US" sz="2400" dirty="0">
                <a:latin typeface="+mn-ea"/>
              </a:rPr>
              <a:t>;</a:t>
            </a:r>
          </a:p>
          <a:p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9D07BC7-F90F-372D-4E82-0CA025D9212F}"/>
              </a:ext>
            </a:extLst>
          </p:cNvPr>
          <p:cNvSpPr txBox="1"/>
          <p:nvPr/>
        </p:nvSpPr>
        <p:spPr>
          <a:xfrm>
            <a:off x="6029323" y="2114550"/>
            <a:ext cx="59721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zh-CN" dirty="0">
                <a:latin typeface="幼圆" pitchFamily="49" charset="-122"/>
                <a:ea typeface="幼圆" pitchFamily="49" charset="-122"/>
              </a:rPr>
              <a:t>  </a:t>
            </a:r>
            <a:r>
              <a:rPr lang="en-US" altLang="zh-CN" sz="2400" b="1" dirty="0">
                <a:latin typeface="+mn-ea"/>
              </a:rPr>
              <a:t>else  if(a==c)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+mn-ea"/>
              </a:rPr>
              <a:t>//</a:t>
            </a:r>
            <a:r>
              <a:rPr lang="zh-CN" altLang="en-US" sz="2000" b="1" dirty="0">
                <a:latin typeface="+mn-ea"/>
              </a:rPr>
              <a:t>如果条件成立，说明</a:t>
            </a:r>
            <a:r>
              <a:rPr lang="en-US" altLang="zh-CN" sz="2000" b="1" dirty="0">
                <a:latin typeface="+mn-ea"/>
              </a:rPr>
              <a:t>b</a:t>
            </a:r>
            <a:r>
              <a:rPr lang="zh-CN" altLang="en-US" sz="2000" b="1" dirty="0">
                <a:latin typeface="+mn-ea"/>
              </a:rPr>
              <a:t>球就是要找的球</a:t>
            </a:r>
            <a:endParaRPr lang="en-US" altLang="zh-CN" sz="2000" b="1" dirty="0">
              <a:latin typeface="+mn-ea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+mn-ea"/>
              </a:rPr>
              <a:t>        </a:t>
            </a:r>
            <a:r>
              <a:rPr lang="en-US" altLang="zh-CN" sz="2400" b="1" dirty="0" err="1">
                <a:latin typeface="+mn-ea"/>
              </a:rPr>
              <a:t>printf</a:t>
            </a:r>
            <a:r>
              <a:rPr lang="en-US" altLang="zh-CN" sz="2400" b="1" dirty="0">
                <a:latin typeface="+mn-ea"/>
              </a:rPr>
              <a:t>("b</a:t>
            </a:r>
            <a:r>
              <a:rPr lang="zh-CN" altLang="en-US" sz="2400" b="1" dirty="0">
                <a:latin typeface="+mn-ea"/>
              </a:rPr>
              <a:t>球就是要找的球</a:t>
            </a:r>
            <a:r>
              <a:rPr lang="en-US" altLang="zh-CN" sz="2400" b="1" dirty="0">
                <a:latin typeface="+mn-ea"/>
              </a:rPr>
              <a:t>!\n</a:t>
            </a:r>
            <a:r>
              <a:rPr lang="en-US" altLang="zh-CN" b="1" dirty="0">
                <a:latin typeface="+mn-ea"/>
              </a:rPr>
              <a:t>"</a:t>
            </a:r>
            <a:r>
              <a:rPr lang="en-US" altLang="zh-CN" sz="2400" b="1" dirty="0">
                <a:latin typeface="+mn-ea"/>
              </a:rPr>
              <a:t>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+mn-ea"/>
              </a:rPr>
              <a:t>  else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+mn-ea"/>
              </a:rPr>
              <a:t>        </a:t>
            </a:r>
            <a:r>
              <a:rPr lang="en-US" altLang="zh-CN" sz="2400" b="1" dirty="0" err="1">
                <a:latin typeface="+mn-ea"/>
              </a:rPr>
              <a:t>printf</a:t>
            </a:r>
            <a:r>
              <a:rPr lang="en-US" altLang="zh-CN" sz="2400" b="1" dirty="0">
                <a:latin typeface="+mn-ea"/>
              </a:rPr>
              <a:t>("a</a:t>
            </a:r>
            <a:r>
              <a:rPr lang="zh-CN" altLang="en-US" sz="2400" b="1" dirty="0">
                <a:latin typeface="+mn-ea"/>
              </a:rPr>
              <a:t>球就是要找的球</a:t>
            </a:r>
            <a:r>
              <a:rPr lang="en-US" altLang="zh-CN" sz="2400" b="1" dirty="0">
                <a:latin typeface="+mn-ea"/>
              </a:rPr>
              <a:t>!\n</a:t>
            </a:r>
            <a:r>
              <a:rPr lang="en-US" altLang="zh-CN" b="1" dirty="0">
                <a:latin typeface="+mn-ea"/>
              </a:rPr>
              <a:t>"</a:t>
            </a:r>
            <a:r>
              <a:rPr lang="en-US" altLang="zh-CN" sz="2400" b="1" dirty="0">
                <a:latin typeface="+mn-ea"/>
              </a:rPr>
              <a:t>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+mn-ea"/>
              </a:rPr>
              <a:t>  return 0;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+mn-ea"/>
              </a:rPr>
              <a:t>}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27565E6-F628-95C7-B62E-27AD83FDFCEF}"/>
              </a:ext>
            </a:extLst>
          </p:cNvPr>
          <p:cNvSpPr txBox="1"/>
          <p:nvPr/>
        </p:nvSpPr>
        <p:spPr>
          <a:xfrm>
            <a:off x="123824" y="1063525"/>
            <a:ext cx="837247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32664"/>
                </a:solidFill>
                <a:latin typeface="华文楷体" pitchFamily="2" charset="-122"/>
                <a:ea typeface="华文楷体" pitchFamily="2" charset="-122"/>
              </a:rPr>
              <a:t>3.3</a:t>
            </a:r>
            <a:r>
              <a:rPr lang="zh-CN" altLang="en-US" sz="2800" b="1" dirty="0">
                <a:solidFill>
                  <a:srgbClr val="432664"/>
                </a:solidFill>
                <a:latin typeface="华文楷体" pitchFamily="2" charset="-122"/>
                <a:ea typeface="华文楷体" pitchFamily="2" charset="-122"/>
              </a:rPr>
              <a:t>有三个乒乓球，其中两个球的重量相同，要求能用最少的天平称球次数找到那个重量不一样的球。</a:t>
            </a:r>
            <a:endParaRPr lang="en-US" altLang="zh-CN" sz="2800" b="1" dirty="0">
              <a:solidFill>
                <a:srgbClr val="432664"/>
              </a:solidFill>
              <a:latin typeface="华文楷体" pitchFamily="2" charset="-122"/>
              <a:ea typeface="华文楷体" pitchFamily="2" charset="-122"/>
            </a:endParaRPr>
          </a:p>
          <a:p>
            <a:endParaRPr lang="zh-CN" altLang="en-US" dirty="0"/>
          </a:p>
        </p:txBody>
      </p:sp>
      <p:sp>
        <p:nvSpPr>
          <p:cNvPr id="9" name="动作按钮: 自定义 11">
            <a:hlinkClick r:id="rId2" action="ppaction://program" highlightClick="1"/>
            <a:extLst>
              <a:ext uri="{FF2B5EF4-FFF2-40B4-BE49-F238E27FC236}">
                <a16:creationId xmlns:a16="http://schemas.microsoft.com/office/drawing/2014/main" id="{B35FAA56-0236-1941-3F9D-EFA458524B42}"/>
              </a:ext>
            </a:extLst>
          </p:cNvPr>
          <p:cNvSpPr/>
          <p:nvPr/>
        </p:nvSpPr>
        <p:spPr>
          <a:xfrm>
            <a:off x="8391525" y="1063525"/>
            <a:ext cx="1736923" cy="460475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3_3</a:t>
            </a:r>
            <a:r>
              <a:rPr lang="zh-CN" altLang="en-US" dirty="0"/>
              <a:t>源代码</a:t>
            </a:r>
          </a:p>
        </p:txBody>
      </p:sp>
    </p:spTree>
    <p:extLst>
      <p:ext uri="{BB962C8B-B14F-4D97-AF65-F5344CB8AC3E}">
        <p14:creationId xmlns:p14="http://schemas.microsoft.com/office/powerpoint/2010/main" val="4453532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1A671C6-158D-BA54-C74A-427417C9B76F}"/>
              </a:ext>
            </a:extLst>
          </p:cNvPr>
          <p:cNvGrpSpPr/>
          <p:nvPr/>
        </p:nvGrpSpPr>
        <p:grpSpPr>
          <a:xfrm>
            <a:off x="455269" y="369186"/>
            <a:ext cx="5833493" cy="584775"/>
            <a:chOff x="455269" y="369186"/>
            <a:chExt cx="5833493" cy="58477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16B55F3-927D-B5F0-3D71-7AF8C5A50F86}"/>
                </a:ext>
              </a:extLst>
            </p:cNvPr>
            <p:cNvSpPr txBox="1"/>
            <p:nvPr/>
          </p:nvSpPr>
          <p:spPr>
            <a:xfrm>
              <a:off x="455269" y="430741"/>
              <a:ext cx="697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01-3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1EE4533-8131-5559-E900-8F0B6EB26C3B}"/>
                </a:ext>
              </a:extLst>
            </p:cNvPr>
            <p:cNvSpPr txBox="1"/>
            <p:nvPr/>
          </p:nvSpPr>
          <p:spPr>
            <a:xfrm>
              <a:off x="1301499" y="369186"/>
              <a:ext cx="49872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多分支</a:t>
              </a: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结构应用程序举例</a:t>
              </a:r>
            </a:p>
          </p:txBody>
        </p:sp>
      </p:grp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5C64468-8333-4923-BB95-407E23251D6C}"/>
              </a:ext>
            </a:extLst>
          </p:cNvPr>
          <p:cNvSpPr txBox="1">
            <a:spLocks/>
          </p:cNvSpPr>
          <p:nvPr/>
        </p:nvSpPr>
        <p:spPr>
          <a:xfrm>
            <a:off x="457200" y="1059085"/>
            <a:ext cx="8229600" cy="4602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隶书" pitchFamily="49" charset="-122"/>
                <a:ea typeface="隶书" pitchFamily="49" charset="-122"/>
              </a:rPr>
              <a:t>【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例</a:t>
            </a:r>
            <a:r>
              <a:rPr lang="en-US" b="1" dirty="0">
                <a:latin typeface="隶书" pitchFamily="49" charset="-122"/>
                <a:ea typeface="隶书" pitchFamily="49" charset="-122"/>
              </a:rPr>
              <a:t>3.4</a:t>
            </a:r>
            <a:r>
              <a:rPr lang="en-US" altLang="zh-CN" b="1" dirty="0">
                <a:latin typeface="隶书" pitchFamily="49" charset="-122"/>
                <a:ea typeface="隶书" pitchFamily="49" charset="-122"/>
              </a:rPr>
              <a:t>】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输入</a:t>
            </a:r>
            <a:r>
              <a:rPr lang="en-US" b="1" dirty="0">
                <a:latin typeface="隶书" pitchFamily="49" charset="-122"/>
                <a:ea typeface="隶书" pitchFamily="49" charset="-122"/>
              </a:rPr>
              <a:t>x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，输出</a:t>
            </a:r>
            <a:r>
              <a:rPr lang="en-US" b="1" dirty="0">
                <a:latin typeface="隶书" pitchFamily="49" charset="-122"/>
                <a:ea typeface="隶书" pitchFamily="49" charset="-122"/>
              </a:rPr>
              <a:t>y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。</a:t>
            </a:r>
            <a:r>
              <a:rPr lang="en-US" b="1" dirty="0">
                <a:latin typeface="隶书" pitchFamily="49" charset="-122"/>
                <a:ea typeface="隶书" pitchFamily="49" charset="-122"/>
              </a:rPr>
              <a:t>x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和</a:t>
            </a:r>
            <a:r>
              <a:rPr lang="en-US" b="1" dirty="0">
                <a:latin typeface="隶书" pitchFamily="49" charset="-122"/>
                <a:ea typeface="隶书" pitchFamily="49" charset="-122"/>
              </a:rPr>
              <a:t>y</a:t>
            </a:r>
          </a:p>
          <a:p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满足数学分段函数关系如下：</a:t>
            </a:r>
          </a:p>
          <a:p>
            <a:endParaRPr lang="zh-CN" altLang="en-US" b="1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DFA872D-562F-6698-FD86-EAE9EC6A18D6}"/>
              </a:ext>
            </a:extLst>
          </p:cNvPr>
          <p:cNvSpPr txBox="1">
            <a:spLocks/>
          </p:cNvSpPr>
          <p:nvPr/>
        </p:nvSpPr>
        <p:spPr>
          <a:xfrm>
            <a:off x="6667500" y="123375"/>
            <a:ext cx="4716016" cy="51669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#include&lt;stdio.h&gt;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000" b="1" dirty="0" err="1"/>
              <a:t>int</a:t>
            </a:r>
            <a:r>
              <a:rPr lang="en-US" altLang="zh-CN" sz="2000" b="1" dirty="0"/>
              <a:t> main()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{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double </a:t>
            </a:r>
            <a:r>
              <a:rPr lang="en-US" sz="2000" b="1" dirty="0" err="1">
                <a:latin typeface="黑体" pitchFamily="49" charset="-122"/>
                <a:ea typeface="黑体" pitchFamily="49" charset="-122"/>
              </a:rPr>
              <a:t>x,y</a:t>
            </a:r>
            <a:r>
              <a:rPr lang="en-US" sz="2000" b="1" dirty="0">
                <a:latin typeface="黑体" pitchFamily="49" charset="-122"/>
                <a:ea typeface="黑体" pitchFamily="49" charset="-122"/>
              </a:rPr>
              <a:t>;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en-US" sz="2000" b="1" dirty="0" err="1">
                <a:latin typeface="黑体" pitchFamily="49" charset="-122"/>
                <a:ea typeface="黑体" pitchFamily="49" charset="-122"/>
              </a:rPr>
              <a:t>printf</a:t>
            </a:r>
            <a:r>
              <a:rPr lang="en-US" sz="2000" b="1" dirty="0"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2000" dirty="0">
                <a:latin typeface="+mn-ea"/>
              </a:rPr>
              <a:t>"</a:t>
            </a:r>
            <a:r>
              <a:rPr lang="zh-CN" altLang="en-US" sz="2000" b="1" dirty="0">
                <a:latin typeface="黑体" pitchFamily="49" charset="-122"/>
                <a:ea typeface="黑体" pitchFamily="49" charset="-122"/>
              </a:rPr>
              <a:t>请输入</a:t>
            </a:r>
            <a:r>
              <a:rPr lang="en-US" sz="2000" b="1" dirty="0">
                <a:latin typeface="黑体" pitchFamily="49" charset="-122"/>
                <a:ea typeface="黑体" pitchFamily="49" charset="-122"/>
              </a:rPr>
              <a:t>x</a:t>
            </a:r>
            <a:r>
              <a:rPr lang="zh-CN" altLang="en-US" sz="2000" b="1" dirty="0">
                <a:latin typeface="黑体" pitchFamily="49" charset="-122"/>
                <a:ea typeface="黑体" pitchFamily="49" charset="-122"/>
              </a:rPr>
              <a:t>的值：</a:t>
            </a:r>
            <a:r>
              <a:rPr lang="en-US" altLang="zh-CN" sz="2000" dirty="0">
                <a:latin typeface="+mn-ea"/>
              </a:rPr>
              <a:t>"</a:t>
            </a:r>
            <a:r>
              <a:rPr lang="en-US" sz="2000" b="1" dirty="0">
                <a:latin typeface="黑体" pitchFamily="49" charset="-122"/>
                <a:ea typeface="黑体" pitchFamily="49" charset="-122"/>
              </a:rPr>
              <a:t>);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en-US" sz="2000" b="1" dirty="0" err="1">
                <a:latin typeface="黑体" pitchFamily="49" charset="-122"/>
                <a:ea typeface="黑体" pitchFamily="49" charset="-122"/>
              </a:rPr>
              <a:t>scanf</a:t>
            </a:r>
            <a:r>
              <a:rPr lang="en-US" sz="2000" b="1" dirty="0"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2000" dirty="0">
                <a:latin typeface="+mn-ea"/>
              </a:rPr>
              <a:t>"</a:t>
            </a:r>
            <a:r>
              <a:rPr lang="en-US" sz="2000" b="1" dirty="0">
                <a:latin typeface="黑体" pitchFamily="49" charset="-122"/>
                <a:ea typeface="黑体" pitchFamily="49" charset="-122"/>
              </a:rPr>
              <a:t>%</a:t>
            </a:r>
            <a:r>
              <a:rPr lang="en-US" sz="2000" b="1" dirty="0" err="1">
                <a:latin typeface="黑体" pitchFamily="49" charset="-122"/>
                <a:ea typeface="黑体" pitchFamily="49" charset="-122"/>
              </a:rPr>
              <a:t>d</a:t>
            </a:r>
            <a:r>
              <a:rPr lang="en-US" altLang="zh-CN" sz="2000" dirty="0" err="1">
                <a:latin typeface="+mn-ea"/>
              </a:rPr>
              <a:t>"</a:t>
            </a:r>
            <a:r>
              <a:rPr lang="en-US" sz="2000" b="1" dirty="0" err="1">
                <a:latin typeface="黑体" pitchFamily="49" charset="-122"/>
                <a:ea typeface="黑体" pitchFamily="49" charset="-122"/>
              </a:rPr>
              <a:t>,&amp;x</a:t>
            </a:r>
            <a:r>
              <a:rPr lang="en-US" sz="2000" b="1" dirty="0">
                <a:latin typeface="黑体" pitchFamily="49" charset="-122"/>
                <a:ea typeface="黑体" pitchFamily="49" charset="-122"/>
              </a:rPr>
              <a:t>);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if(x&lt;-5)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    y=x;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else if(x&lt;1) 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    y=2*x+5;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else if(x&lt;4)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    y=x+6;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else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    y=3*x-2;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en-US" sz="2000" b="1" dirty="0" err="1">
                <a:latin typeface="黑体" pitchFamily="49" charset="-122"/>
                <a:ea typeface="黑体" pitchFamily="49" charset="-122"/>
              </a:rPr>
              <a:t>printf</a:t>
            </a:r>
            <a:r>
              <a:rPr lang="en-US" sz="2000" b="1" dirty="0"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2000" dirty="0">
                <a:latin typeface="+mn-ea"/>
              </a:rPr>
              <a:t>"</a:t>
            </a:r>
            <a:r>
              <a:rPr lang="zh-CN" altLang="en-US" sz="2000" b="1" dirty="0">
                <a:latin typeface="黑体" pitchFamily="49" charset="-122"/>
                <a:ea typeface="黑体" pitchFamily="49" charset="-122"/>
              </a:rPr>
              <a:t>计算结果为：</a:t>
            </a:r>
            <a:r>
              <a:rPr lang="en-US" altLang="zh-CN" sz="2000" b="1" dirty="0">
                <a:latin typeface="黑体" pitchFamily="49" charset="-122"/>
                <a:ea typeface="黑体" pitchFamily="49" charset="-122"/>
              </a:rPr>
              <a:t>%d\</a:t>
            </a:r>
            <a:r>
              <a:rPr lang="en-US" altLang="zh-CN" sz="2000" b="1" dirty="0" err="1">
                <a:latin typeface="黑体" pitchFamily="49" charset="-122"/>
                <a:ea typeface="黑体" pitchFamily="49" charset="-122"/>
              </a:rPr>
              <a:t>n</a:t>
            </a:r>
            <a:r>
              <a:rPr lang="en-US" altLang="zh-CN" sz="2000" dirty="0" err="1">
                <a:latin typeface="+mn-ea"/>
              </a:rPr>
              <a:t>"</a:t>
            </a:r>
            <a:r>
              <a:rPr lang="en-US" sz="2000" b="1" dirty="0" err="1">
                <a:latin typeface="黑体" pitchFamily="49" charset="-122"/>
                <a:ea typeface="黑体" pitchFamily="49" charset="-122"/>
              </a:rPr>
              <a:t>,y</a:t>
            </a:r>
            <a:r>
              <a:rPr lang="en-US" sz="2000" b="1" dirty="0">
                <a:latin typeface="黑体" pitchFamily="49" charset="-122"/>
                <a:ea typeface="黑体" pitchFamily="49" charset="-122"/>
              </a:rPr>
              <a:t>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000" b="1" dirty="0">
                <a:latin typeface="黑体" pitchFamily="49" charset="-122"/>
                <a:ea typeface="黑体" pitchFamily="49" charset="-122"/>
              </a:rPr>
              <a:t>    return 0;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黑体" pitchFamily="49" charset="-122"/>
                <a:ea typeface="黑体" pitchFamily="49" charset="-122"/>
              </a:rPr>
              <a:t>}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  <a:p>
            <a:endParaRPr lang="zh-CN" altLang="en-US" sz="20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D332FB-EC86-539B-0FC3-0C22DE1A5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60" y="2245585"/>
            <a:ext cx="4867954" cy="2229161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88DFD911-C685-6121-BF4B-197508EBCD53}"/>
              </a:ext>
            </a:extLst>
          </p:cNvPr>
          <p:cNvSpPr/>
          <p:nvPr/>
        </p:nvSpPr>
        <p:spPr>
          <a:xfrm>
            <a:off x="170774" y="4304743"/>
            <a:ext cx="2630831" cy="9554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数学式</a:t>
            </a:r>
            <a:r>
              <a:rPr lang="en-US" altLang="zh-CN" sz="2400" dirty="0"/>
              <a:t>2x+5</a:t>
            </a:r>
            <a:endParaRPr lang="zh-CN" altLang="en-US" sz="24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D4EE7DC-2D7D-2B76-CFF5-9F4E846089B7}"/>
              </a:ext>
            </a:extLst>
          </p:cNvPr>
          <p:cNvSpPr/>
          <p:nvPr/>
        </p:nvSpPr>
        <p:spPr>
          <a:xfrm>
            <a:off x="3629476" y="5708178"/>
            <a:ext cx="2630831" cy="9554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C++</a:t>
            </a:r>
            <a:r>
              <a:rPr lang="zh-CN" altLang="en-US" sz="2400" dirty="0"/>
              <a:t>表达式</a:t>
            </a:r>
            <a:r>
              <a:rPr lang="en-US" altLang="zh-CN" sz="2400" dirty="0"/>
              <a:t>2</a:t>
            </a:r>
            <a:r>
              <a:rPr lang="en-US" altLang="zh-CN" sz="2400" dirty="0">
                <a:solidFill>
                  <a:srgbClr val="C00000"/>
                </a:solidFill>
              </a:rPr>
              <a:t>*</a:t>
            </a:r>
            <a:r>
              <a:rPr lang="en-US" altLang="zh-CN" sz="2400" dirty="0"/>
              <a:t>x+5</a:t>
            </a:r>
            <a:endParaRPr lang="zh-CN" altLang="en-US" sz="24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645FDB9-8769-14AC-980D-734F348519F4}"/>
              </a:ext>
            </a:extLst>
          </p:cNvPr>
          <p:cNvCxnSpPr/>
          <p:nvPr/>
        </p:nvCxnSpPr>
        <p:spPr>
          <a:xfrm>
            <a:off x="2914650" y="4782469"/>
            <a:ext cx="1200150" cy="8743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动作按钮: 自定义 11">
            <a:hlinkClick r:id="rId3" action="ppaction://program" highlightClick="1"/>
            <a:extLst>
              <a:ext uri="{FF2B5EF4-FFF2-40B4-BE49-F238E27FC236}">
                <a16:creationId xmlns:a16="http://schemas.microsoft.com/office/drawing/2014/main" id="{64E47FA7-E5E3-AB9D-F021-4334AFB9F49A}"/>
              </a:ext>
            </a:extLst>
          </p:cNvPr>
          <p:cNvSpPr/>
          <p:nvPr/>
        </p:nvSpPr>
        <p:spPr>
          <a:xfrm>
            <a:off x="10007962" y="661573"/>
            <a:ext cx="1736923" cy="460475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3_4</a:t>
            </a:r>
            <a:r>
              <a:rPr lang="zh-CN" altLang="en-US" dirty="0"/>
              <a:t>源代码</a:t>
            </a:r>
          </a:p>
        </p:txBody>
      </p:sp>
    </p:spTree>
    <p:extLst>
      <p:ext uri="{BB962C8B-B14F-4D97-AF65-F5344CB8AC3E}">
        <p14:creationId xmlns:p14="http://schemas.microsoft.com/office/powerpoint/2010/main" val="8144371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0C7C88F5-E155-F3C4-885B-3CD9FEE60974}"/>
              </a:ext>
            </a:extLst>
          </p:cNvPr>
          <p:cNvGrpSpPr/>
          <p:nvPr/>
        </p:nvGrpSpPr>
        <p:grpSpPr>
          <a:xfrm>
            <a:off x="5098999" y="1740360"/>
            <a:ext cx="1524239" cy="1396844"/>
            <a:chOff x="2202008" y="436205"/>
            <a:chExt cx="1787563" cy="1638160"/>
          </a:xfrm>
        </p:grpSpPr>
        <p:sp>
          <p:nvSpPr>
            <p:cNvPr id="13" name="Freeform 3301">
              <a:extLst>
                <a:ext uri="{FF2B5EF4-FFF2-40B4-BE49-F238E27FC236}">
                  <a16:creationId xmlns:a16="http://schemas.microsoft.com/office/drawing/2014/main" id="{8F508CD0-078F-387D-5826-02CDFCD96647}"/>
                </a:ext>
              </a:extLst>
            </p:cNvPr>
            <p:cNvSpPr/>
            <p:nvPr/>
          </p:nvSpPr>
          <p:spPr bwMode="auto">
            <a:xfrm>
              <a:off x="2202008" y="436205"/>
              <a:ext cx="1636640" cy="1638160"/>
            </a:xfrm>
            <a:custGeom>
              <a:avLst/>
              <a:gdLst>
                <a:gd name="T0" fmla="*/ 1617 w 3233"/>
                <a:gd name="T1" fmla="*/ 3236 h 3236"/>
                <a:gd name="T2" fmla="*/ 0 w 3233"/>
                <a:gd name="T3" fmla="*/ 1619 h 3236"/>
                <a:gd name="T4" fmla="*/ 1617 w 3233"/>
                <a:gd name="T5" fmla="*/ 0 h 3236"/>
                <a:gd name="T6" fmla="*/ 3233 w 3233"/>
                <a:gd name="T7" fmla="*/ 1619 h 3236"/>
                <a:gd name="T8" fmla="*/ 1617 w 3233"/>
                <a:gd name="T9" fmla="*/ 3236 h 3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3" h="3236">
                  <a:moveTo>
                    <a:pt x="1617" y="3236"/>
                  </a:moveTo>
                  <a:lnTo>
                    <a:pt x="0" y="1619"/>
                  </a:lnTo>
                  <a:lnTo>
                    <a:pt x="1617" y="0"/>
                  </a:lnTo>
                  <a:lnTo>
                    <a:pt x="3233" y="1619"/>
                  </a:lnTo>
                  <a:lnTo>
                    <a:pt x="1617" y="323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FD95CD9-00B2-31EB-1070-0918DB1EB1BD}"/>
                </a:ext>
              </a:extLst>
            </p:cNvPr>
            <p:cNvSpPr/>
            <p:nvPr/>
          </p:nvSpPr>
          <p:spPr>
            <a:xfrm>
              <a:off x="2522008" y="726714"/>
              <a:ext cx="1467563" cy="1070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5333" spc="400" dirty="0">
                  <a:solidFill>
                    <a:schemeClr val="bg1"/>
                  </a:solidFill>
                  <a:latin typeface="Agency FB" panose="020B0503020202020204" pitchFamily="34" charset="0"/>
                  <a:cs typeface="+mn-ea"/>
                  <a:sym typeface="+mn-lt"/>
                </a:rPr>
                <a:t>二</a:t>
              </a:r>
            </a:p>
          </p:txBody>
        </p:sp>
      </p:grpSp>
      <p:sp>
        <p:nvSpPr>
          <p:cNvPr id="34" name="TextBox 35">
            <a:extLst>
              <a:ext uri="{FF2B5EF4-FFF2-40B4-BE49-F238E27FC236}">
                <a16:creationId xmlns:a16="http://schemas.microsoft.com/office/drawing/2014/main" id="{891C0D65-639A-58CE-DE2D-4F2EEAC94320}"/>
              </a:ext>
            </a:extLst>
          </p:cNvPr>
          <p:cNvSpPr txBox="1"/>
          <p:nvPr/>
        </p:nvSpPr>
        <p:spPr>
          <a:xfrm>
            <a:off x="5997549" y="2695797"/>
            <a:ext cx="3962575" cy="809599"/>
          </a:xfrm>
          <a:prstGeom prst="rect">
            <a:avLst/>
          </a:prstGeom>
          <a:noFill/>
        </p:spPr>
        <p:txBody>
          <a:bodyPr wrap="none" lIns="480000" tIns="0" rIns="0" bIns="0" anchor="b" anchorCtr="0">
            <a:normAutofit/>
          </a:bodyPr>
          <a:lstStyle/>
          <a:p>
            <a:r>
              <a:rPr lang="en-US" altLang="zh-CN" sz="4800" b="1" dirty="0">
                <a:solidFill>
                  <a:srgbClr val="333333"/>
                </a:solidFill>
                <a:cs typeface="+mn-ea"/>
              </a:rPr>
              <a:t>If</a:t>
            </a:r>
            <a:r>
              <a:rPr lang="zh-CN" altLang="en-US" sz="4800" b="1" dirty="0">
                <a:solidFill>
                  <a:srgbClr val="333333"/>
                </a:solidFill>
                <a:cs typeface="+mn-ea"/>
              </a:rPr>
              <a:t>嵌套</a:t>
            </a:r>
          </a:p>
        </p:txBody>
      </p:sp>
      <p:sp>
        <p:nvSpPr>
          <p:cNvPr id="35" name="Freeform 3297">
            <a:extLst>
              <a:ext uri="{FF2B5EF4-FFF2-40B4-BE49-F238E27FC236}">
                <a16:creationId xmlns:a16="http://schemas.microsoft.com/office/drawing/2014/main" id="{F4579E16-37AF-7334-4872-A93F92771460}"/>
              </a:ext>
            </a:extLst>
          </p:cNvPr>
          <p:cNvSpPr/>
          <p:nvPr/>
        </p:nvSpPr>
        <p:spPr bwMode="auto">
          <a:xfrm>
            <a:off x="1583505" y="1412777"/>
            <a:ext cx="3729089" cy="3731396"/>
          </a:xfrm>
          <a:custGeom>
            <a:avLst/>
            <a:gdLst>
              <a:gd name="T0" fmla="*/ 1619 w 3239"/>
              <a:gd name="T1" fmla="*/ 3241 h 3241"/>
              <a:gd name="T2" fmla="*/ 0 w 3239"/>
              <a:gd name="T3" fmla="*/ 1620 h 3241"/>
              <a:gd name="T4" fmla="*/ 1619 w 3239"/>
              <a:gd name="T5" fmla="*/ 0 h 3241"/>
              <a:gd name="T6" fmla="*/ 3239 w 3239"/>
              <a:gd name="T7" fmla="*/ 1620 h 3241"/>
              <a:gd name="T8" fmla="*/ 1619 w 3239"/>
              <a:gd name="T9" fmla="*/ 3241 h 3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39" h="3241">
                <a:moveTo>
                  <a:pt x="1619" y="3241"/>
                </a:moveTo>
                <a:lnTo>
                  <a:pt x="0" y="1620"/>
                </a:lnTo>
                <a:lnTo>
                  <a:pt x="1619" y="0"/>
                </a:lnTo>
                <a:lnTo>
                  <a:pt x="3239" y="1620"/>
                </a:lnTo>
                <a:lnTo>
                  <a:pt x="1619" y="32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E6A0A21-794B-D17E-8C6B-AF8A1BCA6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415" y="1713828"/>
            <a:ext cx="3056791" cy="308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857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3691E6D-CC19-B56E-2D54-EEBC33640DB0}"/>
              </a:ext>
            </a:extLst>
          </p:cNvPr>
          <p:cNvGrpSpPr/>
          <p:nvPr/>
        </p:nvGrpSpPr>
        <p:grpSpPr>
          <a:xfrm>
            <a:off x="569083" y="369186"/>
            <a:ext cx="4898941" cy="584775"/>
            <a:chOff x="569083" y="369186"/>
            <a:chExt cx="4898941" cy="58477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16EC9EB-AC47-35A0-D25A-5449704CC347}"/>
                </a:ext>
              </a:extLst>
            </p:cNvPr>
            <p:cNvSpPr txBox="1"/>
            <p:nvPr/>
          </p:nvSpPr>
          <p:spPr>
            <a:xfrm>
              <a:off x="569083" y="430741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A2043C4-FB87-5587-6412-8D0B640BE523}"/>
                </a:ext>
              </a:extLst>
            </p:cNvPr>
            <p:cNvSpPr txBox="1"/>
            <p:nvPr/>
          </p:nvSpPr>
          <p:spPr>
            <a:xfrm>
              <a:off x="1301499" y="369186"/>
              <a:ext cx="4166525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分支</a:t>
              </a: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结构的嵌套问题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64CD51-01EC-1CF0-AE91-9E8B887B83C7}"/>
              </a:ext>
            </a:extLst>
          </p:cNvPr>
          <p:cNvGrpSpPr/>
          <p:nvPr/>
        </p:nvGrpSpPr>
        <p:grpSpPr>
          <a:xfrm>
            <a:off x="1341832" y="1277983"/>
            <a:ext cx="3264037" cy="770775"/>
            <a:chOff x="427432" y="1277983"/>
            <a:chExt cx="3264037" cy="77077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E8F0137-FC20-4DEE-DB27-17BD986F4742}"/>
                </a:ext>
              </a:extLst>
            </p:cNvPr>
            <p:cNvSpPr/>
            <p:nvPr/>
          </p:nvSpPr>
          <p:spPr>
            <a:xfrm>
              <a:off x="1449495" y="1321738"/>
              <a:ext cx="2241974" cy="47666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无缩进</a:t>
              </a: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F753D82-CD2A-2323-B690-1715C7DE4877}"/>
                </a:ext>
              </a:extLst>
            </p:cNvPr>
            <p:cNvGrpSpPr/>
            <p:nvPr/>
          </p:nvGrpSpPr>
          <p:grpSpPr>
            <a:xfrm>
              <a:off x="427432" y="1277983"/>
              <a:ext cx="770775" cy="770775"/>
              <a:chOff x="427432" y="1636357"/>
              <a:chExt cx="770775" cy="770775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91973AA8-854B-98DF-F55E-99DE6FF47FE7}"/>
                  </a:ext>
                </a:extLst>
              </p:cNvPr>
              <p:cNvSpPr/>
              <p:nvPr/>
            </p:nvSpPr>
            <p:spPr>
              <a:xfrm>
                <a:off x="427432" y="1636357"/>
                <a:ext cx="770775" cy="770775"/>
              </a:xfrm>
              <a:prstGeom prst="ellipse">
                <a:avLst/>
              </a:prstGeom>
              <a:solidFill>
                <a:srgbClr val="C8AC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0516A07E-CA9B-BDCB-7AFE-A0256185ED48}"/>
                  </a:ext>
                </a:extLst>
              </p:cNvPr>
              <p:cNvSpPr/>
              <p:nvPr/>
            </p:nvSpPr>
            <p:spPr>
              <a:xfrm>
                <a:off x="582661" y="1809482"/>
                <a:ext cx="460318" cy="424526"/>
              </a:xfrm>
              <a:custGeom>
                <a:avLst/>
                <a:gdLst>
                  <a:gd name="connsiteX0" fmla="*/ 75173 w 330497"/>
                  <a:gd name="connsiteY0" fmla="*/ 222249 h 304800"/>
                  <a:gd name="connsiteX1" fmla="*/ 56870 w 330497"/>
                  <a:gd name="connsiteY1" fmla="*/ 239535 h 304800"/>
                  <a:gd name="connsiteX2" fmla="*/ 55563 w 330497"/>
                  <a:gd name="connsiteY2" fmla="*/ 242005 h 304800"/>
                  <a:gd name="connsiteX3" fmla="*/ 58178 w 330497"/>
                  <a:gd name="connsiteY3" fmla="*/ 243240 h 304800"/>
                  <a:gd name="connsiteX4" fmla="*/ 67329 w 330497"/>
                  <a:gd name="connsiteY4" fmla="*/ 244474 h 304800"/>
                  <a:gd name="connsiteX5" fmla="*/ 72559 w 330497"/>
                  <a:gd name="connsiteY5" fmla="*/ 240770 h 304800"/>
                  <a:gd name="connsiteX6" fmla="*/ 77788 w 330497"/>
                  <a:gd name="connsiteY6" fmla="*/ 225953 h 304800"/>
                  <a:gd name="connsiteX7" fmla="*/ 77788 w 330497"/>
                  <a:gd name="connsiteY7" fmla="*/ 223484 h 304800"/>
                  <a:gd name="connsiteX8" fmla="*/ 76481 w 330497"/>
                  <a:gd name="connsiteY8" fmla="*/ 222249 h 304800"/>
                  <a:gd name="connsiteX9" fmla="*/ 75173 w 330497"/>
                  <a:gd name="connsiteY9" fmla="*/ 222249 h 304800"/>
                  <a:gd name="connsiteX10" fmla="*/ 226286 w 330497"/>
                  <a:gd name="connsiteY10" fmla="*/ 209549 h 304800"/>
                  <a:gd name="connsiteX11" fmla="*/ 221258 w 330497"/>
                  <a:gd name="connsiteY11" fmla="*/ 213461 h 304800"/>
                  <a:gd name="connsiteX12" fmla="*/ 221258 w 330497"/>
                  <a:gd name="connsiteY12" fmla="*/ 216069 h 304800"/>
                  <a:gd name="connsiteX13" fmla="*/ 220002 w 330497"/>
                  <a:gd name="connsiteY13" fmla="*/ 222589 h 304800"/>
                  <a:gd name="connsiteX14" fmla="*/ 225029 w 330497"/>
                  <a:gd name="connsiteY14" fmla="*/ 223893 h 304800"/>
                  <a:gd name="connsiteX15" fmla="*/ 226286 w 330497"/>
                  <a:gd name="connsiteY15" fmla="*/ 229110 h 304800"/>
                  <a:gd name="connsiteX16" fmla="*/ 218745 w 330497"/>
                  <a:gd name="connsiteY16" fmla="*/ 233022 h 304800"/>
                  <a:gd name="connsiteX17" fmla="*/ 220002 w 330497"/>
                  <a:gd name="connsiteY17" fmla="*/ 236934 h 304800"/>
                  <a:gd name="connsiteX18" fmla="*/ 226286 w 330497"/>
                  <a:gd name="connsiteY18" fmla="*/ 240846 h 304800"/>
                  <a:gd name="connsiteX19" fmla="*/ 222515 w 330497"/>
                  <a:gd name="connsiteY19" fmla="*/ 247366 h 304800"/>
                  <a:gd name="connsiteX20" fmla="*/ 217488 w 330497"/>
                  <a:gd name="connsiteY20" fmla="*/ 252582 h 304800"/>
                  <a:gd name="connsiteX21" fmla="*/ 217488 w 330497"/>
                  <a:gd name="connsiteY21" fmla="*/ 253886 h 304800"/>
                  <a:gd name="connsiteX22" fmla="*/ 218745 w 330497"/>
                  <a:gd name="connsiteY22" fmla="*/ 253886 h 304800"/>
                  <a:gd name="connsiteX23" fmla="*/ 222515 w 330497"/>
                  <a:gd name="connsiteY23" fmla="*/ 252582 h 304800"/>
                  <a:gd name="connsiteX24" fmla="*/ 226286 w 330497"/>
                  <a:gd name="connsiteY24" fmla="*/ 253886 h 304800"/>
                  <a:gd name="connsiteX25" fmla="*/ 226286 w 330497"/>
                  <a:gd name="connsiteY25" fmla="*/ 259102 h 304800"/>
                  <a:gd name="connsiteX26" fmla="*/ 222515 w 330497"/>
                  <a:gd name="connsiteY26" fmla="*/ 265622 h 304800"/>
                  <a:gd name="connsiteX27" fmla="*/ 221258 w 330497"/>
                  <a:gd name="connsiteY27" fmla="*/ 276054 h 304800"/>
                  <a:gd name="connsiteX28" fmla="*/ 223772 w 330497"/>
                  <a:gd name="connsiteY28" fmla="*/ 282574 h 304800"/>
                  <a:gd name="connsiteX29" fmla="*/ 225029 w 330497"/>
                  <a:gd name="connsiteY29" fmla="*/ 282574 h 304800"/>
                  <a:gd name="connsiteX30" fmla="*/ 230056 w 330497"/>
                  <a:gd name="connsiteY30" fmla="*/ 266926 h 304800"/>
                  <a:gd name="connsiteX31" fmla="*/ 237597 w 330497"/>
                  <a:gd name="connsiteY31" fmla="*/ 261710 h 304800"/>
                  <a:gd name="connsiteX32" fmla="*/ 240110 w 330497"/>
                  <a:gd name="connsiteY32" fmla="*/ 264318 h 304800"/>
                  <a:gd name="connsiteX33" fmla="*/ 245137 w 330497"/>
                  <a:gd name="connsiteY33" fmla="*/ 268230 h 304800"/>
                  <a:gd name="connsiteX34" fmla="*/ 247651 w 330497"/>
                  <a:gd name="connsiteY34" fmla="*/ 268230 h 304800"/>
                  <a:gd name="connsiteX35" fmla="*/ 247651 w 330497"/>
                  <a:gd name="connsiteY35" fmla="*/ 266926 h 304800"/>
                  <a:gd name="connsiteX36" fmla="*/ 246394 w 330497"/>
                  <a:gd name="connsiteY36" fmla="*/ 263014 h 304800"/>
                  <a:gd name="connsiteX37" fmla="*/ 236340 w 330497"/>
                  <a:gd name="connsiteY37" fmla="*/ 218677 h 304800"/>
                  <a:gd name="connsiteX38" fmla="*/ 232569 w 330497"/>
                  <a:gd name="connsiteY38" fmla="*/ 209549 h 304800"/>
                  <a:gd name="connsiteX39" fmla="*/ 231313 w 330497"/>
                  <a:gd name="connsiteY39" fmla="*/ 209549 h 304800"/>
                  <a:gd name="connsiteX40" fmla="*/ 226286 w 330497"/>
                  <a:gd name="connsiteY40" fmla="*/ 209549 h 304800"/>
                  <a:gd name="connsiteX41" fmla="*/ 245475 w 330497"/>
                  <a:gd name="connsiteY41" fmla="*/ 204787 h 304800"/>
                  <a:gd name="connsiteX42" fmla="*/ 244182 w 330497"/>
                  <a:gd name="connsiteY42" fmla="*/ 206082 h 304800"/>
                  <a:gd name="connsiteX43" fmla="*/ 245475 w 330497"/>
                  <a:gd name="connsiteY43" fmla="*/ 215148 h 304800"/>
                  <a:gd name="connsiteX44" fmla="*/ 248062 w 330497"/>
                  <a:gd name="connsiteY44" fmla="*/ 221623 h 304800"/>
                  <a:gd name="connsiteX45" fmla="*/ 254530 w 330497"/>
                  <a:gd name="connsiteY45" fmla="*/ 248820 h 304800"/>
                  <a:gd name="connsiteX46" fmla="*/ 255823 w 330497"/>
                  <a:gd name="connsiteY46" fmla="*/ 252705 h 304800"/>
                  <a:gd name="connsiteX47" fmla="*/ 257117 w 330497"/>
                  <a:gd name="connsiteY47" fmla="*/ 254000 h 304800"/>
                  <a:gd name="connsiteX48" fmla="*/ 258410 w 330497"/>
                  <a:gd name="connsiteY48" fmla="*/ 252705 h 304800"/>
                  <a:gd name="connsiteX49" fmla="*/ 259704 w 330497"/>
                  <a:gd name="connsiteY49" fmla="*/ 247525 h 304800"/>
                  <a:gd name="connsiteX50" fmla="*/ 267465 w 330497"/>
                  <a:gd name="connsiteY50" fmla="*/ 241049 h 304800"/>
                  <a:gd name="connsiteX51" fmla="*/ 272639 w 330497"/>
                  <a:gd name="connsiteY51" fmla="*/ 242345 h 304800"/>
                  <a:gd name="connsiteX52" fmla="*/ 276520 w 330497"/>
                  <a:gd name="connsiteY52" fmla="*/ 242345 h 304800"/>
                  <a:gd name="connsiteX53" fmla="*/ 273932 w 330497"/>
                  <a:gd name="connsiteY53" fmla="*/ 238459 h 304800"/>
                  <a:gd name="connsiteX54" fmla="*/ 268758 w 330497"/>
                  <a:gd name="connsiteY54" fmla="*/ 233279 h 304800"/>
                  <a:gd name="connsiteX55" fmla="*/ 250649 w 330497"/>
                  <a:gd name="connsiteY55" fmla="*/ 211263 h 304800"/>
                  <a:gd name="connsiteX56" fmla="*/ 246769 w 330497"/>
                  <a:gd name="connsiteY56" fmla="*/ 204787 h 304800"/>
                  <a:gd name="connsiteX57" fmla="*/ 245475 w 330497"/>
                  <a:gd name="connsiteY57" fmla="*/ 204787 h 304800"/>
                  <a:gd name="connsiteX58" fmla="*/ 63501 w 330497"/>
                  <a:gd name="connsiteY58" fmla="*/ 191786 h 304800"/>
                  <a:gd name="connsiteX59" fmla="*/ 38822 w 330497"/>
                  <a:gd name="connsiteY59" fmla="*/ 193074 h 304800"/>
                  <a:gd name="connsiteX60" fmla="*/ 31029 w 330497"/>
                  <a:gd name="connsiteY60" fmla="*/ 198222 h 304800"/>
                  <a:gd name="connsiteX61" fmla="*/ 20638 w 330497"/>
                  <a:gd name="connsiteY61" fmla="*/ 226540 h 304800"/>
                  <a:gd name="connsiteX62" fmla="*/ 28431 w 330497"/>
                  <a:gd name="connsiteY62" fmla="*/ 260006 h 304800"/>
                  <a:gd name="connsiteX63" fmla="*/ 37523 w 330497"/>
                  <a:gd name="connsiteY63" fmla="*/ 271590 h 304800"/>
                  <a:gd name="connsiteX64" fmla="*/ 79087 w 330497"/>
                  <a:gd name="connsiteY64" fmla="*/ 284462 h 304800"/>
                  <a:gd name="connsiteX65" fmla="*/ 82984 w 330497"/>
                  <a:gd name="connsiteY65" fmla="*/ 284462 h 304800"/>
                  <a:gd name="connsiteX66" fmla="*/ 99869 w 330497"/>
                  <a:gd name="connsiteY66" fmla="*/ 275452 h 304800"/>
                  <a:gd name="connsiteX67" fmla="*/ 108961 w 330497"/>
                  <a:gd name="connsiteY67" fmla="*/ 266442 h 304800"/>
                  <a:gd name="connsiteX68" fmla="*/ 119352 w 330497"/>
                  <a:gd name="connsiteY68" fmla="*/ 240699 h 304800"/>
                  <a:gd name="connsiteX69" fmla="*/ 118053 w 330497"/>
                  <a:gd name="connsiteY69" fmla="*/ 230401 h 304800"/>
                  <a:gd name="connsiteX70" fmla="*/ 118053 w 330497"/>
                  <a:gd name="connsiteY70" fmla="*/ 229114 h 304800"/>
                  <a:gd name="connsiteX71" fmla="*/ 115455 w 330497"/>
                  <a:gd name="connsiteY71" fmla="*/ 230401 h 304800"/>
                  <a:gd name="connsiteX72" fmla="*/ 111559 w 330497"/>
                  <a:gd name="connsiteY72" fmla="*/ 235550 h 304800"/>
                  <a:gd name="connsiteX73" fmla="*/ 92076 w 330497"/>
                  <a:gd name="connsiteY73" fmla="*/ 254857 h 304800"/>
                  <a:gd name="connsiteX74" fmla="*/ 69995 w 330497"/>
                  <a:gd name="connsiteY74" fmla="*/ 260006 h 304800"/>
                  <a:gd name="connsiteX75" fmla="*/ 64800 w 330497"/>
                  <a:gd name="connsiteY75" fmla="*/ 260006 h 304800"/>
                  <a:gd name="connsiteX76" fmla="*/ 51811 w 330497"/>
                  <a:gd name="connsiteY76" fmla="*/ 258719 h 304800"/>
                  <a:gd name="connsiteX77" fmla="*/ 40121 w 330497"/>
                  <a:gd name="connsiteY77" fmla="*/ 249709 h 304800"/>
                  <a:gd name="connsiteX78" fmla="*/ 38822 w 330497"/>
                  <a:gd name="connsiteY78" fmla="*/ 248422 h 304800"/>
                  <a:gd name="connsiteX79" fmla="*/ 34926 w 330497"/>
                  <a:gd name="connsiteY79" fmla="*/ 241986 h 304800"/>
                  <a:gd name="connsiteX80" fmla="*/ 40121 w 330497"/>
                  <a:gd name="connsiteY80" fmla="*/ 230401 h 304800"/>
                  <a:gd name="connsiteX81" fmla="*/ 58305 w 330497"/>
                  <a:gd name="connsiteY81" fmla="*/ 214955 h 304800"/>
                  <a:gd name="connsiteX82" fmla="*/ 68696 w 330497"/>
                  <a:gd name="connsiteY82" fmla="*/ 205945 h 304800"/>
                  <a:gd name="connsiteX83" fmla="*/ 69995 w 330497"/>
                  <a:gd name="connsiteY83" fmla="*/ 200797 h 304800"/>
                  <a:gd name="connsiteX84" fmla="*/ 67397 w 330497"/>
                  <a:gd name="connsiteY84" fmla="*/ 194361 h 304800"/>
                  <a:gd name="connsiteX85" fmla="*/ 63501 w 330497"/>
                  <a:gd name="connsiteY85" fmla="*/ 191786 h 304800"/>
                  <a:gd name="connsiteX86" fmla="*/ 231942 w 330497"/>
                  <a:gd name="connsiteY86" fmla="*/ 166687 h 304800"/>
                  <a:gd name="connsiteX87" fmla="*/ 218574 w 330497"/>
                  <a:gd name="connsiteY87" fmla="*/ 177967 h 304800"/>
                  <a:gd name="connsiteX88" fmla="*/ 217237 w 330497"/>
                  <a:gd name="connsiteY88" fmla="*/ 184234 h 304800"/>
                  <a:gd name="connsiteX89" fmla="*/ 221247 w 330497"/>
                  <a:gd name="connsiteY89" fmla="*/ 180474 h 304800"/>
                  <a:gd name="connsiteX90" fmla="*/ 226595 w 330497"/>
                  <a:gd name="connsiteY90" fmla="*/ 180474 h 304800"/>
                  <a:gd name="connsiteX91" fmla="*/ 227932 w 330497"/>
                  <a:gd name="connsiteY91" fmla="*/ 182980 h 304800"/>
                  <a:gd name="connsiteX92" fmla="*/ 230605 w 330497"/>
                  <a:gd name="connsiteY92" fmla="*/ 189247 h 304800"/>
                  <a:gd name="connsiteX93" fmla="*/ 233279 w 330497"/>
                  <a:gd name="connsiteY93" fmla="*/ 189247 h 304800"/>
                  <a:gd name="connsiteX94" fmla="*/ 241300 w 330497"/>
                  <a:gd name="connsiteY94" fmla="*/ 176714 h 304800"/>
                  <a:gd name="connsiteX95" fmla="*/ 233279 w 330497"/>
                  <a:gd name="connsiteY95" fmla="*/ 166687 h 304800"/>
                  <a:gd name="connsiteX96" fmla="*/ 231942 w 330497"/>
                  <a:gd name="connsiteY96" fmla="*/ 166687 h 304800"/>
                  <a:gd name="connsiteX97" fmla="*/ 173526 w 330497"/>
                  <a:gd name="connsiteY97" fmla="*/ 155277 h 304800"/>
                  <a:gd name="connsiteX98" fmla="*/ 160704 w 330497"/>
                  <a:gd name="connsiteY98" fmla="*/ 165596 h 304800"/>
                  <a:gd name="connsiteX99" fmla="*/ 129931 w 330497"/>
                  <a:gd name="connsiteY99" fmla="*/ 183654 h 304800"/>
                  <a:gd name="connsiteX100" fmla="*/ 124802 w 330497"/>
                  <a:gd name="connsiteY100" fmla="*/ 187523 h 304800"/>
                  <a:gd name="connsiteX101" fmla="*/ 123520 w 330497"/>
                  <a:gd name="connsiteY101" fmla="*/ 190103 h 304800"/>
                  <a:gd name="connsiteX102" fmla="*/ 126085 w 330497"/>
                  <a:gd name="connsiteY102" fmla="*/ 193972 h 304800"/>
                  <a:gd name="connsiteX103" fmla="*/ 137625 w 330497"/>
                  <a:gd name="connsiteY103" fmla="*/ 222349 h 304800"/>
                  <a:gd name="connsiteX104" fmla="*/ 138907 w 330497"/>
                  <a:gd name="connsiteY104" fmla="*/ 233958 h 304800"/>
                  <a:gd name="connsiteX105" fmla="*/ 140189 w 330497"/>
                  <a:gd name="connsiteY105" fmla="*/ 236537 h 304800"/>
                  <a:gd name="connsiteX106" fmla="*/ 142753 w 330497"/>
                  <a:gd name="connsiteY106" fmla="*/ 235247 h 304800"/>
                  <a:gd name="connsiteX107" fmla="*/ 149164 w 330497"/>
                  <a:gd name="connsiteY107" fmla="*/ 226218 h 304800"/>
                  <a:gd name="connsiteX108" fmla="*/ 161987 w 330497"/>
                  <a:gd name="connsiteY108" fmla="*/ 212030 h 304800"/>
                  <a:gd name="connsiteX109" fmla="*/ 170962 w 330497"/>
                  <a:gd name="connsiteY109" fmla="*/ 201711 h 304800"/>
                  <a:gd name="connsiteX110" fmla="*/ 178655 w 330497"/>
                  <a:gd name="connsiteY110" fmla="*/ 193972 h 304800"/>
                  <a:gd name="connsiteX111" fmla="*/ 186349 w 330497"/>
                  <a:gd name="connsiteY111" fmla="*/ 186233 h 304800"/>
                  <a:gd name="connsiteX112" fmla="*/ 188913 w 330497"/>
                  <a:gd name="connsiteY112" fmla="*/ 183654 h 304800"/>
                  <a:gd name="connsiteX113" fmla="*/ 187631 w 330497"/>
                  <a:gd name="connsiteY113" fmla="*/ 182364 h 304800"/>
                  <a:gd name="connsiteX114" fmla="*/ 179937 w 330497"/>
                  <a:gd name="connsiteY114" fmla="*/ 159147 h 304800"/>
                  <a:gd name="connsiteX115" fmla="*/ 177373 w 330497"/>
                  <a:gd name="connsiteY115" fmla="*/ 156567 h 304800"/>
                  <a:gd name="connsiteX116" fmla="*/ 173526 w 330497"/>
                  <a:gd name="connsiteY116" fmla="*/ 155277 h 304800"/>
                  <a:gd name="connsiteX117" fmla="*/ 196118 w 330497"/>
                  <a:gd name="connsiteY117" fmla="*/ 139382 h 304800"/>
                  <a:gd name="connsiteX118" fmla="*/ 193431 w 330497"/>
                  <a:gd name="connsiteY118" fmla="*/ 145732 h 304800"/>
                  <a:gd name="connsiteX119" fmla="*/ 204178 w 330497"/>
                  <a:gd name="connsiteY119" fmla="*/ 160972 h 304800"/>
                  <a:gd name="connsiteX120" fmla="*/ 205521 w 330497"/>
                  <a:gd name="connsiteY120" fmla="*/ 163512 h 304800"/>
                  <a:gd name="connsiteX121" fmla="*/ 206864 w 330497"/>
                  <a:gd name="connsiteY121" fmla="*/ 163512 h 304800"/>
                  <a:gd name="connsiteX122" fmla="*/ 209551 w 330497"/>
                  <a:gd name="connsiteY122" fmla="*/ 160972 h 304800"/>
                  <a:gd name="connsiteX123" fmla="*/ 208208 w 330497"/>
                  <a:gd name="connsiteY123" fmla="*/ 157162 h 304800"/>
                  <a:gd name="connsiteX124" fmla="*/ 197461 w 330497"/>
                  <a:gd name="connsiteY124" fmla="*/ 139382 h 304800"/>
                  <a:gd name="connsiteX125" fmla="*/ 196118 w 330497"/>
                  <a:gd name="connsiteY125" fmla="*/ 139382 h 304800"/>
                  <a:gd name="connsiteX126" fmla="*/ 204470 w 330497"/>
                  <a:gd name="connsiteY126" fmla="*/ 131762 h 304800"/>
                  <a:gd name="connsiteX127" fmla="*/ 203200 w 330497"/>
                  <a:gd name="connsiteY127" fmla="*/ 132896 h 304800"/>
                  <a:gd name="connsiteX128" fmla="*/ 207010 w 330497"/>
                  <a:gd name="connsiteY128" fmla="*/ 135164 h 304800"/>
                  <a:gd name="connsiteX129" fmla="*/ 205740 w 330497"/>
                  <a:gd name="connsiteY129" fmla="*/ 131762 h 304800"/>
                  <a:gd name="connsiteX130" fmla="*/ 204470 w 330497"/>
                  <a:gd name="connsiteY130" fmla="*/ 131762 h 304800"/>
                  <a:gd name="connsiteX131" fmla="*/ 138936 w 330497"/>
                  <a:gd name="connsiteY131" fmla="*/ 117474 h 304800"/>
                  <a:gd name="connsiteX132" fmla="*/ 136349 w 330497"/>
                  <a:gd name="connsiteY132" fmla="*/ 118784 h 304800"/>
                  <a:gd name="connsiteX133" fmla="*/ 126001 w 330497"/>
                  <a:gd name="connsiteY133" fmla="*/ 126642 h 304800"/>
                  <a:gd name="connsiteX134" fmla="*/ 60031 w 330497"/>
                  <a:gd name="connsiteY134" fmla="*/ 172481 h 304800"/>
                  <a:gd name="connsiteX135" fmla="*/ 58738 w 330497"/>
                  <a:gd name="connsiteY135" fmla="*/ 173791 h 304800"/>
                  <a:gd name="connsiteX136" fmla="*/ 60031 w 330497"/>
                  <a:gd name="connsiteY136" fmla="*/ 173791 h 304800"/>
                  <a:gd name="connsiteX137" fmla="*/ 63912 w 330497"/>
                  <a:gd name="connsiteY137" fmla="*/ 173791 h 304800"/>
                  <a:gd name="connsiteX138" fmla="*/ 78141 w 330497"/>
                  <a:gd name="connsiteY138" fmla="*/ 182959 h 304800"/>
                  <a:gd name="connsiteX139" fmla="*/ 82021 w 330497"/>
                  <a:gd name="connsiteY139" fmla="*/ 188197 h 304800"/>
                  <a:gd name="connsiteX140" fmla="*/ 94956 w 330497"/>
                  <a:gd name="connsiteY140" fmla="*/ 214391 h 304800"/>
                  <a:gd name="connsiteX141" fmla="*/ 96250 w 330497"/>
                  <a:gd name="connsiteY141" fmla="*/ 222249 h 304800"/>
                  <a:gd name="connsiteX142" fmla="*/ 102718 w 330497"/>
                  <a:gd name="connsiteY142" fmla="*/ 217010 h 304800"/>
                  <a:gd name="connsiteX143" fmla="*/ 109185 w 330497"/>
                  <a:gd name="connsiteY143" fmla="*/ 209152 h 304800"/>
                  <a:gd name="connsiteX144" fmla="*/ 110479 w 330497"/>
                  <a:gd name="connsiteY144" fmla="*/ 205223 h 304800"/>
                  <a:gd name="connsiteX145" fmla="*/ 97544 w 330497"/>
                  <a:gd name="connsiteY145" fmla="*/ 192126 h 304800"/>
                  <a:gd name="connsiteX146" fmla="*/ 96250 w 330497"/>
                  <a:gd name="connsiteY146" fmla="*/ 188197 h 304800"/>
                  <a:gd name="connsiteX147" fmla="*/ 102718 w 330497"/>
                  <a:gd name="connsiteY147" fmla="*/ 180339 h 304800"/>
                  <a:gd name="connsiteX148" fmla="*/ 115653 w 330497"/>
                  <a:gd name="connsiteY148" fmla="*/ 175100 h 304800"/>
                  <a:gd name="connsiteX149" fmla="*/ 124707 w 330497"/>
                  <a:gd name="connsiteY149" fmla="*/ 169862 h 304800"/>
                  <a:gd name="connsiteX150" fmla="*/ 140230 w 330497"/>
                  <a:gd name="connsiteY150" fmla="*/ 160694 h 304800"/>
                  <a:gd name="connsiteX151" fmla="*/ 162219 w 330497"/>
                  <a:gd name="connsiteY151" fmla="*/ 141049 h 304800"/>
                  <a:gd name="connsiteX152" fmla="*/ 163513 w 330497"/>
                  <a:gd name="connsiteY152" fmla="*/ 138429 h 304800"/>
                  <a:gd name="connsiteX153" fmla="*/ 140230 w 330497"/>
                  <a:gd name="connsiteY153" fmla="*/ 118784 h 304800"/>
                  <a:gd name="connsiteX154" fmla="*/ 138936 w 330497"/>
                  <a:gd name="connsiteY154" fmla="*/ 117474 h 304800"/>
                  <a:gd name="connsiteX155" fmla="*/ 219220 w 330497"/>
                  <a:gd name="connsiteY155" fmla="*/ 115887 h 304800"/>
                  <a:gd name="connsiteX156" fmla="*/ 212725 w 330497"/>
                  <a:gd name="connsiteY156" fmla="*/ 122382 h 304800"/>
                  <a:gd name="connsiteX157" fmla="*/ 215323 w 330497"/>
                  <a:gd name="connsiteY157" fmla="*/ 126278 h 304800"/>
                  <a:gd name="connsiteX158" fmla="*/ 220518 w 330497"/>
                  <a:gd name="connsiteY158" fmla="*/ 134071 h 304800"/>
                  <a:gd name="connsiteX159" fmla="*/ 224415 w 330497"/>
                  <a:gd name="connsiteY159" fmla="*/ 143163 h 304800"/>
                  <a:gd name="connsiteX160" fmla="*/ 225714 w 330497"/>
                  <a:gd name="connsiteY160" fmla="*/ 144462 h 304800"/>
                  <a:gd name="connsiteX161" fmla="*/ 227013 w 330497"/>
                  <a:gd name="connsiteY161" fmla="*/ 141865 h 304800"/>
                  <a:gd name="connsiteX162" fmla="*/ 221817 w 330497"/>
                  <a:gd name="connsiteY162" fmla="*/ 117186 h 304800"/>
                  <a:gd name="connsiteX163" fmla="*/ 220518 w 330497"/>
                  <a:gd name="connsiteY163" fmla="*/ 115887 h 304800"/>
                  <a:gd name="connsiteX164" fmla="*/ 219220 w 330497"/>
                  <a:gd name="connsiteY164" fmla="*/ 115887 h 304800"/>
                  <a:gd name="connsiteX165" fmla="*/ 206375 w 330497"/>
                  <a:gd name="connsiteY165" fmla="*/ 96837 h 304800"/>
                  <a:gd name="connsiteX166" fmla="*/ 206375 w 330497"/>
                  <a:gd name="connsiteY166" fmla="*/ 98425 h 304800"/>
                  <a:gd name="connsiteX167" fmla="*/ 207169 w 330497"/>
                  <a:gd name="connsiteY167" fmla="*/ 101600 h 304800"/>
                  <a:gd name="connsiteX168" fmla="*/ 207963 w 330497"/>
                  <a:gd name="connsiteY168" fmla="*/ 101600 h 304800"/>
                  <a:gd name="connsiteX169" fmla="*/ 207963 w 330497"/>
                  <a:gd name="connsiteY169" fmla="*/ 100013 h 304800"/>
                  <a:gd name="connsiteX170" fmla="*/ 207169 w 330497"/>
                  <a:gd name="connsiteY170" fmla="*/ 98425 h 304800"/>
                  <a:gd name="connsiteX171" fmla="*/ 206375 w 330497"/>
                  <a:gd name="connsiteY171" fmla="*/ 96837 h 304800"/>
                  <a:gd name="connsiteX172" fmla="*/ 307146 w 330497"/>
                  <a:gd name="connsiteY172" fmla="*/ 28272 h 304800"/>
                  <a:gd name="connsiteX173" fmla="*/ 303262 w 330497"/>
                  <a:gd name="connsiteY173" fmla="*/ 33413 h 304800"/>
                  <a:gd name="connsiteX174" fmla="*/ 261841 w 330497"/>
                  <a:gd name="connsiteY174" fmla="*/ 74537 h 304800"/>
                  <a:gd name="connsiteX175" fmla="*/ 235952 w 330497"/>
                  <a:gd name="connsiteY175" fmla="*/ 98954 h 304800"/>
                  <a:gd name="connsiteX176" fmla="*/ 234657 w 330497"/>
                  <a:gd name="connsiteY176" fmla="*/ 105380 h 304800"/>
                  <a:gd name="connsiteX177" fmla="*/ 243718 w 330497"/>
                  <a:gd name="connsiteY177" fmla="*/ 133652 h 304800"/>
                  <a:gd name="connsiteX178" fmla="*/ 246307 w 330497"/>
                  <a:gd name="connsiteY178" fmla="*/ 134937 h 304800"/>
                  <a:gd name="connsiteX179" fmla="*/ 250191 w 330497"/>
                  <a:gd name="connsiteY179" fmla="*/ 131082 h 304800"/>
                  <a:gd name="connsiteX180" fmla="*/ 300673 w 330497"/>
                  <a:gd name="connsiteY180" fmla="*/ 97669 h 304800"/>
                  <a:gd name="connsiteX181" fmla="*/ 313618 w 330497"/>
                  <a:gd name="connsiteY181" fmla="*/ 89958 h 304800"/>
                  <a:gd name="connsiteX182" fmla="*/ 317501 w 330497"/>
                  <a:gd name="connsiteY182" fmla="*/ 82247 h 304800"/>
                  <a:gd name="connsiteX183" fmla="*/ 317501 w 330497"/>
                  <a:gd name="connsiteY183" fmla="*/ 74537 h 304800"/>
                  <a:gd name="connsiteX184" fmla="*/ 316207 w 330497"/>
                  <a:gd name="connsiteY184" fmla="*/ 61685 h 304800"/>
                  <a:gd name="connsiteX185" fmla="*/ 311029 w 330497"/>
                  <a:gd name="connsiteY185" fmla="*/ 33413 h 304800"/>
                  <a:gd name="connsiteX186" fmla="*/ 309734 w 330497"/>
                  <a:gd name="connsiteY186" fmla="*/ 28272 h 304800"/>
                  <a:gd name="connsiteX187" fmla="*/ 307146 w 330497"/>
                  <a:gd name="connsiteY187" fmla="*/ 28272 h 304800"/>
                  <a:gd name="connsiteX188" fmla="*/ 228600 w 330497"/>
                  <a:gd name="connsiteY188" fmla="*/ 17173 h 304800"/>
                  <a:gd name="connsiteX189" fmla="*/ 220861 w 330497"/>
                  <a:gd name="connsiteY189" fmla="*/ 22368 h 304800"/>
                  <a:gd name="connsiteX190" fmla="*/ 216991 w 330497"/>
                  <a:gd name="connsiteY190" fmla="*/ 27564 h 304800"/>
                  <a:gd name="connsiteX191" fmla="*/ 211832 w 330497"/>
                  <a:gd name="connsiteY191" fmla="*/ 34058 h 304800"/>
                  <a:gd name="connsiteX192" fmla="*/ 201513 w 330497"/>
                  <a:gd name="connsiteY192" fmla="*/ 50944 h 304800"/>
                  <a:gd name="connsiteX193" fmla="*/ 192484 w 330497"/>
                  <a:gd name="connsiteY193" fmla="*/ 63933 h 304800"/>
                  <a:gd name="connsiteX194" fmla="*/ 188615 w 330497"/>
                  <a:gd name="connsiteY194" fmla="*/ 67829 h 304800"/>
                  <a:gd name="connsiteX195" fmla="*/ 188615 w 330497"/>
                  <a:gd name="connsiteY195" fmla="*/ 70427 h 304800"/>
                  <a:gd name="connsiteX196" fmla="*/ 219571 w 330497"/>
                  <a:gd name="connsiteY196" fmla="*/ 86013 h 304800"/>
                  <a:gd name="connsiteX197" fmla="*/ 223441 w 330497"/>
                  <a:gd name="connsiteY197" fmla="*/ 86013 h 304800"/>
                  <a:gd name="connsiteX198" fmla="*/ 226020 w 330497"/>
                  <a:gd name="connsiteY198" fmla="*/ 84715 h 304800"/>
                  <a:gd name="connsiteX199" fmla="*/ 267295 w 330497"/>
                  <a:gd name="connsiteY199" fmla="*/ 45748 h 304800"/>
                  <a:gd name="connsiteX200" fmla="*/ 268585 w 330497"/>
                  <a:gd name="connsiteY200" fmla="*/ 39254 h 304800"/>
                  <a:gd name="connsiteX201" fmla="*/ 228600 w 330497"/>
                  <a:gd name="connsiteY201" fmla="*/ 17173 h 304800"/>
                  <a:gd name="connsiteX202" fmla="*/ 223344 w 330497"/>
                  <a:gd name="connsiteY202" fmla="*/ 0 h 304800"/>
                  <a:gd name="connsiteX203" fmla="*/ 233672 w 330497"/>
                  <a:gd name="connsiteY203" fmla="*/ 1297 h 304800"/>
                  <a:gd name="connsiteX204" fmla="*/ 246582 w 330497"/>
                  <a:gd name="connsiteY204" fmla="*/ 3891 h 304800"/>
                  <a:gd name="connsiteX205" fmla="*/ 281439 w 330497"/>
                  <a:gd name="connsiteY205" fmla="*/ 27238 h 304800"/>
                  <a:gd name="connsiteX206" fmla="*/ 285312 w 330497"/>
                  <a:gd name="connsiteY206" fmla="*/ 27238 h 304800"/>
                  <a:gd name="connsiteX207" fmla="*/ 300804 w 330497"/>
                  <a:gd name="connsiteY207" fmla="*/ 11673 h 304800"/>
                  <a:gd name="connsiteX208" fmla="*/ 315005 w 330497"/>
                  <a:gd name="connsiteY208" fmla="*/ 12970 h 304800"/>
                  <a:gd name="connsiteX209" fmla="*/ 318878 w 330497"/>
                  <a:gd name="connsiteY209" fmla="*/ 22049 h 304800"/>
                  <a:gd name="connsiteX210" fmla="*/ 329206 w 330497"/>
                  <a:gd name="connsiteY210" fmla="*/ 71336 h 304800"/>
                  <a:gd name="connsiteX211" fmla="*/ 329206 w 330497"/>
                  <a:gd name="connsiteY211" fmla="*/ 75227 h 304800"/>
                  <a:gd name="connsiteX212" fmla="*/ 330497 w 330497"/>
                  <a:gd name="connsiteY212" fmla="*/ 89495 h 304800"/>
                  <a:gd name="connsiteX213" fmla="*/ 327915 w 330497"/>
                  <a:gd name="connsiteY213" fmla="*/ 101168 h 304800"/>
                  <a:gd name="connsiteX214" fmla="*/ 325333 w 330497"/>
                  <a:gd name="connsiteY214" fmla="*/ 103762 h 304800"/>
                  <a:gd name="connsiteX215" fmla="*/ 316296 w 330497"/>
                  <a:gd name="connsiteY215" fmla="*/ 108950 h 304800"/>
                  <a:gd name="connsiteX216" fmla="*/ 305968 w 330497"/>
                  <a:gd name="connsiteY216" fmla="*/ 114138 h 304800"/>
                  <a:gd name="connsiteX217" fmla="*/ 277566 w 330497"/>
                  <a:gd name="connsiteY217" fmla="*/ 127108 h 304800"/>
                  <a:gd name="connsiteX218" fmla="*/ 247873 w 330497"/>
                  <a:gd name="connsiteY218" fmla="*/ 151752 h 304800"/>
                  <a:gd name="connsiteX219" fmla="*/ 246582 w 330497"/>
                  <a:gd name="connsiteY219" fmla="*/ 155643 h 304800"/>
                  <a:gd name="connsiteX220" fmla="*/ 249164 w 330497"/>
                  <a:gd name="connsiteY220" fmla="*/ 158237 h 304800"/>
                  <a:gd name="connsiteX221" fmla="*/ 253037 w 330497"/>
                  <a:gd name="connsiteY221" fmla="*/ 175098 h 304800"/>
                  <a:gd name="connsiteX222" fmla="*/ 251746 w 330497"/>
                  <a:gd name="connsiteY222" fmla="*/ 186771 h 304800"/>
                  <a:gd name="connsiteX223" fmla="*/ 253037 w 330497"/>
                  <a:gd name="connsiteY223" fmla="*/ 197147 h 304800"/>
                  <a:gd name="connsiteX224" fmla="*/ 273693 w 330497"/>
                  <a:gd name="connsiteY224" fmla="*/ 223088 h 304800"/>
                  <a:gd name="connsiteX225" fmla="*/ 293058 w 330497"/>
                  <a:gd name="connsiteY225" fmla="*/ 239949 h 304800"/>
                  <a:gd name="connsiteX226" fmla="*/ 295640 w 330497"/>
                  <a:gd name="connsiteY226" fmla="*/ 242543 h 304800"/>
                  <a:gd name="connsiteX227" fmla="*/ 296931 w 330497"/>
                  <a:gd name="connsiteY227" fmla="*/ 250325 h 304800"/>
                  <a:gd name="connsiteX228" fmla="*/ 293058 w 330497"/>
                  <a:gd name="connsiteY228" fmla="*/ 252919 h 304800"/>
                  <a:gd name="connsiteX229" fmla="*/ 280148 w 330497"/>
                  <a:gd name="connsiteY229" fmla="*/ 254216 h 304800"/>
                  <a:gd name="connsiteX230" fmla="*/ 273693 w 330497"/>
                  <a:gd name="connsiteY230" fmla="*/ 255513 h 304800"/>
                  <a:gd name="connsiteX231" fmla="*/ 274984 w 330497"/>
                  <a:gd name="connsiteY231" fmla="*/ 260702 h 304800"/>
                  <a:gd name="connsiteX232" fmla="*/ 265947 w 330497"/>
                  <a:gd name="connsiteY232" fmla="*/ 268484 h 304800"/>
                  <a:gd name="connsiteX233" fmla="*/ 263365 w 330497"/>
                  <a:gd name="connsiteY233" fmla="*/ 268484 h 304800"/>
                  <a:gd name="connsiteX234" fmla="*/ 262074 w 330497"/>
                  <a:gd name="connsiteY234" fmla="*/ 269781 h 304800"/>
                  <a:gd name="connsiteX235" fmla="*/ 264656 w 330497"/>
                  <a:gd name="connsiteY235" fmla="*/ 273672 h 304800"/>
                  <a:gd name="connsiteX236" fmla="*/ 265947 w 330497"/>
                  <a:gd name="connsiteY236" fmla="*/ 284048 h 304800"/>
                  <a:gd name="connsiteX237" fmla="*/ 255619 w 330497"/>
                  <a:gd name="connsiteY237" fmla="*/ 287939 h 304800"/>
                  <a:gd name="connsiteX238" fmla="*/ 244000 w 330497"/>
                  <a:gd name="connsiteY238" fmla="*/ 281454 h 304800"/>
                  <a:gd name="connsiteX239" fmla="*/ 240127 w 330497"/>
                  <a:gd name="connsiteY239" fmla="*/ 280157 h 304800"/>
                  <a:gd name="connsiteX240" fmla="*/ 238836 w 330497"/>
                  <a:gd name="connsiteY240" fmla="*/ 281454 h 304800"/>
                  <a:gd name="connsiteX241" fmla="*/ 238836 w 330497"/>
                  <a:gd name="connsiteY241" fmla="*/ 284048 h 304800"/>
                  <a:gd name="connsiteX242" fmla="*/ 238836 w 330497"/>
                  <a:gd name="connsiteY242" fmla="*/ 298315 h 304800"/>
                  <a:gd name="connsiteX243" fmla="*/ 232381 w 330497"/>
                  <a:gd name="connsiteY243" fmla="*/ 304800 h 304800"/>
                  <a:gd name="connsiteX244" fmla="*/ 227217 w 330497"/>
                  <a:gd name="connsiteY244" fmla="*/ 304800 h 304800"/>
                  <a:gd name="connsiteX245" fmla="*/ 223344 w 330497"/>
                  <a:gd name="connsiteY245" fmla="*/ 303503 h 304800"/>
                  <a:gd name="connsiteX246" fmla="*/ 211725 w 330497"/>
                  <a:gd name="connsiteY246" fmla="*/ 289236 h 304800"/>
                  <a:gd name="connsiteX247" fmla="*/ 202688 w 330497"/>
                  <a:gd name="connsiteY247" fmla="*/ 263296 h 304800"/>
                  <a:gd name="connsiteX248" fmla="*/ 209143 w 330497"/>
                  <a:gd name="connsiteY248" fmla="*/ 219197 h 304800"/>
                  <a:gd name="connsiteX249" fmla="*/ 210434 w 330497"/>
                  <a:gd name="connsiteY249" fmla="*/ 214009 h 304800"/>
                  <a:gd name="connsiteX250" fmla="*/ 209143 w 330497"/>
                  <a:gd name="connsiteY250" fmla="*/ 208821 h 304800"/>
                  <a:gd name="connsiteX251" fmla="*/ 198815 w 330497"/>
                  <a:gd name="connsiteY251" fmla="*/ 202336 h 304800"/>
                  <a:gd name="connsiteX252" fmla="*/ 193651 w 330497"/>
                  <a:gd name="connsiteY252" fmla="*/ 201039 h 304800"/>
                  <a:gd name="connsiteX253" fmla="*/ 162666 w 330497"/>
                  <a:gd name="connsiteY253" fmla="*/ 230870 h 304800"/>
                  <a:gd name="connsiteX254" fmla="*/ 148465 w 330497"/>
                  <a:gd name="connsiteY254" fmla="*/ 249028 h 304800"/>
                  <a:gd name="connsiteX255" fmla="*/ 127809 w 330497"/>
                  <a:gd name="connsiteY255" fmla="*/ 269781 h 304800"/>
                  <a:gd name="connsiteX256" fmla="*/ 126518 w 330497"/>
                  <a:gd name="connsiteY256" fmla="*/ 272375 h 304800"/>
                  <a:gd name="connsiteX257" fmla="*/ 100698 w 330497"/>
                  <a:gd name="connsiteY257" fmla="*/ 294424 h 304800"/>
                  <a:gd name="connsiteX258" fmla="*/ 96825 w 330497"/>
                  <a:gd name="connsiteY258" fmla="*/ 297018 h 304800"/>
                  <a:gd name="connsiteX259" fmla="*/ 72296 w 330497"/>
                  <a:gd name="connsiteY259" fmla="*/ 303503 h 304800"/>
                  <a:gd name="connsiteX260" fmla="*/ 54222 w 330497"/>
                  <a:gd name="connsiteY260" fmla="*/ 300909 h 304800"/>
                  <a:gd name="connsiteX261" fmla="*/ 45185 w 330497"/>
                  <a:gd name="connsiteY261" fmla="*/ 298315 h 304800"/>
                  <a:gd name="connsiteX262" fmla="*/ 14201 w 330497"/>
                  <a:gd name="connsiteY262" fmla="*/ 273672 h 304800"/>
                  <a:gd name="connsiteX263" fmla="*/ 6455 w 330497"/>
                  <a:gd name="connsiteY263" fmla="*/ 260702 h 304800"/>
                  <a:gd name="connsiteX264" fmla="*/ 0 w 330497"/>
                  <a:gd name="connsiteY264" fmla="*/ 238652 h 304800"/>
                  <a:gd name="connsiteX265" fmla="*/ 0 w 330497"/>
                  <a:gd name="connsiteY265" fmla="*/ 236058 h 304800"/>
                  <a:gd name="connsiteX266" fmla="*/ 5164 w 330497"/>
                  <a:gd name="connsiteY266" fmla="*/ 202336 h 304800"/>
                  <a:gd name="connsiteX267" fmla="*/ 16783 w 330497"/>
                  <a:gd name="connsiteY267" fmla="*/ 188068 h 304800"/>
                  <a:gd name="connsiteX268" fmla="*/ 24529 w 330497"/>
                  <a:gd name="connsiteY268" fmla="*/ 180286 h 304800"/>
                  <a:gd name="connsiteX269" fmla="*/ 29693 w 330497"/>
                  <a:gd name="connsiteY269" fmla="*/ 176395 h 304800"/>
                  <a:gd name="connsiteX270" fmla="*/ 37439 w 330497"/>
                  <a:gd name="connsiteY270" fmla="*/ 172504 h 304800"/>
                  <a:gd name="connsiteX271" fmla="*/ 112317 w 330497"/>
                  <a:gd name="connsiteY271" fmla="*/ 118029 h 304800"/>
                  <a:gd name="connsiteX272" fmla="*/ 138137 w 330497"/>
                  <a:gd name="connsiteY272" fmla="*/ 95980 h 304800"/>
                  <a:gd name="connsiteX273" fmla="*/ 153629 w 330497"/>
                  <a:gd name="connsiteY273" fmla="*/ 81713 h 304800"/>
                  <a:gd name="connsiteX274" fmla="*/ 171703 w 330497"/>
                  <a:gd name="connsiteY274" fmla="*/ 63554 h 304800"/>
                  <a:gd name="connsiteX275" fmla="*/ 182032 w 330497"/>
                  <a:gd name="connsiteY275" fmla="*/ 51881 h 304800"/>
                  <a:gd name="connsiteX276" fmla="*/ 187196 w 330497"/>
                  <a:gd name="connsiteY276" fmla="*/ 44099 h 304800"/>
                  <a:gd name="connsiteX277" fmla="*/ 205270 w 330497"/>
                  <a:gd name="connsiteY277" fmla="*/ 16861 h 304800"/>
                  <a:gd name="connsiteX278" fmla="*/ 209143 w 330497"/>
                  <a:gd name="connsiteY278" fmla="*/ 9079 h 304800"/>
                  <a:gd name="connsiteX279" fmla="*/ 214307 w 330497"/>
                  <a:gd name="connsiteY279" fmla="*/ 2594 h 304800"/>
                  <a:gd name="connsiteX280" fmla="*/ 223344 w 330497"/>
                  <a:gd name="connsiteY280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</a:cxnLst>
                <a:rect l="l" t="t" r="r" b="b"/>
                <a:pathLst>
                  <a:path w="330497" h="304800">
                    <a:moveTo>
                      <a:pt x="75173" y="222249"/>
                    </a:moveTo>
                    <a:cubicBezTo>
                      <a:pt x="68636" y="228423"/>
                      <a:pt x="63407" y="233362"/>
                      <a:pt x="56870" y="239535"/>
                    </a:cubicBezTo>
                    <a:cubicBezTo>
                      <a:pt x="55563" y="239535"/>
                      <a:pt x="55563" y="240770"/>
                      <a:pt x="55563" y="242005"/>
                    </a:cubicBezTo>
                    <a:cubicBezTo>
                      <a:pt x="55563" y="242005"/>
                      <a:pt x="56870" y="243240"/>
                      <a:pt x="58178" y="243240"/>
                    </a:cubicBezTo>
                    <a:cubicBezTo>
                      <a:pt x="60792" y="244474"/>
                      <a:pt x="64714" y="244474"/>
                      <a:pt x="67329" y="244474"/>
                    </a:cubicBezTo>
                    <a:cubicBezTo>
                      <a:pt x="69944" y="244474"/>
                      <a:pt x="71251" y="243240"/>
                      <a:pt x="72559" y="240770"/>
                    </a:cubicBezTo>
                    <a:cubicBezTo>
                      <a:pt x="76481" y="237066"/>
                      <a:pt x="77788" y="232127"/>
                      <a:pt x="77788" y="225953"/>
                    </a:cubicBezTo>
                    <a:cubicBezTo>
                      <a:pt x="77788" y="225953"/>
                      <a:pt x="77788" y="224719"/>
                      <a:pt x="77788" y="223484"/>
                    </a:cubicBezTo>
                    <a:cubicBezTo>
                      <a:pt x="77788" y="223484"/>
                      <a:pt x="76481" y="222249"/>
                      <a:pt x="76481" y="222249"/>
                    </a:cubicBezTo>
                    <a:cubicBezTo>
                      <a:pt x="76481" y="222249"/>
                      <a:pt x="75173" y="222249"/>
                      <a:pt x="75173" y="222249"/>
                    </a:cubicBezTo>
                    <a:close/>
                    <a:moveTo>
                      <a:pt x="226286" y="209549"/>
                    </a:moveTo>
                    <a:cubicBezTo>
                      <a:pt x="223772" y="209549"/>
                      <a:pt x="222515" y="210853"/>
                      <a:pt x="221258" y="213461"/>
                    </a:cubicBezTo>
                    <a:cubicBezTo>
                      <a:pt x="221258" y="214765"/>
                      <a:pt x="221258" y="214765"/>
                      <a:pt x="221258" y="216069"/>
                    </a:cubicBezTo>
                    <a:cubicBezTo>
                      <a:pt x="220002" y="218677"/>
                      <a:pt x="218745" y="221285"/>
                      <a:pt x="220002" y="222589"/>
                    </a:cubicBezTo>
                    <a:cubicBezTo>
                      <a:pt x="220002" y="223893"/>
                      <a:pt x="222515" y="223893"/>
                      <a:pt x="225029" y="223893"/>
                    </a:cubicBezTo>
                    <a:cubicBezTo>
                      <a:pt x="226286" y="225197"/>
                      <a:pt x="227542" y="227805"/>
                      <a:pt x="226286" y="229110"/>
                    </a:cubicBezTo>
                    <a:cubicBezTo>
                      <a:pt x="223772" y="230414"/>
                      <a:pt x="221258" y="231718"/>
                      <a:pt x="218745" y="233022"/>
                    </a:cubicBezTo>
                    <a:cubicBezTo>
                      <a:pt x="217488" y="234326"/>
                      <a:pt x="218745" y="236934"/>
                      <a:pt x="220002" y="236934"/>
                    </a:cubicBezTo>
                    <a:cubicBezTo>
                      <a:pt x="222515" y="236934"/>
                      <a:pt x="226286" y="238238"/>
                      <a:pt x="226286" y="240846"/>
                    </a:cubicBezTo>
                    <a:cubicBezTo>
                      <a:pt x="227542" y="244758"/>
                      <a:pt x="225029" y="246062"/>
                      <a:pt x="222515" y="247366"/>
                    </a:cubicBezTo>
                    <a:cubicBezTo>
                      <a:pt x="220002" y="248670"/>
                      <a:pt x="218745" y="251278"/>
                      <a:pt x="217488" y="252582"/>
                    </a:cubicBezTo>
                    <a:cubicBezTo>
                      <a:pt x="217488" y="252582"/>
                      <a:pt x="217488" y="253886"/>
                      <a:pt x="217488" y="253886"/>
                    </a:cubicBezTo>
                    <a:cubicBezTo>
                      <a:pt x="217488" y="255190"/>
                      <a:pt x="217488" y="255190"/>
                      <a:pt x="218745" y="253886"/>
                    </a:cubicBezTo>
                    <a:cubicBezTo>
                      <a:pt x="220002" y="253886"/>
                      <a:pt x="221258" y="252582"/>
                      <a:pt x="222515" y="252582"/>
                    </a:cubicBezTo>
                    <a:cubicBezTo>
                      <a:pt x="223772" y="252582"/>
                      <a:pt x="225029" y="252582"/>
                      <a:pt x="226286" y="253886"/>
                    </a:cubicBezTo>
                    <a:cubicBezTo>
                      <a:pt x="227542" y="255190"/>
                      <a:pt x="227542" y="257798"/>
                      <a:pt x="226286" y="259102"/>
                    </a:cubicBezTo>
                    <a:cubicBezTo>
                      <a:pt x="225029" y="261710"/>
                      <a:pt x="223772" y="263014"/>
                      <a:pt x="222515" y="265622"/>
                    </a:cubicBezTo>
                    <a:cubicBezTo>
                      <a:pt x="218745" y="268230"/>
                      <a:pt x="218745" y="272142"/>
                      <a:pt x="221258" y="276054"/>
                    </a:cubicBezTo>
                    <a:cubicBezTo>
                      <a:pt x="221258" y="278662"/>
                      <a:pt x="222515" y="279966"/>
                      <a:pt x="223772" y="282574"/>
                    </a:cubicBezTo>
                    <a:cubicBezTo>
                      <a:pt x="223772" y="282574"/>
                      <a:pt x="225029" y="282574"/>
                      <a:pt x="225029" y="282574"/>
                    </a:cubicBezTo>
                    <a:cubicBezTo>
                      <a:pt x="226286" y="277358"/>
                      <a:pt x="228799" y="272142"/>
                      <a:pt x="230056" y="266926"/>
                    </a:cubicBezTo>
                    <a:cubicBezTo>
                      <a:pt x="230056" y="261710"/>
                      <a:pt x="233826" y="260406"/>
                      <a:pt x="237597" y="261710"/>
                    </a:cubicBezTo>
                    <a:cubicBezTo>
                      <a:pt x="238853" y="263014"/>
                      <a:pt x="240110" y="263014"/>
                      <a:pt x="240110" y="264318"/>
                    </a:cubicBezTo>
                    <a:cubicBezTo>
                      <a:pt x="242624" y="265622"/>
                      <a:pt x="243881" y="266926"/>
                      <a:pt x="245137" y="268230"/>
                    </a:cubicBezTo>
                    <a:cubicBezTo>
                      <a:pt x="246394" y="268230"/>
                      <a:pt x="247651" y="268230"/>
                      <a:pt x="247651" y="268230"/>
                    </a:cubicBezTo>
                    <a:cubicBezTo>
                      <a:pt x="247651" y="268230"/>
                      <a:pt x="247651" y="266926"/>
                      <a:pt x="247651" y="266926"/>
                    </a:cubicBezTo>
                    <a:cubicBezTo>
                      <a:pt x="247651" y="265622"/>
                      <a:pt x="247651" y="264318"/>
                      <a:pt x="246394" y="263014"/>
                    </a:cubicBezTo>
                    <a:cubicBezTo>
                      <a:pt x="241367" y="248670"/>
                      <a:pt x="237597" y="234326"/>
                      <a:pt x="236340" y="218677"/>
                    </a:cubicBezTo>
                    <a:cubicBezTo>
                      <a:pt x="236340" y="214765"/>
                      <a:pt x="235083" y="212157"/>
                      <a:pt x="232569" y="209549"/>
                    </a:cubicBezTo>
                    <a:cubicBezTo>
                      <a:pt x="232569" y="209549"/>
                      <a:pt x="231313" y="209549"/>
                      <a:pt x="231313" y="209549"/>
                    </a:cubicBezTo>
                    <a:cubicBezTo>
                      <a:pt x="228799" y="209549"/>
                      <a:pt x="227542" y="209549"/>
                      <a:pt x="226286" y="209549"/>
                    </a:cubicBezTo>
                    <a:close/>
                    <a:moveTo>
                      <a:pt x="245475" y="204787"/>
                    </a:moveTo>
                    <a:cubicBezTo>
                      <a:pt x="245475" y="204787"/>
                      <a:pt x="244182" y="204787"/>
                      <a:pt x="244182" y="206082"/>
                    </a:cubicBezTo>
                    <a:cubicBezTo>
                      <a:pt x="242888" y="208672"/>
                      <a:pt x="244182" y="211263"/>
                      <a:pt x="245475" y="215148"/>
                    </a:cubicBezTo>
                    <a:cubicBezTo>
                      <a:pt x="245475" y="216443"/>
                      <a:pt x="246769" y="219033"/>
                      <a:pt x="248062" y="221623"/>
                    </a:cubicBezTo>
                    <a:cubicBezTo>
                      <a:pt x="248062" y="230689"/>
                      <a:pt x="251943" y="239754"/>
                      <a:pt x="254530" y="248820"/>
                    </a:cubicBezTo>
                    <a:cubicBezTo>
                      <a:pt x="254530" y="250115"/>
                      <a:pt x="254530" y="251410"/>
                      <a:pt x="255823" y="252705"/>
                    </a:cubicBezTo>
                    <a:cubicBezTo>
                      <a:pt x="255823" y="252705"/>
                      <a:pt x="257117" y="254000"/>
                      <a:pt x="257117" y="254000"/>
                    </a:cubicBezTo>
                    <a:cubicBezTo>
                      <a:pt x="257117" y="254000"/>
                      <a:pt x="258410" y="252705"/>
                      <a:pt x="258410" y="252705"/>
                    </a:cubicBezTo>
                    <a:cubicBezTo>
                      <a:pt x="258410" y="250115"/>
                      <a:pt x="258410" y="248820"/>
                      <a:pt x="259704" y="247525"/>
                    </a:cubicBezTo>
                    <a:cubicBezTo>
                      <a:pt x="259704" y="242345"/>
                      <a:pt x="263584" y="241049"/>
                      <a:pt x="267465" y="241049"/>
                    </a:cubicBezTo>
                    <a:cubicBezTo>
                      <a:pt x="268758" y="242345"/>
                      <a:pt x="271345" y="242345"/>
                      <a:pt x="272639" y="242345"/>
                    </a:cubicBezTo>
                    <a:cubicBezTo>
                      <a:pt x="273932" y="242345"/>
                      <a:pt x="275226" y="242345"/>
                      <a:pt x="276520" y="242345"/>
                    </a:cubicBezTo>
                    <a:cubicBezTo>
                      <a:pt x="277813" y="241049"/>
                      <a:pt x="275226" y="239754"/>
                      <a:pt x="273932" y="238459"/>
                    </a:cubicBezTo>
                    <a:cubicBezTo>
                      <a:pt x="272639" y="237164"/>
                      <a:pt x="270052" y="234574"/>
                      <a:pt x="268758" y="233279"/>
                    </a:cubicBezTo>
                    <a:cubicBezTo>
                      <a:pt x="260997" y="226804"/>
                      <a:pt x="255823" y="219033"/>
                      <a:pt x="250649" y="211263"/>
                    </a:cubicBezTo>
                    <a:cubicBezTo>
                      <a:pt x="249356" y="208672"/>
                      <a:pt x="248062" y="207377"/>
                      <a:pt x="246769" y="204787"/>
                    </a:cubicBezTo>
                    <a:cubicBezTo>
                      <a:pt x="246769" y="204787"/>
                      <a:pt x="245475" y="204787"/>
                      <a:pt x="245475" y="204787"/>
                    </a:cubicBezTo>
                    <a:close/>
                    <a:moveTo>
                      <a:pt x="63501" y="191786"/>
                    </a:moveTo>
                    <a:cubicBezTo>
                      <a:pt x="55707" y="190499"/>
                      <a:pt x="47914" y="191786"/>
                      <a:pt x="38822" y="193074"/>
                    </a:cubicBezTo>
                    <a:cubicBezTo>
                      <a:pt x="36224" y="193074"/>
                      <a:pt x="33627" y="195648"/>
                      <a:pt x="31029" y="198222"/>
                    </a:cubicBezTo>
                    <a:cubicBezTo>
                      <a:pt x="21937" y="205945"/>
                      <a:pt x="20638" y="216242"/>
                      <a:pt x="20638" y="226540"/>
                    </a:cubicBezTo>
                    <a:cubicBezTo>
                      <a:pt x="21937" y="238124"/>
                      <a:pt x="24535" y="249709"/>
                      <a:pt x="28431" y="260006"/>
                    </a:cubicBezTo>
                    <a:cubicBezTo>
                      <a:pt x="31029" y="263867"/>
                      <a:pt x="33627" y="267729"/>
                      <a:pt x="37523" y="271590"/>
                    </a:cubicBezTo>
                    <a:cubicBezTo>
                      <a:pt x="49213" y="281888"/>
                      <a:pt x="63501" y="285749"/>
                      <a:pt x="79087" y="284462"/>
                    </a:cubicBezTo>
                    <a:cubicBezTo>
                      <a:pt x="80386" y="284462"/>
                      <a:pt x="81685" y="284462"/>
                      <a:pt x="82984" y="284462"/>
                    </a:cubicBezTo>
                    <a:cubicBezTo>
                      <a:pt x="89478" y="281888"/>
                      <a:pt x="94674" y="278026"/>
                      <a:pt x="99869" y="275452"/>
                    </a:cubicBezTo>
                    <a:cubicBezTo>
                      <a:pt x="103766" y="272878"/>
                      <a:pt x="106363" y="269016"/>
                      <a:pt x="108961" y="266442"/>
                    </a:cubicBezTo>
                    <a:cubicBezTo>
                      <a:pt x="116754" y="260006"/>
                      <a:pt x="120651" y="250996"/>
                      <a:pt x="119352" y="240699"/>
                    </a:cubicBezTo>
                    <a:cubicBezTo>
                      <a:pt x="119352" y="236837"/>
                      <a:pt x="119352" y="234263"/>
                      <a:pt x="118053" y="230401"/>
                    </a:cubicBezTo>
                    <a:cubicBezTo>
                      <a:pt x="118053" y="230401"/>
                      <a:pt x="118053" y="229114"/>
                      <a:pt x="118053" y="229114"/>
                    </a:cubicBezTo>
                    <a:cubicBezTo>
                      <a:pt x="116754" y="229114"/>
                      <a:pt x="115455" y="230401"/>
                      <a:pt x="115455" y="230401"/>
                    </a:cubicBezTo>
                    <a:cubicBezTo>
                      <a:pt x="114157" y="231688"/>
                      <a:pt x="112858" y="234263"/>
                      <a:pt x="111559" y="235550"/>
                    </a:cubicBezTo>
                    <a:cubicBezTo>
                      <a:pt x="106363" y="243273"/>
                      <a:pt x="99869" y="249709"/>
                      <a:pt x="92076" y="254857"/>
                    </a:cubicBezTo>
                    <a:cubicBezTo>
                      <a:pt x="84283" y="258719"/>
                      <a:pt x="77788" y="261293"/>
                      <a:pt x="69995" y="260006"/>
                    </a:cubicBezTo>
                    <a:cubicBezTo>
                      <a:pt x="67397" y="260006"/>
                      <a:pt x="66098" y="260006"/>
                      <a:pt x="64800" y="260006"/>
                    </a:cubicBezTo>
                    <a:cubicBezTo>
                      <a:pt x="60903" y="260006"/>
                      <a:pt x="55707" y="258719"/>
                      <a:pt x="51811" y="258719"/>
                    </a:cubicBezTo>
                    <a:cubicBezTo>
                      <a:pt x="47914" y="256145"/>
                      <a:pt x="44018" y="252283"/>
                      <a:pt x="40121" y="249709"/>
                    </a:cubicBezTo>
                    <a:cubicBezTo>
                      <a:pt x="38822" y="248422"/>
                      <a:pt x="38822" y="248422"/>
                      <a:pt x="38822" y="248422"/>
                    </a:cubicBezTo>
                    <a:cubicBezTo>
                      <a:pt x="36224" y="245847"/>
                      <a:pt x="34926" y="244560"/>
                      <a:pt x="34926" y="241986"/>
                    </a:cubicBezTo>
                    <a:cubicBezTo>
                      <a:pt x="34926" y="236837"/>
                      <a:pt x="36224" y="232976"/>
                      <a:pt x="40121" y="230401"/>
                    </a:cubicBezTo>
                    <a:cubicBezTo>
                      <a:pt x="47914" y="226540"/>
                      <a:pt x="53110" y="220104"/>
                      <a:pt x="58305" y="214955"/>
                    </a:cubicBezTo>
                    <a:cubicBezTo>
                      <a:pt x="62202" y="211094"/>
                      <a:pt x="64800" y="208520"/>
                      <a:pt x="68696" y="205945"/>
                    </a:cubicBezTo>
                    <a:cubicBezTo>
                      <a:pt x="69995" y="203371"/>
                      <a:pt x="71294" y="203371"/>
                      <a:pt x="69995" y="200797"/>
                    </a:cubicBezTo>
                    <a:cubicBezTo>
                      <a:pt x="69995" y="198222"/>
                      <a:pt x="68696" y="196935"/>
                      <a:pt x="67397" y="194361"/>
                    </a:cubicBezTo>
                    <a:cubicBezTo>
                      <a:pt x="67397" y="193074"/>
                      <a:pt x="66098" y="193074"/>
                      <a:pt x="63501" y="191786"/>
                    </a:cubicBezTo>
                    <a:close/>
                    <a:moveTo>
                      <a:pt x="231942" y="166687"/>
                    </a:moveTo>
                    <a:cubicBezTo>
                      <a:pt x="226595" y="170447"/>
                      <a:pt x="222584" y="174207"/>
                      <a:pt x="218574" y="177967"/>
                    </a:cubicBezTo>
                    <a:cubicBezTo>
                      <a:pt x="215900" y="179220"/>
                      <a:pt x="215900" y="181727"/>
                      <a:pt x="217237" y="184234"/>
                    </a:cubicBezTo>
                    <a:cubicBezTo>
                      <a:pt x="218574" y="182980"/>
                      <a:pt x="219910" y="181727"/>
                      <a:pt x="221247" y="180474"/>
                    </a:cubicBezTo>
                    <a:cubicBezTo>
                      <a:pt x="222584" y="179220"/>
                      <a:pt x="226595" y="179220"/>
                      <a:pt x="226595" y="180474"/>
                    </a:cubicBezTo>
                    <a:cubicBezTo>
                      <a:pt x="227932" y="181727"/>
                      <a:pt x="227932" y="182980"/>
                      <a:pt x="227932" y="182980"/>
                    </a:cubicBezTo>
                    <a:cubicBezTo>
                      <a:pt x="229268" y="185487"/>
                      <a:pt x="229268" y="186740"/>
                      <a:pt x="230605" y="189247"/>
                    </a:cubicBezTo>
                    <a:cubicBezTo>
                      <a:pt x="230605" y="190500"/>
                      <a:pt x="231942" y="190500"/>
                      <a:pt x="233279" y="189247"/>
                    </a:cubicBezTo>
                    <a:cubicBezTo>
                      <a:pt x="238626" y="186740"/>
                      <a:pt x="239963" y="181727"/>
                      <a:pt x="241300" y="176714"/>
                    </a:cubicBezTo>
                    <a:cubicBezTo>
                      <a:pt x="241300" y="171701"/>
                      <a:pt x="237290" y="167941"/>
                      <a:pt x="233279" y="166687"/>
                    </a:cubicBezTo>
                    <a:cubicBezTo>
                      <a:pt x="233279" y="166687"/>
                      <a:pt x="231942" y="166687"/>
                      <a:pt x="231942" y="166687"/>
                    </a:cubicBezTo>
                    <a:close/>
                    <a:moveTo>
                      <a:pt x="173526" y="155277"/>
                    </a:moveTo>
                    <a:cubicBezTo>
                      <a:pt x="169680" y="159147"/>
                      <a:pt x="165833" y="161726"/>
                      <a:pt x="160704" y="165596"/>
                    </a:cubicBezTo>
                    <a:cubicBezTo>
                      <a:pt x="151729" y="172045"/>
                      <a:pt x="141471" y="178494"/>
                      <a:pt x="129931" y="183654"/>
                    </a:cubicBezTo>
                    <a:cubicBezTo>
                      <a:pt x="128649" y="184943"/>
                      <a:pt x="126085" y="186233"/>
                      <a:pt x="124802" y="187523"/>
                    </a:cubicBezTo>
                    <a:cubicBezTo>
                      <a:pt x="123520" y="188813"/>
                      <a:pt x="122238" y="188813"/>
                      <a:pt x="123520" y="190103"/>
                    </a:cubicBezTo>
                    <a:cubicBezTo>
                      <a:pt x="124802" y="191393"/>
                      <a:pt x="126085" y="192683"/>
                      <a:pt x="126085" y="193972"/>
                    </a:cubicBezTo>
                    <a:cubicBezTo>
                      <a:pt x="132496" y="203001"/>
                      <a:pt x="137625" y="212030"/>
                      <a:pt x="137625" y="222349"/>
                    </a:cubicBezTo>
                    <a:cubicBezTo>
                      <a:pt x="137625" y="226218"/>
                      <a:pt x="138907" y="230088"/>
                      <a:pt x="138907" y="233958"/>
                    </a:cubicBezTo>
                    <a:cubicBezTo>
                      <a:pt x="138907" y="235247"/>
                      <a:pt x="140189" y="235247"/>
                      <a:pt x="140189" y="236537"/>
                    </a:cubicBezTo>
                    <a:cubicBezTo>
                      <a:pt x="141471" y="235247"/>
                      <a:pt x="141471" y="235247"/>
                      <a:pt x="142753" y="235247"/>
                    </a:cubicBezTo>
                    <a:cubicBezTo>
                      <a:pt x="144036" y="231378"/>
                      <a:pt x="146600" y="228798"/>
                      <a:pt x="149164" y="226218"/>
                    </a:cubicBezTo>
                    <a:cubicBezTo>
                      <a:pt x="153011" y="222349"/>
                      <a:pt x="158140" y="217190"/>
                      <a:pt x="161987" y="212030"/>
                    </a:cubicBezTo>
                    <a:cubicBezTo>
                      <a:pt x="164551" y="208161"/>
                      <a:pt x="168398" y="205581"/>
                      <a:pt x="170962" y="201711"/>
                    </a:cubicBezTo>
                    <a:cubicBezTo>
                      <a:pt x="173526" y="199132"/>
                      <a:pt x="176091" y="196552"/>
                      <a:pt x="178655" y="193972"/>
                    </a:cubicBezTo>
                    <a:cubicBezTo>
                      <a:pt x="181220" y="191393"/>
                      <a:pt x="183784" y="187523"/>
                      <a:pt x="186349" y="186233"/>
                    </a:cubicBezTo>
                    <a:cubicBezTo>
                      <a:pt x="187631" y="186233"/>
                      <a:pt x="187631" y="184943"/>
                      <a:pt x="188913" y="183654"/>
                    </a:cubicBezTo>
                    <a:cubicBezTo>
                      <a:pt x="188913" y="183654"/>
                      <a:pt x="188913" y="182364"/>
                      <a:pt x="187631" y="182364"/>
                    </a:cubicBezTo>
                    <a:cubicBezTo>
                      <a:pt x="185066" y="174625"/>
                      <a:pt x="182502" y="166886"/>
                      <a:pt x="179937" y="159147"/>
                    </a:cubicBezTo>
                    <a:cubicBezTo>
                      <a:pt x="178655" y="157857"/>
                      <a:pt x="178655" y="157857"/>
                      <a:pt x="177373" y="156567"/>
                    </a:cubicBezTo>
                    <a:cubicBezTo>
                      <a:pt x="176091" y="153987"/>
                      <a:pt x="174809" y="153987"/>
                      <a:pt x="173526" y="155277"/>
                    </a:cubicBezTo>
                    <a:close/>
                    <a:moveTo>
                      <a:pt x="196118" y="139382"/>
                    </a:moveTo>
                    <a:cubicBezTo>
                      <a:pt x="192088" y="140652"/>
                      <a:pt x="192088" y="143192"/>
                      <a:pt x="193431" y="145732"/>
                    </a:cubicBezTo>
                    <a:cubicBezTo>
                      <a:pt x="197461" y="150812"/>
                      <a:pt x="200148" y="155892"/>
                      <a:pt x="204178" y="160972"/>
                    </a:cubicBezTo>
                    <a:cubicBezTo>
                      <a:pt x="204178" y="162242"/>
                      <a:pt x="205521" y="163512"/>
                      <a:pt x="205521" y="163512"/>
                    </a:cubicBezTo>
                    <a:cubicBezTo>
                      <a:pt x="205521" y="163512"/>
                      <a:pt x="206864" y="163512"/>
                      <a:pt x="206864" y="163512"/>
                    </a:cubicBezTo>
                    <a:cubicBezTo>
                      <a:pt x="208208" y="162242"/>
                      <a:pt x="208208" y="162242"/>
                      <a:pt x="209551" y="160972"/>
                    </a:cubicBezTo>
                    <a:cubicBezTo>
                      <a:pt x="208208" y="159702"/>
                      <a:pt x="208208" y="158432"/>
                      <a:pt x="208208" y="157162"/>
                    </a:cubicBezTo>
                    <a:cubicBezTo>
                      <a:pt x="206864" y="149542"/>
                      <a:pt x="201491" y="144462"/>
                      <a:pt x="197461" y="139382"/>
                    </a:cubicBezTo>
                    <a:cubicBezTo>
                      <a:pt x="197461" y="138112"/>
                      <a:pt x="196118" y="138112"/>
                      <a:pt x="196118" y="139382"/>
                    </a:cubicBezTo>
                    <a:close/>
                    <a:moveTo>
                      <a:pt x="204470" y="131762"/>
                    </a:moveTo>
                    <a:cubicBezTo>
                      <a:pt x="203200" y="131762"/>
                      <a:pt x="203200" y="132896"/>
                      <a:pt x="203200" y="132896"/>
                    </a:cubicBezTo>
                    <a:cubicBezTo>
                      <a:pt x="204470" y="134030"/>
                      <a:pt x="205740" y="135164"/>
                      <a:pt x="207010" y="135164"/>
                    </a:cubicBezTo>
                    <a:cubicBezTo>
                      <a:pt x="208280" y="134030"/>
                      <a:pt x="207010" y="132896"/>
                      <a:pt x="205740" y="131762"/>
                    </a:cubicBezTo>
                    <a:cubicBezTo>
                      <a:pt x="205740" y="131762"/>
                      <a:pt x="204470" y="131762"/>
                      <a:pt x="204470" y="131762"/>
                    </a:cubicBezTo>
                    <a:close/>
                    <a:moveTo>
                      <a:pt x="138936" y="117474"/>
                    </a:moveTo>
                    <a:cubicBezTo>
                      <a:pt x="137643" y="117474"/>
                      <a:pt x="137643" y="118784"/>
                      <a:pt x="136349" y="118784"/>
                    </a:cubicBezTo>
                    <a:cubicBezTo>
                      <a:pt x="132469" y="121403"/>
                      <a:pt x="129881" y="124023"/>
                      <a:pt x="126001" y="126642"/>
                    </a:cubicBezTo>
                    <a:cubicBezTo>
                      <a:pt x="104011" y="142358"/>
                      <a:pt x="82021" y="156765"/>
                      <a:pt x="60031" y="172481"/>
                    </a:cubicBezTo>
                    <a:cubicBezTo>
                      <a:pt x="60031" y="172481"/>
                      <a:pt x="58738" y="173791"/>
                      <a:pt x="58738" y="173791"/>
                    </a:cubicBezTo>
                    <a:cubicBezTo>
                      <a:pt x="58738" y="173791"/>
                      <a:pt x="60031" y="173791"/>
                      <a:pt x="60031" y="173791"/>
                    </a:cubicBezTo>
                    <a:cubicBezTo>
                      <a:pt x="61325" y="173791"/>
                      <a:pt x="62619" y="173791"/>
                      <a:pt x="63912" y="173791"/>
                    </a:cubicBezTo>
                    <a:cubicBezTo>
                      <a:pt x="70380" y="173791"/>
                      <a:pt x="75554" y="177720"/>
                      <a:pt x="78141" y="182959"/>
                    </a:cubicBezTo>
                    <a:cubicBezTo>
                      <a:pt x="79434" y="184268"/>
                      <a:pt x="80728" y="186888"/>
                      <a:pt x="82021" y="188197"/>
                    </a:cubicBezTo>
                    <a:cubicBezTo>
                      <a:pt x="88489" y="196055"/>
                      <a:pt x="92369" y="205223"/>
                      <a:pt x="94956" y="214391"/>
                    </a:cubicBezTo>
                    <a:cubicBezTo>
                      <a:pt x="94956" y="217010"/>
                      <a:pt x="94956" y="219630"/>
                      <a:pt x="96250" y="222249"/>
                    </a:cubicBezTo>
                    <a:cubicBezTo>
                      <a:pt x="100131" y="222249"/>
                      <a:pt x="101424" y="218320"/>
                      <a:pt x="102718" y="217010"/>
                    </a:cubicBezTo>
                    <a:cubicBezTo>
                      <a:pt x="105305" y="214391"/>
                      <a:pt x="107892" y="211772"/>
                      <a:pt x="109185" y="209152"/>
                    </a:cubicBezTo>
                    <a:cubicBezTo>
                      <a:pt x="111772" y="207843"/>
                      <a:pt x="111772" y="206533"/>
                      <a:pt x="110479" y="205223"/>
                    </a:cubicBezTo>
                    <a:cubicBezTo>
                      <a:pt x="106598" y="199985"/>
                      <a:pt x="102718" y="194746"/>
                      <a:pt x="97544" y="192126"/>
                    </a:cubicBezTo>
                    <a:cubicBezTo>
                      <a:pt x="96250" y="190817"/>
                      <a:pt x="96250" y="189507"/>
                      <a:pt x="96250" y="188197"/>
                    </a:cubicBezTo>
                    <a:cubicBezTo>
                      <a:pt x="97544" y="184268"/>
                      <a:pt x="98837" y="181649"/>
                      <a:pt x="102718" y="180339"/>
                    </a:cubicBezTo>
                    <a:cubicBezTo>
                      <a:pt x="107892" y="179030"/>
                      <a:pt x="111772" y="176410"/>
                      <a:pt x="115653" y="175100"/>
                    </a:cubicBezTo>
                    <a:cubicBezTo>
                      <a:pt x="118240" y="173791"/>
                      <a:pt x="122120" y="172481"/>
                      <a:pt x="124707" y="169862"/>
                    </a:cubicBezTo>
                    <a:cubicBezTo>
                      <a:pt x="129881" y="167242"/>
                      <a:pt x="135056" y="163313"/>
                      <a:pt x="140230" y="160694"/>
                    </a:cubicBezTo>
                    <a:cubicBezTo>
                      <a:pt x="147991" y="154145"/>
                      <a:pt x="155752" y="148907"/>
                      <a:pt x="162219" y="141049"/>
                    </a:cubicBezTo>
                    <a:cubicBezTo>
                      <a:pt x="163513" y="139739"/>
                      <a:pt x="163513" y="139739"/>
                      <a:pt x="163513" y="138429"/>
                    </a:cubicBezTo>
                    <a:cubicBezTo>
                      <a:pt x="155752" y="130571"/>
                      <a:pt x="147991" y="124023"/>
                      <a:pt x="140230" y="118784"/>
                    </a:cubicBezTo>
                    <a:cubicBezTo>
                      <a:pt x="140230" y="117474"/>
                      <a:pt x="138936" y="117474"/>
                      <a:pt x="138936" y="117474"/>
                    </a:cubicBezTo>
                    <a:close/>
                    <a:moveTo>
                      <a:pt x="219220" y="115887"/>
                    </a:moveTo>
                    <a:cubicBezTo>
                      <a:pt x="216622" y="117186"/>
                      <a:pt x="214024" y="118485"/>
                      <a:pt x="212725" y="122382"/>
                    </a:cubicBezTo>
                    <a:cubicBezTo>
                      <a:pt x="212725" y="123680"/>
                      <a:pt x="215323" y="124979"/>
                      <a:pt x="215323" y="126278"/>
                    </a:cubicBezTo>
                    <a:cubicBezTo>
                      <a:pt x="216622" y="128876"/>
                      <a:pt x="219220" y="131474"/>
                      <a:pt x="220518" y="134071"/>
                    </a:cubicBezTo>
                    <a:cubicBezTo>
                      <a:pt x="221817" y="136669"/>
                      <a:pt x="223116" y="140566"/>
                      <a:pt x="224415" y="143163"/>
                    </a:cubicBezTo>
                    <a:cubicBezTo>
                      <a:pt x="224415" y="143163"/>
                      <a:pt x="225714" y="144462"/>
                      <a:pt x="225714" y="144462"/>
                    </a:cubicBezTo>
                    <a:cubicBezTo>
                      <a:pt x="225714" y="143163"/>
                      <a:pt x="225714" y="143163"/>
                      <a:pt x="227013" y="141865"/>
                    </a:cubicBezTo>
                    <a:cubicBezTo>
                      <a:pt x="225714" y="134071"/>
                      <a:pt x="224415" y="124979"/>
                      <a:pt x="221817" y="117186"/>
                    </a:cubicBezTo>
                    <a:cubicBezTo>
                      <a:pt x="220518" y="117186"/>
                      <a:pt x="220518" y="115887"/>
                      <a:pt x="220518" y="115887"/>
                    </a:cubicBezTo>
                    <a:cubicBezTo>
                      <a:pt x="220518" y="115887"/>
                      <a:pt x="219220" y="115887"/>
                      <a:pt x="219220" y="115887"/>
                    </a:cubicBezTo>
                    <a:close/>
                    <a:moveTo>
                      <a:pt x="206375" y="96837"/>
                    </a:moveTo>
                    <a:cubicBezTo>
                      <a:pt x="206375" y="96837"/>
                      <a:pt x="206375" y="98425"/>
                      <a:pt x="206375" y="98425"/>
                    </a:cubicBezTo>
                    <a:cubicBezTo>
                      <a:pt x="206375" y="100013"/>
                      <a:pt x="206375" y="100013"/>
                      <a:pt x="207169" y="101600"/>
                    </a:cubicBezTo>
                    <a:cubicBezTo>
                      <a:pt x="207169" y="101600"/>
                      <a:pt x="207169" y="101600"/>
                      <a:pt x="207963" y="101600"/>
                    </a:cubicBezTo>
                    <a:cubicBezTo>
                      <a:pt x="207963" y="101600"/>
                      <a:pt x="207963" y="101600"/>
                      <a:pt x="207963" y="100013"/>
                    </a:cubicBezTo>
                    <a:cubicBezTo>
                      <a:pt x="207963" y="100013"/>
                      <a:pt x="207963" y="98425"/>
                      <a:pt x="207169" y="98425"/>
                    </a:cubicBezTo>
                    <a:cubicBezTo>
                      <a:pt x="207169" y="96837"/>
                      <a:pt x="207169" y="96837"/>
                      <a:pt x="206375" y="96837"/>
                    </a:cubicBezTo>
                    <a:close/>
                    <a:moveTo>
                      <a:pt x="307146" y="28272"/>
                    </a:moveTo>
                    <a:cubicBezTo>
                      <a:pt x="305851" y="29557"/>
                      <a:pt x="304557" y="30843"/>
                      <a:pt x="303262" y="33413"/>
                    </a:cubicBezTo>
                    <a:cubicBezTo>
                      <a:pt x="290318" y="47549"/>
                      <a:pt x="276079" y="60400"/>
                      <a:pt x="261841" y="74537"/>
                    </a:cubicBezTo>
                    <a:cubicBezTo>
                      <a:pt x="252779" y="82247"/>
                      <a:pt x="245013" y="91243"/>
                      <a:pt x="235952" y="98954"/>
                    </a:cubicBezTo>
                    <a:cubicBezTo>
                      <a:pt x="233363" y="100239"/>
                      <a:pt x="233363" y="102809"/>
                      <a:pt x="234657" y="105380"/>
                    </a:cubicBezTo>
                    <a:cubicBezTo>
                      <a:pt x="238541" y="114375"/>
                      <a:pt x="242424" y="123371"/>
                      <a:pt x="243718" y="133652"/>
                    </a:cubicBezTo>
                    <a:cubicBezTo>
                      <a:pt x="243718" y="134937"/>
                      <a:pt x="245013" y="134937"/>
                      <a:pt x="246307" y="134937"/>
                    </a:cubicBezTo>
                    <a:cubicBezTo>
                      <a:pt x="247602" y="133652"/>
                      <a:pt x="248896" y="132367"/>
                      <a:pt x="250191" y="131082"/>
                    </a:cubicBezTo>
                    <a:cubicBezTo>
                      <a:pt x="264429" y="115660"/>
                      <a:pt x="281257" y="105380"/>
                      <a:pt x="300673" y="97669"/>
                    </a:cubicBezTo>
                    <a:cubicBezTo>
                      <a:pt x="304557" y="95099"/>
                      <a:pt x="308440" y="92528"/>
                      <a:pt x="313618" y="89958"/>
                    </a:cubicBezTo>
                    <a:cubicBezTo>
                      <a:pt x="316207" y="88673"/>
                      <a:pt x="317501" y="86103"/>
                      <a:pt x="317501" y="82247"/>
                    </a:cubicBezTo>
                    <a:cubicBezTo>
                      <a:pt x="317501" y="79677"/>
                      <a:pt x="317501" y="77107"/>
                      <a:pt x="317501" y="74537"/>
                    </a:cubicBezTo>
                    <a:cubicBezTo>
                      <a:pt x="317501" y="70681"/>
                      <a:pt x="317501" y="65541"/>
                      <a:pt x="316207" y="61685"/>
                    </a:cubicBezTo>
                    <a:cubicBezTo>
                      <a:pt x="314912" y="52690"/>
                      <a:pt x="313618" y="42409"/>
                      <a:pt x="311029" y="33413"/>
                    </a:cubicBezTo>
                    <a:cubicBezTo>
                      <a:pt x="311029" y="32128"/>
                      <a:pt x="311029" y="29557"/>
                      <a:pt x="309734" y="28272"/>
                    </a:cubicBezTo>
                    <a:cubicBezTo>
                      <a:pt x="309734" y="26987"/>
                      <a:pt x="308440" y="26987"/>
                      <a:pt x="307146" y="28272"/>
                    </a:cubicBezTo>
                    <a:close/>
                    <a:moveTo>
                      <a:pt x="228600" y="17173"/>
                    </a:moveTo>
                    <a:cubicBezTo>
                      <a:pt x="226020" y="15874"/>
                      <a:pt x="223441" y="18471"/>
                      <a:pt x="220861" y="22368"/>
                    </a:cubicBezTo>
                    <a:cubicBezTo>
                      <a:pt x="220861" y="24966"/>
                      <a:pt x="218281" y="26265"/>
                      <a:pt x="216991" y="27564"/>
                    </a:cubicBezTo>
                    <a:cubicBezTo>
                      <a:pt x="215702" y="30162"/>
                      <a:pt x="214412" y="31461"/>
                      <a:pt x="211832" y="34058"/>
                    </a:cubicBezTo>
                    <a:cubicBezTo>
                      <a:pt x="209252" y="39254"/>
                      <a:pt x="205383" y="45748"/>
                      <a:pt x="201513" y="50944"/>
                    </a:cubicBezTo>
                    <a:cubicBezTo>
                      <a:pt x="198934" y="56139"/>
                      <a:pt x="196354" y="60036"/>
                      <a:pt x="192484" y="63933"/>
                    </a:cubicBezTo>
                    <a:cubicBezTo>
                      <a:pt x="191194" y="65231"/>
                      <a:pt x="189905" y="66530"/>
                      <a:pt x="188615" y="67829"/>
                    </a:cubicBezTo>
                    <a:cubicBezTo>
                      <a:pt x="187325" y="69128"/>
                      <a:pt x="187325" y="70427"/>
                      <a:pt x="188615" y="70427"/>
                    </a:cubicBezTo>
                    <a:cubicBezTo>
                      <a:pt x="200223" y="74324"/>
                      <a:pt x="210542" y="78220"/>
                      <a:pt x="219571" y="86013"/>
                    </a:cubicBezTo>
                    <a:cubicBezTo>
                      <a:pt x="220861" y="87312"/>
                      <a:pt x="222151" y="87312"/>
                      <a:pt x="223441" y="86013"/>
                    </a:cubicBezTo>
                    <a:cubicBezTo>
                      <a:pt x="224730" y="86013"/>
                      <a:pt x="224730" y="86013"/>
                      <a:pt x="226020" y="84715"/>
                    </a:cubicBezTo>
                    <a:cubicBezTo>
                      <a:pt x="238919" y="71726"/>
                      <a:pt x="253107" y="58737"/>
                      <a:pt x="267295" y="45748"/>
                    </a:cubicBezTo>
                    <a:cubicBezTo>
                      <a:pt x="269875" y="43151"/>
                      <a:pt x="269875" y="43151"/>
                      <a:pt x="268585" y="39254"/>
                    </a:cubicBezTo>
                    <a:cubicBezTo>
                      <a:pt x="259556" y="26265"/>
                      <a:pt x="246658" y="19770"/>
                      <a:pt x="228600" y="17173"/>
                    </a:cubicBezTo>
                    <a:close/>
                    <a:moveTo>
                      <a:pt x="223344" y="0"/>
                    </a:moveTo>
                    <a:cubicBezTo>
                      <a:pt x="227217" y="1297"/>
                      <a:pt x="229799" y="1297"/>
                      <a:pt x="233672" y="1297"/>
                    </a:cubicBezTo>
                    <a:cubicBezTo>
                      <a:pt x="237545" y="1297"/>
                      <a:pt x="242709" y="2594"/>
                      <a:pt x="246582" y="3891"/>
                    </a:cubicBezTo>
                    <a:cubicBezTo>
                      <a:pt x="260783" y="9079"/>
                      <a:pt x="272402" y="16861"/>
                      <a:pt x="281439" y="27238"/>
                    </a:cubicBezTo>
                    <a:cubicBezTo>
                      <a:pt x="282730" y="28535"/>
                      <a:pt x="284021" y="28535"/>
                      <a:pt x="285312" y="27238"/>
                    </a:cubicBezTo>
                    <a:cubicBezTo>
                      <a:pt x="290476" y="22049"/>
                      <a:pt x="295640" y="16861"/>
                      <a:pt x="300804" y="11673"/>
                    </a:cubicBezTo>
                    <a:cubicBezTo>
                      <a:pt x="304677" y="7782"/>
                      <a:pt x="311132" y="7782"/>
                      <a:pt x="315005" y="12970"/>
                    </a:cubicBezTo>
                    <a:cubicBezTo>
                      <a:pt x="316296" y="15564"/>
                      <a:pt x="317587" y="18158"/>
                      <a:pt x="318878" y="22049"/>
                    </a:cubicBezTo>
                    <a:cubicBezTo>
                      <a:pt x="324042" y="37614"/>
                      <a:pt x="329206" y="54475"/>
                      <a:pt x="329206" y="71336"/>
                    </a:cubicBezTo>
                    <a:cubicBezTo>
                      <a:pt x="329206" y="72633"/>
                      <a:pt x="329206" y="73930"/>
                      <a:pt x="329206" y="75227"/>
                    </a:cubicBezTo>
                    <a:cubicBezTo>
                      <a:pt x="331788" y="79119"/>
                      <a:pt x="329206" y="84307"/>
                      <a:pt x="330497" y="89495"/>
                    </a:cubicBezTo>
                    <a:cubicBezTo>
                      <a:pt x="330497" y="93386"/>
                      <a:pt x="329206" y="97277"/>
                      <a:pt x="327915" y="101168"/>
                    </a:cubicBezTo>
                    <a:cubicBezTo>
                      <a:pt x="326624" y="102465"/>
                      <a:pt x="326624" y="102465"/>
                      <a:pt x="325333" y="103762"/>
                    </a:cubicBezTo>
                    <a:cubicBezTo>
                      <a:pt x="321460" y="103762"/>
                      <a:pt x="318878" y="107653"/>
                      <a:pt x="316296" y="108950"/>
                    </a:cubicBezTo>
                    <a:cubicBezTo>
                      <a:pt x="312423" y="111544"/>
                      <a:pt x="309841" y="112841"/>
                      <a:pt x="305968" y="114138"/>
                    </a:cubicBezTo>
                    <a:cubicBezTo>
                      <a:pt x="295640" y="116732"/>
                      <a:pt x="286603" y="120623"/>
                      <a:pt x="277566" y="127108"/>
                    </a:cubicBezTo>
                    <a:cubicBezTo>
                      <a:pt x="267238" y="134890"/>
                      <a:pt x="258201" y="143970"/>
                      <a:pt x="247873" y="151752"/>
                    </a:cubicBezTo>
                    <a:cubicBezTo>
                      <a:pt x="246582" y="153049"/>
                      <a:pt x="245291" y="154346"/>
                      <a:pt x="246582" y="155643"/>
                    </a:cubicBezTo>
                    <a:cubicBezTo>
                      <a:pt x="247873" y="156940"/>
                      <a:pt x="247873" y="158237"/>
                      <a:pt x="249164" y="158237"/>
                    </a:cubicBezTo>
                    <a:cubicBezTo>
                      <a:pt x="253037" y="163425"/>
                      <a:pt x="254328" y="169910"/>
                      <a:pt x="253037" y="175098"/>
                    </a:cubicBezTo>
                    <a:cubicBezTo>
                      <a:pt x="253037" y="178989"/>
                      <a:pt x="253037" y="182880"/>
                      <a:pt x="251746" y="186771"/>
                    </a:cubicBezTo>
                    <a:cubicBezTo>
                      <a:pt x="251746" y="190662"/>
                      <a:pt x="251746" y="194553"/>
                      <a:pt x="253037" y="197147"/>
                    </a:cubicBezTo>
                    <a:cubicBezTo>
                      <a:pt x="259492" y="206227"/>
                      <a:pt x="264656" y="215306"/>
                      <a:pt x="273693" y="223088"/>
                    </a:cubicBezTo>
                    <a:cubicBezTo>
                      <a:pt x="278857" y="229573"/>
                      <a:pt x="285312" y="236058"/>
                      <a:pt x="293058" y="239949"/>
                    </a:cubicBezTo>
                    <a:cubicBezTo>
                      <a:pt x="294349" y="241246"/>
                      <a:pt x="295640" y="242543"/>
                      <a:pt x="295640" y="242543"/>
                    </a:cubicBezTo>
                    <a:cubicBezTo>
                      <a:pt x="298222" y="245137"/>
                      <a:pt x="298222" y="247731"/>
                      <a:pt x="296931" y="250325"/>
                    </a:cubicBezTo>
                    <a:cubicBezTo>
                      <a:pt x="296931" y="251622"/>
                      <a:pt x="294349" y="252919"/>
                      <a:pt x="293058" y="252919"/>
                    </a:cubicBezTo>
                    <a:cubicBezTo>
                      <a:pt x="287894" y="252919"/>
                      <a:pt x="284021" y="252919"/>
                      <a:pt x="280148" y="254216"/>
                    </a:cubicBezTo>
                    <a:cubicBezTo>
                      <a:pt x="277566" y="254216"/>
                      <a:pt x="274984" y="252919"/>
                      <a:pt x="273693" y="255513"/>
                    </a:cubicBezTo>
                    <a:cubicBezTo>
                      <a:pt x="273693" y="256810"/>
                      <a:pt x="274984" y="259404"/>
                      <a:pt x="274984" y="260702"/>
                    </a:cubicBezTo>
                    <a:cubicBezTo>
                      <a:pt x="274984" y="265890"/>
                      <a:pt x="272402" y="269781"/>
                      <a:pt x="265947" y="268484"/>
                    </a:cubicBezTo>
                    <a:cubicBezTo>
                      <a:pt x="265947" y="268484"/>
                      <a:pt x="264656" y="268484"/>
                      <a:pt x="263365" y="268484"/>
                    </a:cubicBezTo>
                    <a:cubicBezTo>
                      <a:pt x="263365" y="269781"/>
                      <a:pt x="262074" y="269781"/>
                      <a:pt x="262074" y="269781"/>
                    </a:cubicBezTo>
                    <a:cubicBezTo>
                      <a:pt x="263365" y="271078"/>
                      <a:pt x="264656" y="272375"/>
                      <a:pt x="264656" y="273672"/>
                    </a:cubicBezTo>
                    <a:cubicBezTo>
                      <a:pt x="267238" y="277563"/>
                      <a:pt x="267238" y="280157"/>
                      <a:pt x="265947" y="284048"/>
                    </a:cubicBezTo>
                    <a:cubicBezTo>
                      <a:pt x="263365" y="287939"/>
                      <a:pt x="259492" y="290533"/>
                      <a:pt x="255619" y="287939"/>
                    </a:cubicBezTo>
                    <a:cubicBezTo>
                      <a:pt x="251746" y="286642"/>
                      <a:pt x="247873" y="284048"/>
                      <a:pt x="244000" y="281454"/>
                    </a:cubicBezTo>
                    <a:cubicBezTo>
                      <a:pt x="242709" y="281454"/>
                      <a:pt x="241418" y="280157"/>
                      <a:pt x="240127" y="280157"/>
                    </a:cubicBezTo>
                    <a:cubicBezTo>
                      <a:pt x="240127" y="280157"/>
                      <a:pt x="238836" y="281454"/>
                      <a:pt x="238836" y="281454"/>
                    </a:cubicBezTo>
                    <a:cubicBezTo>
                      <a:pt x="238836" y="282751"/>
                      <a:pt x="238836" y="282751"/>
                      <a:pt x="238836" y="284048"/>
                    </a:cubicBezTo>
                    <a:cubicBezTo>
                      <a:pt x="238836" y="289236"/>
                      <a:pt x="238836" y="293127"/>
                      <a:pt x="238836" y="298315"/>
                    </a:cubicBezTo>
                    <a:cubicBezTo>
                      <a:pt x="238836" y="302206"/>
                      <a:pt x="236254" y="303503"/>
                      <a:pt x="232381" y="304800"/>
                    </a:cubicBezTo>
                    <a:cubicBezTo>
                      <a:pt x="231090" y="304800"/>
                      <a:pt x="228508" y="304800"/>
                      <a:pt x="227217" y="304800"/>
                    </a:cubicBezTo>
                    <a:cubicBezTo>
                      <a:pt x="225926" y="304800"/>
                      <a:pt x="224635" y="304800"/>
                      <a:pt x="223344" y="303503"/>
                    </a:cubicBezTo>
                    <a:cubicBezTo>
                      <a:pt x="219471" y="298315"/>
                      <a:pt x="214307" y="295721"/>
                      <a:pt x="211725" y="289236"/>
                    </a:cubicBezTo>
                    <a:cubicBezTo>
                      <a:pt x="206561" y="281454"/>
                      <a:pt x="202688" y="273672"/>
                      <a:pt x="202688" y="263296"/>
                    </a:cubicBezTo>
                    <a:cubicBezTo>
                      <a:pt x="202688" y="249028"/>
                      <a:pt x="203979" y="233464"/>
                      <a:pt x="209143" y="219197"/>
                    </a:cubicBezTo>
                    <a:cubicBezTo>
                      <a:pt x="209143" y="216603"/>
                      <a:pt x="210434" y="215306"/>
                      <a:pt x="210434" y="214009"/>
                    </a:cubicBezTo>
                    <a:cubicBezTo>
                      <a:pt x="211725" y="211415"/>
                      <a:pt x="210434" y="210118"/>
                      <a:pt x="209143" y="208821"/>
                    </a:cubicBezTo>
                    <a:cubicBezTo>
                      <a:pt x="203979" y="207524"/>
                      <a:pt x="201397" y="206227"/>
                      <a:pt x="198815" y="202336"/>
                    </a:cubicBezTo>
                    <a:cubicBezTo>
                      <a:pt x="197524" y="201039"/>
                      <a:pt x="196233" y="199742"/>
                      <a:pt x="193651" y="201039"/>
                    </a:cubicBezTo>
                    <a:cubicBezTo>
                      <a:pt x="182032" y="210118"/>
                      <a:pt x="171703" y="219197"/>
                      <a:pt x="162666" y="230870"/>
                    </a:cubicBezTo>
                    <a:cubicBezTo>
                      <a:pt x="158793" y="237355"/>
                      <a:pt x="153629" y="243840"/>
                      <a:pt x="148465" y="249028"/>
                    </a:cubicBezTo>
                    <a:cubicBezTo>
                      <a:pt x="140719" y="255513"/>
                      <a:pt x="134264" y="263296"/>
                      <a:pt x="127809" y="269781"/>
                    </a:cubicBezTo>
                    <a:cubicBezTo>
                      <a:pt x="127809" y="271078"/>
                      <a:pt x="126518" y="272375"/>
                      <a:pt x="126518" y="272375"/>
                    </a:cubicBezTo>
                    <a:cubicBezTo>
                      <a:pt x="117481" y="278860"/>
                      <a:pt x="109735" y="287939"/>
                      <a:pt x="100698" y="294424"/>
                    </a:cubicBezTo>
                    <a:cubicBezTo>
                      <a:pt x="99407" y="295721"/>
                      <a:pt x="98116" y="297018"/>
                      <a:pt x="96825" y="297018"/>
                    </a:cubicBezTo>
                    <a:cubicBezTo>
                      <a:pt x="90370" y="302206"/>
                      <a:pt x="81333" y="303503"/>
                      <a:pt x="72296" y="303503"/>
                    </a:cubicBezTo>
                    <a:cubicBezTo>
                      <a:pt x="65841" y="303503"/>
                      <a:pt x="60677" y="302206"/>
                      <a:pt x="54222" y="300909"/>
                    </a:cubicBezTo>
                    <a:cubicBezTo>
                      <a:pt x="50349" y="300909"/>
                      <a:pt x="47767" y="299612"/>
                      <a:pt x="45185" y="298315"/>
                    </a:cubicBezTo>
                    <a:cubicBezTo>
                      <a:pt x="33566" y="291830"/>
                      <a:pt x="23238" y="284048"/>
                      <a:pt x="14201" y="273672"/>
                    </a:cubicBezTo>
                    <a:cubicBezTo>
                      <a:pt x="11619" y="269781"/>
                      <a:pt x="9037" y="265890"/>
                      <a:pt x="6455" y="260702"/>
                    </a:cubicBezTo>
                    <a:cubicBezTo>
                      <a:pt x="3873" y="252919"/>
                      <a:pt x="2582" y="245137"/>
                      <a:pt x="0" y="238652"/>
                    </a:cubicBezTo>
                    <a:cubicBezTo>
                      <a:pt x="0" y="237355"/>
                      <a:pt x="0" y="236058"/>
                      <a:pt x="0" y="236058"/>
                    </a:cubicBezTo>
                    <a:cubicBezTo>
                      <a:pt x="0" y="224385"/>
                      <a:pt x="1291" y="212712"/>
                      <a:pt x="5164" y="202336"/>
                    </a:cubicBezTo>
                    <a:cubicBezTo>
                      <a:pt x="7746" y="197147"/>
                      <a:pt x="11619" y="191959"/>
                      <a:pt x="16783" y="188068"/>
                    </a:cubicBezTo>
                    <a:cubicBezTo>
                      <a:pt x="19365" y="185474"/>
                      <a:pt x="21947" y="182880"/>
                      <a:pt x="24529" y="180286"/>
                    </a:cubicBezTo>
                    <a:cubicBezTo>
                      <a:pt x="25820" y="178989"/>
                      <a:pt x="28402" y="177692"/>
                      <a:pt x="29693" y="176395"/>
                    </a:cubicBezTo>
                    <a:cubicBezTo>
                      <a:pt x="32275" y="175098"/>
                      <a:pt x="34857" y="175098"/>
                      <a:pt x="37439" y="172504"/>
                    </a:cubicBezTo>
                    <a:cubicBezTo>
                      <a:pt x="60677" y="153049"/>
                      <a:pt x="86497" y="134890"/>
                      <a:pt x="112317" y="118029"/>
                    </a:cubicBezTo>
                    <a:cubicBezTo>
                      <a:pt x="121354" y="111544"/>
                      <a:pt x="130391" y="105059"/>
                      <a:pt x="138137" y="95980"/>
                    </a:cubicBezTo>
                    <a:cubicBezTo>
                      <a:pt x="143301" y="90792"/>
                      <a:pt x="148465" y="86901"/>
                      <a:pt x="153629" y="81713"/>
                    </a:cubicBezTo>
                    <a:cubicBezTo>
                      <a:pt x="160084" y="75227"/>
                      <a:pt x="165248" y="70039"/>
                      <a:pt x="171703" y="63554"/>
                    </a:cubicBezTo>
                    <a:cubicBezTo>
                      <a:pt x="175576" y="59663"/>
                      <a:pt x="178158" y="55772"/>
                      <a:pt x="182032" y="51881"/>
                    </a:cubicBezTo>
                    <a:cubicBezTo>
                      <a:pt x="184614" y="49287"/>
                      <a:pt x="185905" y="46693"/>
                      <a:pt x="187196" y="44099"/>
                    </a:cubicBezTo>
                    <a:cubicBezTo>
                      <a:pt x="193651" y="35020"/>
                      <a:pt x="198815" y="25940"/>
                      <a:pt x="205270" y="16861"/>
                    </a:cubicBezTo>
                    <a:cubicBezTo>
                      <a:pt x="206561" y="14267"/>
                      <a:pt x="207852" y="11673"/>
                      <a:pt x="209143" y="9079"/>
                    </a:cubicBezTo>
                    <a:cubicBezTo>
                      <a:pt x="210434" y="6485"/>
                      <a:pt x="211725" y="3891"/>
                      <a:pt x="214307" y="2594"/>
                    </a:cubicBezTo>
                    <a:cubicBezTo>
                      <a:pt x="216889" y="0"/>
                      <a:pt x="219471" y="0"/>
                      <a:pt x="22334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82AEA5-EC48-EDDF-BDA6-EB92B6C4C657}"/>
              </a:ext>
            </a:extLst>
          </p:cNvPr>
          <p:cNvGrpSpPr/>
          <p:nvPr/>
        </p:nvGrpSpPr>
        <p:grpSpPr>
          <a:xfrm>
            <a:off x="6827014" y="1277983"/>
            <a:ext cx="3264037" cy="770775"/>
            <a:chOff x="5436364" y="1277983"/>
            <a:chExt cx="3264037" cy="77077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139931A-E60F-2B41-4662-2BD1645747F9}"/>
                </a:ext>
              </a:extLst>
            </p:cNvPr>
            <p:cNvSpPr/>
            <p:nvPr/>
          </p:nvSpPr>
          <p:spPr>
            <a:xfrm>
              <a:off x="6458427" y="1321738"/>
              <a:ext cx="2241974" cy="47666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缩进格式</a:t>
              </a: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96D7360A-CBAD-E3F4-BC29-92FF506F82EA}"/>
                </a:ext>
              </a:extLst>
            </p:cNvPr>
            <p:cNvGrpSpPr/>
            <p:nvPr/>
          </p:nvGrpSpPr>
          <p:grpSpPr>
            <a:xfrm>
              <a:off x="5436364" y="1277983"/>
              <a:ext cx="770775" cy="770775"/>
              <a:chOff x="5436364" y="1438395"/>
              <a:chExt cx="770775" cy="770775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A34BAE34-1931-FFCB-2464-9A5F2706807F}"/>
                  </a:ext>
                </a:extLst>
              </p:cNvPr>
              <p:cNvSpPr/>
              <p:nvPr/>
            </p:nvSpPr>
            <p:spPr>
              <a:xfrm>
                <a:off x="5436364" y="1438395"/>
                <a:ext cx="770775" cy="770775"/>
              </a:xfrm>
              <a:prstGeom prst="ellipse">
                <a:avLst/>
              </a:prstGeom>
              <a:solidFill>
                <a:srgbClr val="B1B5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4">
                <a:extLst>
                  <a:ext uri="{FF2B5EF4-FFF2-40B4-BE49-F238E27FC236}">
                    <a16:creationId xmlns:a16="http://schemas.microsoft.com/office/drawing/2014/main" id="{44EF99E1-9B06-F73A-E160-1D4476FB58C2}"/>
                  </a:ext>
                </a:extLst>
              </p:cNvPr>
              <p:cNvSpPr/>
              <p:nvPr/>
            </p:nvSpPr>
            <p:spPr>
              <a:xfrm>
                <a:off x="5591593" y="1659081"/>
                <a:ext cx="460318" cy="329404"/>
              </a:xfrm>
              <a:custGeom>
                <a:avLst/>
                <a:gdLst>
                  <a:gd name="connsiteX0" fmla="*/ 71046 w 330544"/>
                  <a:gd name="connsiteY0" fmla="*/ 161925 h 236538"/>
                  <a:gd name="connsiteX1" fmla="*/ 289130 w 330544"/>
                  <a:gd name="connsiteY1" fmla="*/ 161925 h 236538"/>
                  <a:gd name="connsiteX2" fmla="*/ 295620 w 330544"/>
                  <a:gd name="connsiteY2" fmla="*/ 169644 h 236538"/>
                  <a:gd name="connsiteX3" fmla="*/ 289130 w 330544"/>
                  <a:gd name="connsiteY3" fmla="*/ 177362 h 236538"/>
                  <a:gd name="connsiteX4" fmla="*/ 282639 w 330544"/>
                  <a:gd name="connsiteY4" fmla="*/ 177362 h 236538"/>
                  <a:gd name="connsiteX5" fmla="*/ 282639 w 330544"/>
                  <a:gd name="connsiteY5" fmla="*/ 222387 h 236538"/>
                  <a:gd name="connsiteX6" fmla="*/ 289130 w 330544"/>
                  <a:gd name="connsiteY6" fmla="*/ 222387 h 236538"/>
                  <a:gd name="connsiteX7" fmla="*/ 295620 w 330544"/>
                  <a:gd name="connsiteY7" fmla="*/ 230106 h 236538"/>
                  <a:gd name="connsiteX8" fmla="*/ 289130 w 330544"/>
                  <a:gd name="connsiteY8" fmla="*/ 236538 h 236538"/>
                  <a:gd name="connsiteX9" fmla="*/ 71046 w 330544"/>
                  <a:gd name="connsiteY9" fmla="*/ 236538 h 236538"/>
                  <a:gd name="connsiteX10" fmla="*/ 46382 w 330544"/>
                  <a:gd name="connsiteY10" fmla="*/ 213382 h 236538"/>
                  <a:gd name="connsiteX11" fmla="*/ 46382 w 330544"/>
                  <a:gd name="connsiteY11" fmla="*/ 186367 h 236538"/>
                  <a:gd name="connsiteX12" fmla="*/ 71046 w 330544"/>
                  <a:gd name="connsiteY12" fmla="*/ 161925 h 236538"/>
                  <a:gd name="connsiteX13" fmla="*/ 94007 w 330544"/>
                  <a:gd name="connsiteY13" fmla="*/ 104775 h 236538"/>
                  <a:gd name="connsiteX14" fmla="*/ 94007 w 330544"/>
                  <a:gd name="connsiteY14" fmla="*/ 134938 h 236538"/>
                  <a:gd name="connsiteX15" fmla="*/ 304347 w 330544"/>
                  <a:gd name="connsiteY15" fmla="*/ 134938 h 236538"/>
                  <a:gd name="connsiteX16" fmla="*/ 314670 w 330544"/>
                  <a:gd name="connsiteY16" fmla="*/ 123135 h 236538"/>
                  <a:gd name="connsiteX17" fmla="*/ 314670 w 330544"/>
                  <a:gd name="connsiteY17" fmla="*/ 115267 h 236538"/>
                  <a:gd name="connsiteX18" fmla="*/ 304347 w 330544"/>
                  <a:gd name="connsiteY18" fmla="*/ 104775 h 236538"/>
                  <a:gd name="connsiteX19" fmla="*/ 94007 w 330544"/>
                  <a:gd name="connsiteY19" fmla="*/ 104775 h 236538"/>
                  <a:gd name="connsiteX20" fmla="*/ 74808 w 330544"/>
                  <a:gd name="connsiteY20" fmla="*/ 88900 h 236538"/>
                  <a:gd name="connsiteX21" fmla="*/ 304581 w 330544"/>
                  <a:gd name="connsiteY21" fmla="*/ 88900 h 236538"/>
                  <a:gd name="connsiteX22" fmla="*/ 330544 w 330544"/>
                  <a:gd name="connsiteY22" fmla="*/ 114570 h 236538"/>
                  <a:gd name="connsiteX23" fmla="*/ 330544 w 330544"/>
                  <a:gd name="connsiteY23" fmla="*/ 122271 h 236538"/>
                  <a:gd name="connsiteX24" fmla="*/ 304581 w 330544"/>
                  <a:gd name="connsiteY24" fmla="*/ 149225 h 236538"/>
                  <a:gd name="connsiteX25" fmla="*/ 74808 w 330544"/>
                  <a:gd name="connsiteY25" fmla="*/ 149225 h 236538"/>
                  <a:gd name="connsiteX26" fmla="*/ 67019 w 330544"/>
                  <a:gd name="connsiteY26" fmla="*/ 141524 h 236538"/>
                  <a:gd name="connsiteX27" fmla="*/ 74808 w 330544"/>
                  <a:gd name="connsiteY27" fmla="*/ 133823 h 236538"/>
                  <a:gd name="connsiteX28" fmla="*/ 77404 w 330544"/>
                  <a:gd name="connsiteY28" fmla="*/ 133823 h 236538"/>
                  <a:gd name="connsiteX29" fmla="*/ 77404 w 330544"/>
                  <a:gd name="connsiteY29" fmla="*/ 104302 h 236538"/>
                  <a:gd name="connsiteX30" fmla="*/ 74808 w 330544"/>
                  <a:gd name="connsiteY30" fmla="*/ 104302 h 236538"/>
                  <a:gd name="connsiteX31" fmla="*/ 67019 w 330544"/>
                  <a:gd name="connsiteY31" fmla="*/ 96601 h 236538"/>
                  <a:gd name="connsiteX32" fmla="*/ 74808 w 330544"/>
                  <a:gd name="connsiteY32" fmla="*/ 88900 h 236538"/>
                  <a:gd name="connsiteX33" fmla="*/ 25972 w 330544"/>
                  <a:gd name="connsiteY33" fmla="*/ 0 h 236538"/>
                  <a:gd name="connsiteX34" fmla="*/ 308482 w 330544"/>
                  <a:gd name="connsiteY34" fmla="*/ 0 h 236538"/>
                  <a:gd name="connsiteX35" fmla="*/ 316257 w 330544"/>
                  <a:gd name="connsiteY35" fmla="*/ 7758 h 236538"/>
                  <a:gd name="connsiteX36" fmla="*/ 308482 w 330544"/>
                  <a:gd name="connsiteY36" fmla="*/ 15517 h 236538"/>
                  <a:gd name="connsiteX37" fmla="*/ 252757 w 330544"/>
                  <a:gd name="connsiteY37" fmla="*/ 15517 h 236538"/>
                  <a:gd name="connsiteX38" fmla="*/ 252757 w 330544"/>
                  <a:gd name="connsiteY38" fmla="*/ 69825 h 236538"/>
                  <a:gd name="connsiteX39" fmla="*/ 244982 w 330544"/>
                  <a:gd name="connsiteY39" fmla="*/ 76290 h 236538"/>
                  <a:gd name="connsiteX40" fmla="*/ 89472 w 330544"/>
                  <a:gd name="connsiteY40" fmla="*/ 76290 h 236538"/>
                  <a:gd name="connsiteX41" fmla="*/ 81696 w 330544"/>
                  <a:gd name="connsiteY41" fmla="*/ 69825 h 236538"/>
                  <a:gd name="connsiteX42" fmla="*/ 81696 w 330544"/>
                  <a:gd name="connsiteY42" fmla="*/ 15517 h 236538"/>
                  <a:gd name="connsiteX43" fmla="*/ 33747 w 330544"/>
                  <a:gd name="connsiteY43" fmla="*/ 15517 h 236538"/>
                  <a:gd name="connsiteX44" fmla="*/ 33747 w 330544"/>
                  <a:gd name="connsiteY44" fmla="*/ 107323 h 236538"/>
                  <a:gd name="connsiteX45" fmla="*/ 51890 w 330544"/>
                  <a:gd name="connsiteY45" fmla="*/ 134477 h 236538"/>
                  <a:gd name="connsiteX46" fmla="*/ 50594 w 330544"/>
                  <a:gd name="connsiteY46" fmla="*/ 144822 h 236538"/>
                  <a:gd name="connsiteX47" fmla="*/ 40227 w 330544"/>
                  <a:gd name="connsiteY47" fmla="*/ 143529 h 236538"/>
                  <a:gd name="connsiteX48" fmla="*/ 33747 w 330544"/>
                  <a:gd name="connsiteY48" fmla="*/ 134477 h 236538"/>
                  <a:gd name="connsiteX49" fmla="*/ 33747 w 330544"/>
                  <a:gd name="connsiteY49" fmla="*/ 152580 h 236538"/>
                  <a:gd name="connsiteX50" fmla="*/ 25972 w 330544"/>
                  <a:gd name="connsiteY50" fmla="*/ 160338 h 236538"/>
                  <a:gd name="connsiteX51" fmla="*/ 18196 w 330544"/>
                  <a:gd name="connsiteY51" fmla="*/ 152580 h 236538"/>
                  <a:gd name="connsiteX52" fmla="*/ 18196 w 330544"/>
                  <a:gd name="connsiteY52" fmla="*/ 138356 h 236538"/>
                  <a:gd name="connsiteX53" fmla="*/ 14308 w 330544"/>
                  <a:gd name="connsiteY53" fmla="*/ 146115 h 236538"/>
                  <a:gd name="connsiteX54" fmla="*/ 7829 w 330544"/>
                  <a:gd name="connsiteY54" fmla="*/ 149994 h 236538"/>
                  <a:gd name="connsiteX55" fmla="*/ 3941 w 330544"/>
                  <a:gd name="connsiteY55" fmla="*/ 148701 h 236538"/>
                  <a:gd name="connsiteX56" fmla="*/ 1349 w 330544"/>
                  <a:gd name="connsiteY56" fmla="*/ 138356 h 236538"/>
                  <a:gd name="connsiteX57" fmla="*/ 18196 w 330544"/>
                  <a:gd name="connsiteY57" fmla="*/ 107323 h 236538"/>
                  <a:gd name="connsiteX58" fmla="*/ 18196 w 330544"/>
                  <a:gd name="connsiteY58" fmla="*/ 7758 h 236538"/>
                  <a:gd name="connsiteX59" fmla="*/ 25972 w 330544"/>
                  <a:gd name="connsiteY59" fmla="*/ 0 h 23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330544" h="236538">
                    <a:moveTo>
                      <a:pt x="71046" y="161925"/>
                    </a:moveTo>
                    <a:cubicBezTo>
                      <a:pt x="289130" y="161925"/>
                      <a:pt x="289130" y="161925"/>
                      <a:pt x="289130" y="161925"/>
                    </a:cubicBezTo>
                    <a:cubicBezTo>
                      <a:pt x="293024" y="161925"/>
                      <a:pt x="295620" y="165784"/>
                      <a:pt x="295620" y="169644"/>
                    </a:cubicBezTo>
                    <a:cubicBezTo>
                      <a:pt x="295620" y="173503"/>
                      <a:pt x="293024" y="177362"/>
                      <a:pt x="289130" y="177362"/>
                    </a:cubicBezTo>
                    <a:lnTo>
                      <a:pt x="282639" y="177362"/>
                    </a:lnTo>
                    <a:cubicBezTo>
                      <a:pt x="282639" y="222387"/>
                      <a:pt x="282639" y="222387"/>
                      <a:pt x="282639" y="222387"/>
                    </a:cubicBezTo>
                    <a:cubicBezTo>
                      <a:pt x="289130" y="222387"/>
                      <a:pt x="289130" y="222387"/>
                      <a:pt x="289130" y="222387"/>
                    </a:cubicBezTo>
                    <a:cubicBezTo>
                      <a:pt x="293024" y="222387"/>
                      <a:pt x="295620" y="224960"/>
                      <a:pt x="295620" y="230106"/>
                    </a:cubicBezTo>
                    <a:cubicBezTo>
                      <a:pt x="295620" y="233965"/>
                      <a:pt x="293024" y="236538"/>
                      <a:pt x="289130" y="236538"/>
                    </a:cubicBezTo>
                    <a:cubicBezTo>
                      <a:pt x="71046" y="236538"/>
                      <a:pt x="71046" y="236538"/>
                      <a:pt x="71046" y="236538"/>
                    </a:cubicBezTo>
                    <a:cubicBezTo>
                      <a:pt x="56767" y="236538"/>
                      <a:pt x="46382" y="226247"/>
                      <a:pt x="46382" y="213382"/>
                    </a:cubicBezTo>
                    <a:cubicBezTo>
                      <a:pt x="46382" y="186367"/>
                      <a:pt x="46382" y="186367"/>
                      <a:pt x="46382" y="186367"/>
                    </a:cubicBezTo>
                    <a:cubicBezTo>
                      <a:pt x="46382" y="172217"/>
                      <a:pt x="56767" y="161925"/>
                      <a:pt x="71046" y="161925"/>
                    </a:cubicBezTo>
                    <a:close/>
                    <a:moveTo>
                      <a:pt x="94007" y="104775"/>
                    </a:moveTo>
                    <a:cubicBezTo>
                      <a:pt x="94007" y="134938"/>
                      <a:pt x="94007" y="134938"/>
                      <a:pt x="94007" y="134938"/>
                    </a:cubicBezTo>
                    <a:cubicBezTo>
                      <a:pt x="304347" y="134938"/>
                      <a:pt x="304347" y="134938"/>
                      <a:pt x="304347" y="134938"/>
                    </a:cubicBezTo>
                    <a:cubicBezTo>
                      <a:pt x="310799" y="134938"/>
                      <a:pt x="314670" y="129692"/>
                      <a:pt x="314670" y="123135"/>
                    </a:cubicBezTo>
                    <a:lnTo>
                      <a:pt x="314670" y="115267"/>
                    </a:lnTo>
                    <a:cubicBezTo>
                      <a:pt x="314670" y="108709"/>
                      <a:pt x="310799" y="104775"/>
                      <a:pt x="304347" y="104775"/>
                    </a:cubicBezTo>
                    <a:cubicBezTo>
                      <a:pt x="94007" y="104775"/>
                      <a:pt x="94007" y="104775"/>
                      <a:pt x="94007" y="104775"/>
                    </a:cubicBezTo>
                    <a:close/>
                    <a:moveTo>
                      <a:pt x="74808" y="88900"/>
                    </a:moveTo>
                    <a:cubicBezTo>
                      <a:pt x="304581" y="88900"/>
                      <a:pt x="304581" y="88900"/>
                      <a:pt x="304581" y="88900"/>
                    </a:cubicBezTo>
                    <a:cubicBezTo>
                      <a:pt x="318861" y="88900"/>
                      <a:pt x="330544" y="100452"/>
                      <a:pt x="330544" y="114570"/>
                    </a:cubicBezTo>
                    <a:cubicBezTo>
                      <a:pt x="330544" y="122271"/>
                      <a:pt x="330544" y="122271"/>
                      <a:pt x="330544" y="122271"/>
                    </a:cubicBezTo>
                    <a:cubicBezTo>
                      <a:pt x="330544" y="137674"/>
                      <a:pt x="318861" y="149225"/>
                      <a:pt x="304581" y="149225"/>
                    </a:cubicBezTo>
                    <a:cubicBezTo>
                      <a:pt x="74808" y="149225"/>
                      <a:pt x="74808" y="149225"/>
                      <a:pt x="74808" y="149225"/>
                    </a:cubicBezTo>
                    <a:cubicBezTo>
                      <a:pt x="70914" y="149225"/>
                      <a:pt x="67019" y="145375"/>
                      <a:pt x="67019" y="141524"/>
                    </a:cubicBezTo>
                    <a:cubicBezTo>
                      <a:pt x="67019" y="136390"/>
                      <a:pt x="70914" y="133823"/>
                      <a:pt x="74808" y="133823"/>
                    </a:cubicBezTo>
                    <a:cubicBezTo>
                      <a:pt x="77404" y="133823"/>
                      <a:pt x="77404" y="133823"/>
                      <a:pt x="77404" y="133823"/>
                    </a:cubicBezTo>
                    <a:cubicBezTo>
                      <a:pt x="77404" y="104302"/>
                      <a:pt x="77404" y="104302"/>
                      <a:pt x="77404" y="104302"/>
                    </a:cubicBezTo>
                    <a:cubicBezTo>
                      <a:pt x="74808" y="104302"/>
                      <a:pt x="74808" y="104302"/>
                      <a:pt x="74808" y="104302"/>
                    </a:cubicBezTo>
                    <a:cubicBezTo>
                      <a:pt x="70914" y="104302"/>
                      <a:pt x="67019" y="100452"/>
                      <a:pt x="67019" y="96601"/>
                    </a:cubicBezTo>
                    <a:cubicBezTo>
                      <a:pt x="67019" y="92751"/>
                      <a:pt x="70914" y="88900"/>
                      <a:pt x="74808" y="88900"/>
                    </a:cubicBezTo>
                    <a:close/>
                    <a:moveTo>
                      <a:pt x="25972" y="0"/>
                    </a:moveTo>
                    <a:cubicBezTo>
                      <a:pt x="25972" y="0"/>
                      <a:pt x="25972" y="0"/>
                      <a:pt x="308482" y="0"/>
                    </a:cubicBezTo>
                    <a:cubicBezTo>
                      <a:pt x="312369" y="0"/>
                      <a:pt x="316257" y="3879"/>
                      <a:pt x="316257" y="7758"/>
                    </a:cubicBezTo>
                    <a:cubicBezTo>
                      <a:pt x="316257" y="11638"/>
                      <a:pt x="312369" y="15517"/>
                      <a:pt x="308482" y="15517"/>
                    </a:cubicBezTo>
                    <a:cubicBezTo>
                      <a:pt x="308482" y="15517"/>
                      <a:pt x="308482" y="15517"/>
                      <a:pt x="252757" y="15517"/>
                    </a:cubicBezTo>
                    <a:cubicBezTo>
                      <a:pt x="252757" y="15517"/>
                      <a:pt x="252757" y="15517"/>
                      <a:pt x="252757" y="69825"/>
                    </a:cubicBezTo>
                    <a:cubicBezTo>
                      <a:pt x="252757" y="73704"/>
                      <a:pt x="248869" y="76290"/>
                      <a:pt x="244982" y="76290"/>
                    </a:cubicBezTo>
                    <a:cubicBezTo>
                      <a:pt x="244982" y="76290"/>
                      <a:pt x="244982" y="76290"/>
                      <a:pt x="89472" y="76290"/>
                    </a:cubicBezTo>
                    <a:cubicBezTo>
                      <a:pt x="84288" y="76290"/>
                      <a:pt x="81696" y="73704"/>
                      <a:pt x="81696" y="69825"/>
                    </a:cubicBezTo>
                    <a:cubicBezTo>
                      <a:pt x="81696" y="69825"/>
                      <a:pt x="81696" y="69825"/>
                      <a:pt x="81696" y="15517"/>
                    </a:cubicBezTo>
                    <a:cubicBezTo>
                      <a:pt x="81696" y="15517"/>
                      <a:pt x="81696" y="15517"/>
                      <a:pt x="33747" y="15517"/>
                    </a:cubicBezTo>
                    <a:cubicBezTo>
                      <a:pt x="33747" y="15517"/>
                      <a:pt x="33747" y="15517"/>
                      <a:pt x="33747" y="107323"/>
                    </a:cubicBezTo>
                    <a:cubicBezTo>
                      <a:pt x="33747" y="107323"/>
                      <a:pt x="33747" y="107323"/>
                      <a:pt x="51890" y="134477"/>
                    </a:cubicBezTo>
                    <a:cubicBezTo>
                      <a:pt x="54482" y="138356"/>
                      <a:pt x="54482" y="142235"/>
                      <a:pt x="50594" y="144822"/>
                    </a:cubicBezTo>
                    <a:cubicBezTo>
                      <a:pt x="46706" y="147408"/>
                      <a:pt x="42818" y="146115"/>
                      <a:pt x="40227" y="143529"/>
                    </a:cubicBezTo>
                    <a:cubicBezTo>
                      <a:pt x="40227" y="143529"/>
                      <a:pt x="40227" y="143529"/>
                      <a:pt x="33747" y="134477"/>
                    </a:cubicBezTo>
                    <a:cubicBezTo>
                      <a:pt x="33747" y="134477"/>
                      <a:pt x="33747" y="134477"/>
                      <a:pt x="33747" y="152580"/>
                    </a:cubicBezTo>
                    <a:cubicBezTo>
                      <a:pt x="33747" y="157752"/>
                      <a:pt x="29859" y="160338"/>
                      <a:pt x="25972" y="160338"/>
                    </a:cubicBezTo>
                    <a:cubicBezTo>
                      <a:pt x="22084" y="160338"/>
                      <a:pt x="18196" y="157752"/>
                      <a:pt x="18196" y="152580"/>
                    </a:cubicBezTo>
                    <a:cubicBezTo>
                      <a:pt x="18196" y="152580"/>
                      <a:pt x="18196" y="152580"/>
                      <a:pt x="18196" y="138356"/>
                    </a:cubicBezTo>
                    <a:cubicBezTo>
                      <a:pt x="18196" y="138356"/>
                      <a:pt x="18196" y="138356"/>
                      <a:pt x="14308" y="146115"/>
                    </a:cubicBezTo>
                    <a:cubicBezTo>
                      <a:pt x="13012" y="147408"/>
                      <a:pt x="10421" y="149994"/>
                      <a:pt x="7829" y="149994"/>
                    </a:cubicBezTo>
                    <a:cubicBezTo>
                      <a:pt x="6533" y="149994"/>
                      <a:pt x="5237" y="148701"/>
                      <a:pt x="3941" y="148701"/>
                    </a:cubicBezTo>
                    <a:cubicBezTo>
                      <a:pt x="53" y="146115"/>
                      <a:pt x="-1243" y="142235"/>
                      <a:pt x="1349" y="138356"/>
                    </a:cubicBezTo>
                    <a:cubicBezTo>
                      <a:pt x="1349" y="138356"/>
                      <a:pt x="1349" y="138356"/>
                      <a:pt x="18196" y="107323"/>
                    </a:cubicBezTo>
                    <a:cubicBezTo>
                      <a:pt x="18196" y="107323"/>
                      <a:pt x="18196" y="107323"/>
                      <a:pt x="18196" y="7758"/>
                    </a:cubicBezTo>
                    <a:cubicBezTo>
                      <a:pt x="18196" y="3879"/>
                      <a:pt x="22084" y="0"/>
                      <a:pt x="2597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4A7C672D-0FA7-4DA6-4446-8DE3FE639707}"/>
              </a:ext>
            </a:extLst>
          </p:cNvPr>
          <p:cNvSpPr/>
          <p:nvPr/>
        </p:nvSpPr>
        <p:spPr>
          <a:xfrm>
            <a:off x="573420" y="2213248"/>
            <a:ext cx="436433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if(x&gt;=0&amp;&amp;x&lt;=100)</a:t>
            </a:r>
          </a:p>
          <a:p>
            <a:pPr>
              <a:buNone/>
            </a:pP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｛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if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x&gt;=60)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</a:t>
            </a:r>
            <a:r>
              <a:rPr lang="en-US" altLang="zh-CN" sz="2400" dirty="0" err="1">
                <a:latin typeface="黑体" pitchFamily="49" charset="-122"/>
                <a:ea typeface="黑体" pitchFamily="49" charset="-122"/>
              </a:rPr>
              <a:t>printf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成绩合格！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\n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);</a:t>
            </a: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else</a:t>
            </a: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</a:t>
            </a:r>
            <a:r>
              <a:rPr lang="en-US" altLang="zh-CN" sz="2400" dirty="0" err="1">
                <a:latin typeface="黑体" pitchFamily="49" charset="-122"/>
                <a:ea typeface="黑体" pitchFamily="49" charset="-122"/>
              </a:rPr>
              <a:t>printf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成绩不合格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\n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);</a:t>
            </a: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}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else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 err="1">
                <a:latin typeface="黑体" pitchFamily="49" charset="-122"/>
                <a:ea typeface="黑体" pitchFamily="49" charset="-122"/>
              </a:rPr>
              <a:t>printf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输入错误！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\n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)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;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A967FEB-122F-6E69-8797-B84BC0FDB3EC}"/>
              </a:ext>
            </a:extLst>
          </p:cNvPr>
          <p:cNvSpPr/>
          <p:nvPr/>
        </p:nvSpPr>
        <p:spPr>
          <a:xfrm>
            <a:off x="5843868" y="2395056"/>
            <a:ext cx="5929031" cy="267765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if(x&gt;=0&amp;&amp;x&lt;=100)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   if(x&gt;=60)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        </a:t>
            </a:r>
            <a:r>
              <a:rPr lang="en-US" altLang="zh-CN" sz="2400" dirty="0" err="1">
                <a:latin typeface="黑体" pitchFamily="49" charset="-122"/>
                <a:ea typeface="黑体" pitchFamily="49" charset="-122"/>
              </a:rPr>
              <a:t>printf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("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成绩合格！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\n" );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   else</a:t>
            </a: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        </a:t>
            </a:r>
            <a:r>
              <a:rPr lang="en-US" altLang="zh-CN" sz="2400" dirty="0" err="1">
                <a:latin typeface="黑体" pitchFamily="49" charset="-122"/>
                <a:ea typeface="黑体" pitchFamily="49" charset="-122"/>
              </a:rPr>
              <a:t>printf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("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成绩不合格！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\n ");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else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   </a:t>
            </a:r>
            <a:r>
              <a:rPr lang="en-US" altLang="zh-CN" sz="2400" dirty="0" err="1">
                <a:latin typeface="黑体" pitchFamily="49" charset="-122"/>
                <a:ea typeface="黑体" pitchFamily="49" charset="-122"/>
              </a:rPr>
              <a:t>printf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("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输入数据错误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\n ");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1066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0FFBFFB-033A-13AF-5B1B-016EA77E138B}"/>
              </a:ext>
            </a:extLst>
          </p:cNvPr>
          <p:cNvGrpSpPr/>
          <p:nvPr/>
        </p:nvGrpSpPr>
        <p:grpSpPr>
          <a:xfrm>
            <a:off x="569083" y="369186"/>
            <a:ext cx="4898941" cy="584775"/>
            <a:chOff x="569083" y="369186"/>
            <a:chExt cx="4898941" cy="58477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09B9377-14F4-285E-76EF-56C5A05285D7}"/>
                </a:ext>
              </a:extLst>
            </p:cNvPr>
            <p:cNvSpPr txBox="1"/>
            <p:nvPr/>
          </p:nvSpPr>
          <p:spPr>
            <a:xfrm>
              <a:off x="569083" y="430741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A7A8B81-55C6-D2AA-A7B7-040FCB6A6393}"/>
                </a:ext>
              </a:extLst>
            </p:cNvPr>
            <p:cNvSpPr txBox="1"/>
            <p:nvPr/>
          </p:nvSpPr>
          <p:spPr>
            <a:xfrm>
              <a:off x="1301499" y="369186"/>
              <a:ext cx="4166525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分支</a:t>
              </a: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if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结构的嵌套问题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41A79C0-373C-14AE-FF0E-FBA07F41F1FF}"/>
              </a:ext>
            </a:extLst>
          </p:cNvPr>
          <p:cNvGrpSpPr/>
          <p:nvPr/>
        </p:nvGrpSpPr>
        <p:grpSpPr>
          <a:xfrm>
            <a:off x="1341832" y="1277983"/>
            <a:ext cx="3264037" cy="770775"/>
            <a:chOff x="427432" y="1277983"/>
            <a:chExt cx="3264037" cy="770775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74ED075-B4B6-FBA2-D65B-B95CB5973EF9}"/>
                </a:ext>
              </a:extLst>
            </p:cNvPr>
            <p:cNvSpPr/>
            <p:nvPr/>
          </p:nvSpPr>
          <p:spPr>
            <a:xfrm>
              <a:off x="1449495" y="1321738"/>
              <a:ext cx="2241974" cy="47666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配对原则</a:t>
              </a: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DA93CF81-5AA2-8B7D-83B3-1549C91B76F8}"/>
                </a:ext>
              </a:extLst>
            </p:cNvPr>
            <p:cNvGrpSpPr/>
            <p:nvPr/>
          </p:nvGrpSpPr>
          <p:grpSpPr>
            <a:xfrm>
              <a:off x="427432" y="1277983"/>
              <a:ext cx="770775" cy="770775"/>
              <a:chOff x="427432" y="1636357"/>
              <a:chExt cx="770775" cy="770775"/>
            </a:xfrm>
          </p:grpSpPr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8EB325E1-E55C-2AE3-1AE3-E2034B3E7A48}"/>
                  </a:ext>
                </a:extLst>
              </p:cNvPr>
              <p:cNvSpPr/>
              <p:nvPr/>
            </p:nvSpPr>
            <p:spPr>
              <a:xfrm>
                <a:off x="427432" y="1636357"/>
                <a:ext cx="770775" cy="770775"/>
              </a:xfrm>
              <a:prstGeom prst="ellipse">
                <a:avLst/>
              </a:prstGeom>
              <a:solidFill>
                <a:srgbClr val="C8AC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23">
                <a:extLst>
                  <a:ext uri="{FF2B5EF4-FFF2-40B4-BE49-F238E27FC236}">
                    <a16:creationId xmlns:a16="http://schemas.microsoft.com/office/drawing/2014/main" id="{4B9570AD-D7FD-DAE0-C0EF-A7C50955B6EC}"/>
                  </a:ext>
                </a:extLst>
              </p:cNvPr>
              <p:cNvSpPr/>
              <p:nvPr/>
            </p:nvSpPr>
            <p:spPr>
              <a:xfrm>
                <a:off x="582661" y="1809482"/>
                <a:ext cx="460318" cy="424526"/>
              </a:xfrm>
              <a:custGeom>
                <a:avLst/>
                <a:gdLst>
                  <a:gd name="connsiteX0" fmla="*/ 75173 w 330497"/>
                  <a:gd name="connsiteY0" fmla="*/ 222249 h 304800"/>
                  <a:gd name="connsiteX1" fmla="*/ 56870 w 330497"/>
                  <a:gd name="connsiteY1" fmla="*/ 239535 h 304800"/>
                  <a:gd name="connsiteX2" fmla="*/ 55563 w 330497"/>
                  <a:gd name="connsiteY2" fmla="*/ 242005 h 304800"/>
                  <a:gd name="connsiteX3" fmla="*/ 58178 w 330497"/>
                  <a:gd name="connsiteY3" fmla="*/ 243240 h 304800"/>
                  <a:gd name="connsiteX4" fmla="*/ 67329 w 330497"/>
                  <a:gd name="connsiteY4" fmla="*/ 244474 h 304800"/>
                  <a:gd name="connsiteX5" fmla="*/ 72559 w 330497"/>
                  <a:gd name="connsiteY5" fmla="*/ 240770 h 304800"/>
                  <a:gd name="connsiteX6" fmla="*/ 77788 w 330497"/>
                  <a:gd name="connsiteY6" fmla="*/ 225953 h 304800"/>
                  <a:gd name="connsiteX7" fmla="*/ 77788 w 330497"/>
                  <a:gd name="connsiteY7" fmla="*/ 223484 h 304800"/>
                  <a:gd name="connsiteX8" fmla="*/ 76481 w 330497"/>
                  <a:gd name="connsiteY8" fmla="*/ 222249 h 304800"/>
                  <a:gd name="connsiteX9" fmla="*/ 75173 w 330497"/>
                  <a:gd name="connsiteY9" fmla="*/ 222249 h 304800"/>
                  <a:gd name="connsiteX10" fmla="*/ 226286 w 330497"/>
                  <a:gd name="connsiteY10" fmla="*/ 209549 h 304800"/>
                  <a:gd name="connsiteX11" fmla="*/ 221258 w 330497"/>
                  <a:gd name="connsiteY11" fmla="*/ 213461 h 304800"/>
                  <a:gd name="connsiteX12" fmla="*/ 221258 w 330497"/>
                  <a:gd name="connsiteY12" fmla="*/ 216069 h 304800"/>
                  <a:gd name="connsiteX13" fmla="*/ 220002 w 330497"/>
                  <a:gd name="connsiteY13" fmla="*/ 222589 h 304800"/>
                  <a:gd name="connsiteX14" fmla="*/ 225029 w 330497"/>
                  <a:gd name="connsiteY14" fmla="*/ 223893 h 304800"/>
                  <a:gd name="connsiteX15" fmla="*/ 226286 w 330497"/>
                  <a:gd name="connsiteY15" fmla="*/ 229110 h 304800"/>
                  <a:gd name="connsiteX16" fmla="*/ 218745 w 330497"/>
                  <a:gd name="connsiteY16" fmla="*/ 233022 h 304800"/>
                  <a:gd name="connsiteX17" fmla="*/ 220002 w 330497"/>
                  <a:gd name="connsiteY17" fmla="*/ 236934 h 304800"/>
                  <a:gd name="connsiteX18" fmla="*/ 226286 w 330497"/>
                  <a:gd name="connsiteY18" fmla="*/ 240846 h 304800"/>
                  <a:gd name="connsiteX19" fmla="*/ 222515 w 330497"/>
                  <a:gd name="connsiteY19" fmla="*/ 247366 h 304800"/>
                  <a:gd name="connsiteX20" fmla="*/ 217488 w 330497"/>
                  <a:gd name="connsiteY20" fmla="*/ 252582 h 304800"/>
                  <a:gd name="connsiteX21" fmla="*/ 217488 w 330497"/>
                  <a:gd name="connsiteY21" fmla="*/ 253886 h 304800"/>
                  <a:gd name="connsiteX22" fmla="*/ 218745 w 330497"/>
                  <a:gd name="connsiteY22" fmla="*/ 253886 h 304800"/>
                  <a:gd name="connsiteX23" fmla="*/ 222515 w 330497"/>
                  <a:gd name="connsiteY23" fmla="*/ 252582 h 304800"/>
                  <a:gd name="connsiteX24" fmla="*/ 226286 w 330497"/>
                  <a:gd name="connsiteY24" fmla="*/ 253886 h 304800"/>
                  <a:gd name="connsiteX25" fmla="*/ 226286 w 330497"/>
                  <a:gd name="connsiteY25" fmla="*/ 259102 h 304800"/>
                  <a:gd name="connsiteX26" fmla="*/ 222515 w 330497"/>
                  <a:gd name="connsiteY26" fmla="*/ 265622 h 304800"/>
                  <a:gd name="connsiteX27" fmla="*/ 221258 w 330497"/>
                  <a:gd name="connsiteY27" fmla="*/ 276054 h 304800"/>
                  <a:gd name="connsiteX28" fmla="*/ 223772 w 330497"/>
                  <a:gd name="connsiteY28" fmla="*/ 282574 h 304800"/>
                  <a:gd name="connsiteX29" fmla="*/ 225029 w 330497"/>
                  <a:gd name="connsiteY29" fmla="*/ 282574 h 304800"/>
                  <a:gd name="connsiteX30" fmla="*/ 230056 w 330497"/>
                  <a:gd name="connsiteY30" fmla="*/ 266926 h 304800"/>
                  <a:gd name="connsiteX31" fmla="*/ 237597 w 330497"/>
                  <a:gd name="connsiteY31" fmla="*/ 261710 h 304800"/>
                  <a:gd name="connsiteX32" fmla="*/ 240110 w 330497"/>
                  <a:gd name="connsiteY32" fmla="*/ 264318 h 304800"/>
                  <a:gd name="connsiteX33" fmla="*/ 245137 w 330497"/>
                  <a:gd name="connsiteY33" fmla="*/ 268230 h 304800"/>
                  <a:gd name="connsiteX34" fmla="*/ 247651 w 330497"/>
                  <a:gd name="connsiteY34" fmla="*/ 268230 h 304800"/>
                  <a:gd name="connsiteX35" fmla="*/ 247651 w 330497"/>
                  <a:gd name="connsiteY35" fmla="*/ 266926 h 304800"/>
                  <a:gd name="connsiteX36" fmla="*/ 246394 w 330497"/>
                  <a:gd name="connsiteY36" fmla="*/ 263014 h 304800"/>
                  <a:gd name="connsiteX37" fmla="*/ 236340 w 330497"/>
                  <a:gd name="connsiteY37" fmla="*/ 218677 h 304800"/>
                  <a:gd name="connsiteX38" fmla="*/ 232569 w 330497"/>
                  <a:gd name="connsiteY38" fmla="*/ 209549 h 304800"/>
                  <a:gd name="connsiteX39" fmla="*/ 231313 w 330497"/>
                  <a:gd name="connsiteY39" fmla="*/ 209549 h 304800"/>
                  <a:gd name="connsiteX40" fmla="*/ 226286 w 330497"/>
                  <a:gd name="connsiteY40" fmla="*/ 209549 h 304800"/>
                  <a:gd name="connsiteX41" fmla="*/ 245475 w 330497"/>
                  <a:gd name="connsiteY41" fmla="*/ 204787 h 304800"/>
                  <a:gd name="connsiteX42" fmla="*/ 244182 w 330497"/>
                  <a:gd name="connsiteY42" fmla="*/ 206082 h 304800"/>
                  <a:gd name="connsiteX43" fmla="*/ 245475 w 330497"/>
                  <a:gd name="connsiteY43" fmla="*/ 215148 h 304800"/>
                  <a:gd name="connsiteX44" fmla="*/ 248062 w 330497"/>
                  <a:gd name="connsiteY44" fmla="*/ 221623 h 304800"/>
                  <a:gd name="connsiteX45" fmla="*/ 254530 w 330497"/>
                  <a:gd name="connsiteY45" fmla="*/ 248820 h 304800"/>
                  <a:gd name="connsiteX46" fmla="*/ 255823 w 330497"/>
                  <a:gd name="connsiteY46" fmla="*/ 252705 h 304800"/>
                  <a:gd name="connsiteX47" fmla="*/ 257117 w 330497"/>
                  <a:gd name="connsiteY47" fmla="*/ 254000 h 304800"/>
                  <a:gd name="connsiteX48" fmla="*/ 258410 w 330497"/>
                  <a:gd name="connsiteY48" fmla="*/ 252705 h 304800"/>
                  <a:gd name="connsiteX49" fmla="*/ 259704 w 330497"/>
                  <a:gd name="connsiteY49" fmla="*/ 247525 h 304800"/>
                  <a:gd name="connsiteX50" fmla="*/ 267465 w 330497"/>
                  <a:gd name="connsiteY50" fmla="*/ 241049 h 304800"/>
                  <a:gd name="connsiteX51" fmla="*/ 272639 w 330497"/>
                  <a:gd name="connsiteY51" fmla="*/ 242345 h 304800"/>
                  <a:gd name="connsiteX52" fmla="*/ 276520 w 330497"/>
                  <a:gd name="connsiteY52" fmla="*/ 242345 h 304800"/>
                  <a:gd name="connsiteX53" fmla="*/ 273932 w 330497"/>
                  <a:gd name="connsiteY53" fmla="*/ 238459 h 304800"/>
                  <a:gd name="connsiteX54" fmla="*/ 268758 w 330497"/>
                  <a:gd name="connsiteY54" fmla="*/ 233279 h 304800"/>
                  <a:gd name="connsiteX55" fmla="*/ 250649 w 330497"/>
                  <a:gd name="connsiteY55" fmla="*/ 211263 h 304800"/>
                  <a:gd name="connsiteX56" fmla="*/ 246769 w 330497"/>
                  <a:gd name="connsiteY56" fmla="*/ 204787 h 304800"/>
                  <a:gd name="connsiteX57" fmla="*/ 245475 w 330497"/>
                  <a:gd name="connsiteY57" fmla="*/ 204787 h 304800"/>
                  <a:gd name="connsiteX58" fmla="*/ 63501 w 330497"/>
                  <a:gd name="connsiteY58" fmla="*/ 191786 h 304800"/>
                  <a:gd name="connsiteX59" fmla="*/ 38822 w 330497"/>
                  <a:gd name="connsiteY59" fmla="*/ 193074 h 304800"/>
                  <a:gd name="connsiteX60" fmla="*/ 31029 w 330497"/>
                  <a:gd name="connsiteY60" fmla="*/ 198222 h 304800"/>
                  <a:gd name="connsiteX61" fmla="*/ 20638 w 330497"/>
                  <a:gd name="connsiteY61" fmla="*/ 226540 h 304800"/>
                  <a:gd name="connsiteX62" fmla="*/ 28431 w 330497"/>
                  <a:gd name="connsiteY62" fmla="*/ 260006 h 304800"/>
                  <a:gd name="connsiteX63" fmla="*/ 37523 w 330497"/>
                  <a:gd name="connsiteY63" fmla="*/ 271590 h 304800"/>
                  <a:gd name="connsiteX64" fmla="*/ 79087 w 330497"/>
                  <a:gd name="connsiteY64" fmla="*/ 284462 h 304800"/>
                  <a:gd name="connsiteX65" fmla="*/ 82984 w 330497"/>
                  <a:gd name="connsiteY65" fmla="*/ 284462 h 304800"/>
                  <a:gd name="connsiteX66" fmla="*/ 99869 w 330497"/>
                  <a:gd name="connsiteY66" fmla="*/ 275452 h 304800"/>
                  <a:gd name="connsiteX67" fmla="*/ 108961 w 330497"/>
                  <a:gd name="connsiteY67" fmla="*/ 266442 h 304800"/>
                  <a:gd name="connsiteX68" fmla="*/ 119352 w 330497"/>
                  <a:gd name="connsiteY68" fmla="*/ 240699 h 304800"/>
                  <a:gd name="connsiteX69" fmla="*/ 118053 w 330497"/>
                  <a:gd name="connsiteY69" fmla="*/ 230401 h 304800"/>
                  <a:gd name="connsiteX70" fmla="*/ 118053 w 330497"/>
                  <a:gd name="connsiteY70" fmla="*/ 229114 h 304800"/>
                  <a:gd name="connsiteX71" fmla="*/ 115455 w 330497"/>
                  <a:gd name="connsiteY71" fmla="*/ 230401 h 304800"/>
                  <a:gd name="connsiteX72" fmla="*/ 111559 w 330497"/>
                  <a:gd name="connsiteY72" fmla="*/ 235550 h 304800"/>
                  <a:gd name="connsiteX73" fmla="*/ 92076 w 330497"/>
                  <a:gd name="connsiteY73" fmla="*/ 254857 h 304800"/>
                  <a:gd name="connsiteX74" fmla="*/ 69995 w 330497"/>
                  <a:gd name="connsiteY74" fmla="*/ 260006 h 304800"/>
                  <a:gd name="connsiteX75" fmla="*/ 64800 w 330497"/>
                  <a:gd name="connsiteY75" fmla="*/ 260006 h 304800"/>
                  <a:gd name="connsiteX76" fmla="*/ 51811 w 330497"/>
                  <a:gd name="connsiteY76" fmla="*/ 258719 h 304800"/>
                  <a:gd name="connsiteX77" fmla="*/ 40121 w 330497"/>
                  <a:gd name="connsiteY77" fmla="*/ 249709 h 304800"/>
                  <a:gd name="connsiteX78" fmla="*/ 38822 w 330497"/>
                  <a:gd name="connsiteY78" fmla="*/ 248422 h 304800"/>
                  <a:gd name="connsiteX79" fmla="*/ 34926 w 330497"/>
                  <a:gd name="connsiteY79" fmla="*/ 241986 h 304800"/>
                  <a:gd name="connsiteX80" fmla="*/ 40121 w 330497"/>
                  <a:gd name="connsiteY80" fmla="*/ 230401 h 304800"/>
                  <a:gd name="connsiteX81" fmla="*/ 58305 w 330497"/>
                  <a:gd name="connsiteY81" fmla="*/ 214955 h 304800"/>
                  <a:gd name="connsiteX82" fmla="*/ 68696 w 330497"/>
                  <a:gd name="connsiteY82" fmla="*/ 205945 h 304800"/>
                  <a:gd name="connsiteX83" fmla="*/ 69995 w 330497"/>
                  <a:gd name="connsiteY83" fmla="*/ 200797 h 304800"/>
                  <a:gd name="connsiteX84" fmla="*/ 67397 w 330497"/>
                  <a:gd name="connsiteY84" fmla="*/ 194361 h 304800"/>
                  <a:gd name="connsiteX85" fmla="*/ 63501 w 330497"/>
                  <a:gd name="connsiteY85" fmla="*/ 191786 h 304800"/>
                  <a:gd name="connsiteX86" fmla="*/ 231942 w 330497"/>
                  <a:gd name="connsiteY86" fmla="*/ 166687 h 304800"/>
                  <a:gd name="connsiteX87" fmla="*/ 218574 w 330497"/>
                  <a:gd name="connsiteY87" fmla="*/ 177967 h 304800"/>
                  <a:gd name="connsiteX88" fmla="*/ 217237 w 330497"/>
                  <a:gd name="connsiteY88" fmla="*/ 184234 h 304800"/>
                  <a:gd name="connsiteX89" fmla="*/ 221247 w 330497"/>
                  <a:gd name="connsiteY89" fmla="*/ 180474 h 304800"/>
                  <a:gd name="connsiteX90" fmla="*/ 226595 w 330497"/>
                  <a:gd name="connsiteY90" fmla="*/ 180474 h 304800"/>
                  <a:gd name="connsiteX91" fmla="*/ 227932 w 330497"/>
                  <a:gd name="connsiteY91" fmla="*/ 182980 h 304800"/>
                  <a:gd name="connsiteX92" fmla="*/ 230605 w 330497"/>
                  <a:gd name="connsiteY92" fmla="*/ 189247 h 304800"/>
                  <a:gd name="connsiteX93" fmla="*/ 233279 w 330497"/>
                  <a:gd name="connsiteY93" fmla="*/ 189247 h 304800"/>
                  <a:gd name="connsiteX94" fmla="*/ 241300 w 330497"/>
                  <a:gd name="connsiteY94" fmla="*/ 176714 h 304800"/>
                  <a:gd name="connsiteX95" fmla="*/ 233279 w 330497"/>
                  <a:gd name="connsiteY95" fmla="*/ 166687 h 304800"/>
                  <a:gd name="connsiteX96" fmla="*/ 231942 w 330497"/>
                  <a:gd name="connsiteY96" fmla="*/ 166687 h 304800"/>
                  <a:gd name="connsiteX97" fmla="*/ 173526 w 330497"/>
                  <a:gd name="connsiteY97" fmla="*/ 155277 h 304800"/>
                  <a:gd name="connsiteX98" fmla="*/ 160704 w 330497"/>
                  <a:gd name="connsiteY98" fmla="*/ 165596 h 304800"/>
                  <a:gd name="connsiteX99" fmla="*/ 129931 w 330497"/>
                  <a:gd name="connsiteY99" fmla="*/ 183654 h 304800"/>
                  <a:gd name="connsiteX100" fmla="*/ 124802 w 330497"/>
                  <a:gd name="connsiteY100" fmla="*/ 187523 h 304800"/>
                  <a:gd name="connsiteX101" fmla="*/ 123520 w 330497"/>
                  <a:gd name="connsiteY101" fmla="*/ 190103 h 304800"/>
                  <a:gd name="connsiteX102" fmla="*/ 126085 w 330497"/>
                  <a:gd name="connsiteY102" fmla="*/ 193972 h 304800"/>
                  <a:gd name="connsiteX103" fmla="*/ 137625 w 330497"/>
                  <a:gd name="connsiteY103" fmla="*/ 222349 h 304800"/>
                  <a:gd name="connsiteX104" fmla="*/ 138907 w 330497"/>
                  <a:gd name="connsiteY104" fmla="*/ 233958 h 304800"/>
                  <a:gd name="connsiteX105" fmla="*/ 140189 w 330497"/>
                  <a:gd name="connsiteY105" fmla="*/ 236537 h 304800"/>
                  <a:gd name="connsiteX106" fmla="*/ 142753 w 330497"/>
                  <a:gd name="connsiteY106" fmla="*/ 235247 h 304800"/>
                  <a:gd name="connsiteX107" fmla="*/ 149164 w 330497"/>
                  <a:gd name="connsiteY107" fmla="*/ 226218 h 304800"/>
                  <a:gd name="connsiteX108" fmla="*/ 161987 w 330497"/>
                  <a:gd name="connsiteY108" fmla="*/ 212030 h 304800"/>
                  <a:gd name="connsiteX109" fmla="*/ 170962 w 330497"/>
                  <a:gd name="connsiteY109" fmla="*/ 201711 h 304800"/>
                  <a:gd name="connsiteX110" fmla="*/ 178655 w 330497"/>
                  <a:gd name="connsiteY110" fmla="*/ 193972 h 304800"/>
                  <a:gd name="connsiteX111" fmla="*/ 186349 w 330497"/>
                  <a:gd name="connsiteY111" fmla="*/ 186233 h 304800"/>
                  <a:gd name="connsiteX112" fmla="*/ 188913 w 330497"/>
                  <a:gd name="connsiteY112" fmla="*/ 183654 h 304800"/>
                  <a:gd name="connsiteX113" fmla="*/ 187631 w 330497"/>
                  <a:gd name="connsiteY113" fmla="*/ 182364 h 304800"/>
                  <a:gd name="connsiteX114" fmla="*/ 179937 w 330497"/>
                  <a:gd name="connsiteY114" fmla="*/ 159147 h 304800"/>
                  <a:gd name="connsiteX115" fmla="*/ 177373 w 330497"/>
                  <a:gd name="connsiteY115" fmla="*/ 156567 h 304800"/>
                  <a:gd name="connsiteX116" fmla="*/ 173526 w 330497"/>
                  <a:gd name="connsiteY116" fmla="*/ 155277 h 304800"/>
                  <a:gd name="connsiteX117" fmla="*/ 196118 w 330497"/>
                  <a:gd name="connsiteY117" fmla="*/ 139382 h 304800"/>
                  <a:gd name="connsiteX118" fmla="*/ 193431 w 330497"/>
                  <a:gd name="connsiteY118" fmla="*/ 145732 h 304800"/>
                  <a:gd name="connsiteX119" fmla="*/ 204178 w 330497"/>
                  <a:gd name="connsiteY119" fmla="*/ 160972 h 304800"/>
                  <a:gd name="connsiteX120" fmla="*/ 205521 w 330497"/>
                  <a:gd name="connsiteY120" fmla="*/ 163512 h 304800"/>
                  <a:gd name="connsiteX121" fmla="*/ 206864 w 330497"/>
                  <a:gd name="connsiteY121" fmla="*/ 163512 h 304800"/>
                  <a:gd name="connsiteX122" fmla="*/ 209551 w 330497"/>
                  <a:gd name="connsiteY122" fmla="*/ 160972 h 304800"/>
                  <a:gd name="connsiteX123" fmla="*/ 208208 w 330497"/>
                  <a:gd name="connsiteY123" fmla="*/ 157162 h 304800"/>
                  <a:gd name="connsiteX124" fmla="*/ 197461 w 330497"/>
                  <a:gd name="connsiteY124" fmla="*/ 139382 h 304800"/>
                  <a:gd name="connsiteX125" fmla="*/ 196118 w 330497"/>
                  <a:gd name="connsiteY125" fmla="*/ 139382 h 304800"/>
                  <a:gd name="connsiteX126" fmla="*/ 204470 w 330497"/>
                  <a:gd name="connsiteY126" fmla="*/ 131762 h 304800"/>
                  <a:gd name="connsiteX127" fmla="*/ 203200 w 330497"/>
                  <a:gd name="connsiteY127" fmla="*/ 132896 h 304800"/>
                  <a:gd name="connsiteX128" fmla="*/ 207010 w 330497"/>
                  <a:gd name="connsiteY128" fmla="*/ 135164 h 304800"/>
                  <a:gd name="connsiteX129" fmla="*/ 205740 w 330497"/>
                  <a:gd name="connsiteY129" fmla="*/ 131762 h 304800"/>
                  <a:gd name="connsiteX130" fmla="*/ 204470 w 330497"/>
                  <a:gd name="connsiteY130" fmla="*/ 131762 h 304800"/>
                  <a:gd name="connsiteX131" fmla="*/ 138936 w 330497"/>
                  <a:gd name="connsiteY131" fmla="*/ 117474 h 304800"/>
                  <a:gd name="connsiteX132" fmla="*/ 136349 w 330497"/>
                  <a:gd name="connsiteY132" fmla="*/ 118784 h 304800"/>
                  <a:gd name="connsiteX133" fmla="*/ 126001 w 330497"/>
                  <a:gd name="connsiteY133" fmla="*/ 126642 h 304800"/>
                  <a:gd name="connsiteX134" fmla="*/ 60031 w 330497"/>
                  <a:gd name="connsiteY134" fmla="*/ 172481 h 304800"/>
                  <a:gd name="connsiteX135" fmla="*/ 58738 w 330497"/>
                  <a:gd name="connsiteY135" fmla="*/ 173791 h 304800"/>
                  <a:gd name="connsiteX136" fmla="*/ 60031 w 330497"/>
                  <a:gd name="connsiteY136" fmla="*/ 173791 h 304800"/>
                  <a:gd name="connsiteX137" fmla="*/ 63912 w 330497"/>
                  <a:gd name="connsiteY137" fmla="*/ 173791 h 304800"/>
                  <a:gd name="connsiteX138" fmla="*/ 78141 w 330497"/>
                  <a:gd name="connsiteY138" fmla="*/ 182959 h 304800"/>
                  <a:gd name="connsiteX139" fmla="*/ 82021 w 330497"/>
                  <a:gd name="connsiteY139" fmla="*/ 188197 h 304800"/>
                  <a:gd name="connsiteX140" fmla="*/ 94956 w 330497"/>
                  <a:gd name="connsiteY140" fmla="*/ 214391 h 304800"/>
                  <a:gd name="connsiteX141" fmla="*/ 96250 w 330497"/>
                  <a:gd name="connsiteY141" fmla="*/ 222249 h 304800"/>
                  <a:gd name="connsiteX142" fmla="*/ 102718 w 330497"/>
                  <a:gd name="connsiteY142" fmla="*/ 217010 h 304800"/>
                  <a:gd name="connsiteX143" fmla="*/ 109185 w 330497"/>
                  <a:gd name="connsiteY143" fmla="*/ 209152 h 304800"/>
                  <a:gd name="connsiteX144" fmla="*/ 110479 w 330497"/>
                  <a:gd name="connsiteY144" fmla="*/ 205223 h 304800"/>
                  <a:gd name="connsiteX145" fmla="*/ 97544 w 330497"/>
                  <a:gd name="connsiteY145" fmla="*/ 192126 h 304800"/>
                  <a:gd name="connsiteX146" fmla="*/ 96250 w 330497"/>
                  <a:gd name="connsiteY146" fmla="*/ 188197 h 304800"/>
                  <a:gd name="connsiteX147" fmla="*/ 102718 w 330497"/>
                  <a:gd name="connsiteY147" fmla="*/ 180339 h 304800"/>
                  <a:gd name="connsiteX148" fmla="*/ 115653 w 330497"/>
                  <a:gd name="connsiteY148" fmla="*/ 175100 h 304800"/>
                  <a:gd name="connsiteX149" fmla="*/ 124707 w 330497"/>
                  <a:gd name="connsiteY149" fmla="*/ 169862 h 304800"/>
                  <a:gd name="connsiteX150" fmla="*/ 140230 w 330497"/>
                  <a:gd name="connsiteY150" fmla="*/ 160694 h 304800"/>
                  <a:gd name="connsiteX151" fmla="*/ 162219 w 330497"/>
                  <a:gd name="connsiteY151" fmla="*/ 141049 h 304800"/>
                  <a:gd name="connsiteX152" fmla="*/ 163513 w 330497"/>
                  <a:gd name="connsiteY152" fmla="*/ 138429 h 304800"/>
                  <a:gd name="connsiteX153" fmla="*/ 140230 w 330497"/>
                  <a:gd name="connsiteY153" fmla="*/ 118784 h 304800"/>
                  <a:gd name="connsiteX154" fmla="*/ 138936 w 330497"/>
                  <a:gd name="connsiteY154" fmla="*/ 117474 h 304800"/>
                  <a:gd name="connsiteX155" fmla="*/ 219220 w 330497"/>
                  <a:gd name="connsiteY155" fmla="*/ 115887 h 304800"/>
                  <a:gd name="connsiteX156" fmla="*/ 212725 w 330497"/>
                  <a:gd name="connsiteY156" fmla="*/ 122382 h 304800"/>
                  <a:gd name="connsiteX157" fmla="*/ 215323 w 330497"/>
                  <a:gd name="connsiteY157" fmla="*/ 126278 h 304800"/>
                  <a:gd name="connsiteX158" fmla="*/ 220518 w 330497"/>
                  <a:gd name="connsiteY158" fmla="*/ 134071 h 304800"/>
                  <a:gd name="connsiteX159" fmla="*/ 224415 w 330497"/>
                  <a:gd name="connsiteY159" fmla="*/ 143163 h 304800"/>
                  <a:gd name="connsiteX160" fmla="*/ 225714 w 330497"/>
                  <a:gd name="connsiteY160" fmla="*/ 144462 h 304800"/>
                  <a:gd name="connsiteX161" fmla="*/ 227013 w 330497"/>
                  <a:gd name="connsiteY161" fmla="*/ 141865 h 304800"/>
                  <a:gd name="connsiteX162" fmla="*/ 221817 w 330497"/>
                  <a:gd name="connsiteY162" fmla="*/ 117186 h 304800"/>
                  <a:gd name="connsiteX163" fmla="*/ 220518 w 330497"/>
                  <a:gd name="connsiteY163" fmla="*/ 115887 h 304800"/>
                  <a:gd name="connsiteX164" fmla="*/ 219220 w 330497"/>
                  <a:gd name="connsiteY164" fmla="*/ 115887 h 304800"/>
                  <a:gd name="connsiteX165" fmla="*/ 206375 w 330497"/>
                  <a:gd name="connsiteY165" fmla="*/ 96837 h 304800"/>
                  <a:gd name="connsiteX166" fmla="*/ 206375 w 330497"/>
                  <a:gd name="connsiteY166" fmla="*/ 98425 h 304800"/>
                  <a:gd name="connsiteX167" fmla="*/ 207169 w 330497"/>
                  <a:gd name="connsiteY167" fmla="*/ 101600 h 304800"/>
                  <a:gd name="connsiteX168" fmla="*/ 207963 w 330497"/>
                  <a:gd name="connsiteY168" fmla="*/ 101600 h 304800"/>
                  <a:gd name="connsiteX169" fmla="*/ 207963 w 330497"/>
                  <a:gd name="connsiteY169" fmla="*/ 100013 h 304800"/>
                  <a:gd name="connsiteX170" fmla="*/ 207169 w 330497"/>
                  <a:gd name="connsiteY170" fmla="*/ 98425 h 304800"/>
                  <a:gd name="connsiteX171" fmla="*/ 206375 w 330497"/>
                  <a:gd name="connsiteY171" fmla="*/ 96837 h 304800"/>
                  <a:gd name="connsiteX172" fmla="*/ 307146 w 330497"/>
                  <a:gd name="connsiteY172" fmla="*/ 28272 h 304800"/>
                  <a:gd name="connsiteX173" fmla="*/ 303262 w 330497"/>
                  <a:gd name="connsiteY173" fmla="*/ 33413 h 304800"/>
                  <a:gd name="connsiteX174" fmla="*/ 261841 w 330497"/>
                  <a:gd name="connsiteY174" fmla="*/ 74537 h 304800"/>
                  <a:gd name="connsiteX175" fmla="*/ 235952 w 330497"/>
                  <a:gd name="connsiteY175" fmla="*/ 98954 h 304800"/>
                  <a:gd name="connsiteX176" fmla="*/ 234657 w 330497"/>
                  <a:gd name="connsiteY176" fmla="*/ 105380 h 304800"/>
                  <a:gd name="connsiteX177" fmla="*/ 243718 w 330497"/>
                  <a:gd name="connsiteY177" fmla="*/ 133652 h 304800"/>
                  <a:gd name="connsiteX178" fmla="*/ 246307 w 330497"/>
                  <a:gd name="connsiteY178" fmla="*/ 134937 h 304800"/>
                  <a:gd name="connsiteX179" fmla="*/ 250191 w 330497"/>
                  <a:gd name="connsiteY179" fmla="*/ 131082 h 304800"/>
                  <a:gd name="connsiteX180" fmla="*/ 300673 w 330497"/>
                  <a:gd name="connsiteY180" fmla="*/ 97669 h 304800"/>
                  <a:gd name="connsiteX181" fmla="*/ 313618 w 330497"/>
                  <a:gd name="connsiteY181" fmla="*/ 89958 h 304800"/>
                  <a:gd name="connsiteX182" fmla="*/ 317501 w 330497"/>
                  <a:gd name="connsiteY182" fmla="*/ 82247 h 304800"/>
                  <a:gd name="connsiteX183" fmla="*/ 317501 w 330497"/>
                  <a:gd name="connsiteY183" fmla="*/ 74537 h 304800"/>
                  <a:gd name="connsiteX184" fmla="*/ 316207 w 330497"/>
                  <a:gd name="connsiteY184" fmla="*/ 61685 h 304800"/>
                  <a:gd name="connsiteX185" fmla="*/ 311029 w 330497"/>
                  <a:gd name="connsiteY185" fmla="*/ 33413 h 304800"/>
                  <a:gd name="connsiteX186" fmla="*/ 309734 w 330497"/>
                  <a:gd name="connsiteY186" fmla="*/ 28272 h 304800"/>
                  <a:gd name="connsiteX187" fmla="*/ 307146 w 330497"/>
                  <a:gd name="connsiteY187" fmla="*/ 28272 h 304800"/>
                  <a:gd name="connsiteX188" fmla="*/ 228600 w 330497"/>
                  <a:gd name="connsiteY188" fmla="*/ 17173 h 304800"/>
                  <a:gd name="connsiteX189" fmla="*/ 220861 w 330497"/>
                  <a:gd name="connsiteY189" fmla="*/ 22368 h 304800"/>
                  <a:gd name="connsiteX190" fmla="*/ 216991 w 330497"/>
                  <a:gd name="connsiteY190" fmla="*/ 27564 h 304800"/>
                  <a:gd name="connsiteX191" fmla="*/ 211832 w 330497"/>
                  <a:gd name="connsiteY191" fmla="*/ 34058 h 304800"/>
                  <a:gd name="connsiteX192" fmla="*/ 201513 w 330497"/>
                  <a:gd name="connsiteY192" fmla="*/ 50944 h 304800"/>
                  <a:gd name="connsiteX193" fmla="*/ 192484 w 330497"/>
                  <a:gd name="connsiteY193" fmla="*/ 63933 h 304800"/>
                  <a:gd name="connsiteX194" fmla="*/ 188615 w 330497"/>
                  <a:gd name="connsiteY194" fmla="*/ 67829 h 304800"/>
                  <a:gd name="connsiteX195" fmla="*/ 188615 w 330497"/>
                  <a:gd name="connsiteY195" fmla="*/ 70427 h 304800"/>
                  <a:gd name="connsiteX196" fmla="*/ 219571 w 330497"/>
                  <a:gd name="connsiteY196" fmla="*/ 86013 h 304800"/>
                  <a:gd name="connsiteX197" fmla="*/ 223441 w 330497"/>
                  <a:gd name="connsiteY197" fmla="*/ 86013 h 304800"/>
                  <a:gd name="connsiteX198" fmla="*/ 226020 w 330497"/>
                  <a:gd name="connsiteY198" fmla="*/ 84715 h 304800"/>
                  <a:gd name="connsiteX199" fmla="*/ 267295 w 330497"/>
                  <a:gd name="connsiteY199" fmla="*/ 45748 h 304800"/>
                  <a:gd name="connsiteX200" fmla="*/ 268585 w 330497"/>
                  <a:gd name="connsiteY200" fmla="*/ 39254 h 304800"/>
                  <a:gd name="connsiteX201" fmla="*/ 228600 w 330497"/>
                  <a:gd name="connsiteY201" fmla="*/ 17173 h 304800"/>
                  <a:gd name="connsiteX202" fmla="*/ 223344 w 330497"/>
                  <a:gd name="connsiteY202" fmla="*/ 0 h 304800"/>
                  <a:gd name="connsiteX203" fmla="*/ 233672 w 330497"/>
                  <a:gd name="connsiteY203" fmla="*/ 1297 h 304800"/>
                  <a:gd name="connsiteX204" fmla="*/ 246582 w 330497"/>
                  <a:gd name="connsiteY204" fmla="*/ 3891 h 304800"/>
                  <a:gd name="connsiteX205" fmla="*/ 281439 w 330497"/>
                  <a:gd name="connsiteY205" fmla="*/ 27238 h 304800"/>
                  <a:gd name="connsiteX206" fmla="*/ 285312 w 330497"/>
                  <a:gd name="connsiteY206" fmla="*/ 27238 h 304800"/>
                  <a:gd name="connsiteX207" fmla="*/ 300804 w 330497"/>
                  <a:gd name="connsiteY207" fmla="*/ 11673 h 304800"/>
                  <a:gd name="connsiteX208" fmla="*/ 315005 w 330497"/>
                  <a:gd name="connsiteY208" fmla="*/ 12970 h 304800"/>
                  <a:gd name="connsiteX209" fmla="*/ 318878 w 330497"/>
                  <a:gd name="connsiteY209" fmla="*/ 22049 h 304800"/>
                  <a:gd name="connsiteX210" fmla="*/ 329206 w 330497"/>
                  <a:gd name="connsiteY210" fmla="*/ 71336 h 304800"/>
                  <a:gd name="connsiteX211" fmla="*/ 329206 w 330497"/>
                  <a:gd name="connsiteY211" fmla="*/ 75227 h 304800"/>
                  <a:gd name="connsiteX212" fmla="*/ 330497 w 330497"/>
                  <a:gd name="connsiteY212" fmla="*/ 89495 h 304800"/>
                  <a:gd name="connsiteX213" fmla="*/ 327915 w 330497"/>
                  <a:gd name="connsiteY213" fmla="*/ 101168 h 304800"/>
                  <a:gd name="connsiteX214" fmla="*/ 325333 w 330497"/>
                  <a:gd name="connsiteY214" fmla="*/ 103762 h 304800"/>
                  <a:gd name="connsiteX215" fmla="*/ 316296 w 330497"/>
                  <a:gd name="connsiteY215" fmla="*/ 108950 h 304800"/>
                  <a:gd name="connsiteX216" fmla="*/ 305968 w 330497"/>
                  <a:gd name="connsiteY216" fmla="*/ 114138 h 304800"/>
                  <a:gd name="connsiteX217" fmla="*/ 277566 w 330497"/>
                  <a:gd name="connsiteY217" fmla="*/ 127108 h 304800"/>
                  <a:gd name="connsiteX218" fmla="*/ 247873 w 330497"/>
                  <a:gd name="connsiteY218" fmla="*/ 151752 h 304800"/>
                  <a:gd name="connsiteX219" fmla="*/ 246582 w 330497"/>
                  <a:gd name="connsiteY219" fmla="*/ 155643 h 304800"/>
                  <a:gd name="connsiteX220" fmla="*/ 249164 w 330497"/>
                  <a:gd name="connsiteY220" fmla="*/ 158237 h 304800"/>
                  <a:gd name="connsiteX221" fmla="*/ 253037 w 330497"/>
                  <a:gd name="connsiteY221" fmla="*/ 175098 h 304800"/>
                  <a:gd name="connsiteX222" fmla="*/ 251746 w 330497"/>
                  <a:gd name="connsiteY222" fmla="*/ 186771 h 304800"/>
                  <a:gd name="connsiteX223" fmla="*/ 253037 w 330497"/>
                  <a:gd name="connsiteY223" fmla="*/ 197147 h 304800"/>
                  <a:gd name="connsiteX224" fmla="*/ 273693 w 330497"/>
                  <a:gd name="connsiteY224" fmla="*/ 223088 h 304800"/>
                  <a:gd name="connsiteX225" fmla="*/ 293058 w 330497"/>
                  <a:gd name="connsiteY225" fmla="*/ 239949 h 304800"/>
                  <a:gd name="connsiteX226" fmla="*/ 295640 w 330497"/>
                  <a:gd name="connsiteY226" fmla="*/ 242543 h 304800"/>
                  <a:gd name="connsiteX227" fmla="*/ 296931 w 330497"/>
                  <a:gd name="connsiteY227" fmla="*/ 250325 h 304800"/>
                  <a:gd name="connsiteX228" fmla="*/ 293058 w 330497"/>
                  <a:gd name="connsiteY228" fmla="*/ 252919 h 304800"/>
                  <a:gd name="connsiteX229" fmla="*/ 280148 w 330497"/>
                  <a:gd name="connsiteY229" fmla="*/ 254216 h 304800"/>
                  <a:gd name="connsiteX230" fmla="*/ 273693 w 330497"/>
                  <a:gd name="connsiteY230" fmla="*/ 255513 h 304800"/>
                  <a:gd name="connsiteX231" fmla="*/ 274984 w 330497"/>
                  <a:gd name="connsiteY231" fmla="*/ 260702 h 304800"/>
                  <a:gd name="connsiteX232" fmla="*/ 265947 w 330497"/>
                  <a:gd name="connsiteY232" fmla="*/ 268484 h 304800"/>
                  <a:gd name="connsiteX233" fmla="*/ 263365 w 330497"/>
                  <a:gd name="connsiteY233" fmla="*/ 268484 h 304800"/>
                  <a:gd name="connsiteX234" fmla="*/ 262074 w 330497"/>
                  <a:gd name="connsiteY234" fmla="*/ 269781 h 304800"/>
                  <a:gd name="connsiteX235" fmla="*/ 264656 w 330497"/>
                  <a:gd name="connsiteY235" fmla="*/ 273672 h 304800"/>
                  <a:gd name="connsiteX236" fmla="*/ 265947 w 330497"/>
                  <a:gd name="connsiteY236" fmla="*/ 284048 h 304800"/>
                  <a:gd name="connsiteX237" fmla="*/ 255619 w 330497"/>
                  <a:gd name="connsiteY237" fmla="*/ 287939 h 304800"/>
                  <a:gd name="connsiteX238" fmla="*/ 244000 w 330497"/>
                  <a:gd name="connsiteY238" fmla="*/ 281454 h 304800"/>
                  <a:gd name="connsiteX239" fmla="*/ 240127 w 330497"/>
                  <a:gd name="connsiteY239" fmla="*/ 280157 h 304800"/>
                  <a:gd name="connsiteX240" fmla="*/ 238836 w 330497"/>
                  <a:gd name="connsiteY240" fmla="*/ 281454 h 304800"/>
                  <a:gd name="connsiteX241" fmla="*/ 238836 w 330497"/>
                  <a:gd name="connsiteY241" fmla="*/ 284048 h 304800"/>
                  <a:gd name="connsiteX242" fmla="*/ 238836 w 330497"/>
                  <a:gd name="connsiteY242" fmla="*/ 298315 h 304800"/>
                  <a:gd name="connsiteX243" fmla="*/ 232381 w 330497"/>
                  <a:gd name="connsiteY243" fmla="*/ 304800 h 304800"/>
                  <a:gd name="connsiteX244" fmla="*/ 227217 w 330497"/>
                  <a:gd name="connsiteY244" fmla="*/ 304800 h 304800"/>
                  <a:gd name="connsiteX245" fmla="*/ 223344 w 330497"/>
                  <a:gd name="connsiteY245" fmla="*/ 303503 h 304800"/>
                  <a:gd name="connsiteX246" fmla="*/ 211725 w 330497"/>
                  <a:gd name="connsiteY246" fmla="*/ 289236 h 304800"/>
                  <a:gd name="connsiteX247" fmla="*/ 202688 w 330497"/>
                  <a:gd name="connsiteY247" fmla="*/ 263296 h 304800"/>
                  <a:gd name="connsiteX248" fmla="*/ 209143 w 330497"/>
                  <a:gd name="connsiteY248" fmla="*/ 219197 h 304800"/>
                  <a:gd name="connsiteX249" fmla="*/ 210434 w 330497"/>
                  <a:gd name="connsiteY249" fmla="*/ 214009 h 304800"/>
                  <a:gd name="connsiteX250" fmla="*/ 209143 w 330497"/>
                  <a:gd name="connsiteY250" fmla="*/ 208821 h 304800"/>
                  <a:gd name="connsiteX251" fmla="*/ 198815 w 330497"/>
                  <a:gd name="connsiteY251" fmla="*/ 202336 h 304800"/>
                  <a:gd name="connsiteX252" fmla="*/ 193651 w 330497"/>
                  <a:gd name="connsiteY252" fmla="*/ 201039 h 304800"/>
                  <a:gd name="connsiteX253" fmla="*/ 162666 w 330497"/>
                  <a:gd name="connsiteY253" fmla="*/ 230870 h 304800"/>
                  <a:gd name="connsiteX254" fmla="*/ 148465 w 330497"/>
                  <a:gd name="connsiteY254" fmla="*/ 249028 h 304800"/>
                  <a:gd name="connsiteX255" fmla="*/ 127809 w 330497"/>
                  <a:gd name="connsiteY255" fmla="*/ 269781 h 304800"/>
                  <a:gd name="connsiteX256" fmla="*/ 126518 w 330497"/>
                  <a:gd name="connsiteY256" fmla="*/ 272375 h 304800"/>
                  <a:gd name="connsiteX257" fmla="*/ 100698 w 330497"/>
                  <a:gd name="connsiteY257" fmla="*/ 294424 h 304800"/>
                  <a:gd name="connsiteX258" fmla="*/ 96825 w 330497"/>
                  <a:gd name="connsiteY258" fmla="*/ 297018 h 304800"/>
                  <a:gd name="connsiteX259" fmla="*/ 72296 w 330497"/>
                  <a:gd name="connsiteY259" fmla="*/ 303503 h 304800"/>
                  <a:gd name="connsiteX260" fmla="*/ 54222 w 330497"/>
                  <a:gd name="connsiteY260" fmla="*/ 300909 h 304800"/>
                  <a:gd name="connsiteX261" fmla="*/ 45185 w 330497"/>
                  <a:gd name="connsiteY261" fmla="*/ 298315 h 304800"/>
                  <a:gd name="connsiteX262" fmla="*/ 14201 w 330497"/>
                  <a:gd name="connsiteY262" fmla="*/ 273672 h 304800"/>
                  <a:gd name="connsiteX263" fmla="*/ 6455 w 330497"/>
                  <a:gd name="connsiteY263" fmla="*/ 260702 h 304800"/>
                  <a:gd name="connsiteX264" fmla="*/ 0 w 330497"/>
                  <a:gd name="connsiteY264" fmla="*/ 238652 h 304800"/>
                  <a:gd name="connsiteX265" fmla="*/ 0 w 330497"/>
                  <a:gd name="connsiteY265" fmla="*/ 236058 h 304800"/>
                  <a:gd name="connsiteX266" fmla="*/ 5164 w 330497"/>
                  <a:gd name="connsiteY266" fmla="*/ 202336 h 304800"/>
                  <a:gd name="connsiteX267" fmla="*/ 16783 w 330497"/>
                  <a:gd name="connsiteY267" fmla="*/ 188068 h 304800"/>
                  <a:gd name="connsiteX268" fmla="*/ 24529 w 330497"/>
                  <a:gd name="connsiteY268" fmla="*/ 180286 h 304800"/>
                  <a:gd name="connsiteX269" fmla="*/ 29693 w 330497"/>
                  <a:gd name="connsiteY269" fmla="*/ 176395 h 304800"/>
                  <a:gd name="connsiteX270" fmla="*/ 37439 w 330497"/>
                  <a:gd name="connsiteY270" fmla="*/ 172504 h 304800"/>
                  <a:gd name="connsiteX271" fmla="*/ 112317 w 330497"/>
                  <a:gd name="connsiteY271" fmla="*/ 118029 h 304800"/>
                  <a:gd name="connsiteX272" fmla="*/ 138137 w 330497"/>
                  <a:gd name="connsiteY272" fmla="*/ 95980 h 304800"/>
                  <a:gd name="connsiteX273" fmla="*/ 153629 w 330497"/>
                  <a:gd name="connsiteY273" fmla="*/ 81713 h 304800"/>
                  <a:gd name="connsiteX274" fmla="*/ 171703 w 330497"/>
                  <a:gd name="connsiteY274" fmla="*/ 63554 h 304800"/>
                  <a:gd name="connsiteX275" fmla="*/ 182032 w 330497"/>
                  <a:gd name="connsiteY275" fmla="*/ 51881 h 304800"/>
                  <a:gd name="connsiteX276" fmla="*/ 187196 w 330497"/>
                  <a:gd name="connsiteY276" fmla="*/ 44099 h 304800"/>
                  <a:gd name="connsiteX277" fmla="*/ 205270 w 330497"/>
                  <a:gd name="connsiteY277" fmla="*/ 16861 h 304800"/>
                  <a:gd name="connsiteX278" fmla="*/ 209143 w 330497"/>
                  <a:gd name="connsiteY278" fmla="*/ 9079 h 304800"/>
                  <a:gd name="connsiteX279" fmla="*/ 214307 w 330497"/>
                  <a:gd name="connsiteY279" fmla="*/ 2594 h 304800"/>
                  <a:gd name="connsiteX280" fmla="*/ 223344 w 330497"/>
                  <a:gd name="connsiteY280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</a:cxnLst>
                <a:rect l="l" t="t" r="r" b="b"/>
                <a:pathLst>
                  <a:path w="330497" h="304800">
                    <a:moveTo>
                      <a:pt x="75173" y="222249"/>
                    </a:moveTo>
                    <a:cubicBezTo>
                      <a:pt x="68636" y="228423"/>
                      <a:pt x="63407" y="233362"/>
                      <a:pt x="56870" y="239535"/>
                    </a:cubicBezTo>
                    <a:cubicBezTo>
                      <a:pt x="55563" y="239535"/>
                      <a:pt x="55563" y="240770"/>
                      <a:pt x="55563" y="242005"/>
                    </a:cubicBezTo>
                    <a:cubicBezTo>
                      <a:pt x="55563" y="242005"/>
                      <a:pt x="56870" y="243240"/>
                      <a:pt x="58178" y="243240"/>
                    </a:cubicBezTo>
                    <a:cubicBezTo>
                      <a:pt x="60792" y="244474"/>
                      <a:pt x="64714" y="244474"/>
                      <a:pt x="67329" y="244474"/>
                    </a:cubicBezTo>
                    <a:cubicBezTo>
                      <a:pt x="69944" y="244474"/>
                      <a:pt x="71251" y="243240"/>
                      <a:pt x="72559" y="240770"/>
                    </a:cubicBezTo>
                    <a:cubicBezTo>
                      <a:pt x="76481" y="237066"/>
                      <a:pt x="77788" y="232127"/>
                      <a:pt x="77788" y="225953"/>
                    </a:cubicBezTo>
                    <a:cubicBezTo>
                      <a:pt x="77788" y="225953"/>
                      <a:pt x="77788" y="224719"/>
                      <a:pt x="77788" y="223484"/>
                    </a:cubicBezTo>
                    <a:cubicBezTo>
                      <a:pt x="77788" y="223484"/>
                      <a:pt x="76481" y="222249"/>
                      <a:pt x="76481" y="222249"/>
                    </a:cubicBezTo>
                    <a:cubicBezTo>
                      <a:pt x="76481" y="222249"/>
                      <a:pt x="75173" y="222249"/>
                      <a:pt x="75173" y="222249"/>
                    </a:cubicBezTo>
                    <a:close/>
                    <a:moveTo>
                      <a:pt x="226286" y="209549"/>
                    </a:moveTo>
                    <a:cubicBezTo>
                      <a:pt x="223772" y="209549"/>
                      <a:pt x="222515" y="210853"/>
                      <a:pt x="221258" y="213461"/>
                    </a:cubicBezTo>
                    <a:cubicBezTo>
                      <a:pt x="221258" y="214765"/>
                      <a:pt x="221258" y="214765"/>
                      <a:pt x="221258" y="216069"/>
                    </a:cubicBezTo>
                    <a:cubicBezTo>
                      <a:pt x="220002" y="218677"/>
                      <a:pt x="218745" y="221285"/>
                      <a:pt x="220002" y="222589"/>
                    </a:cubicBezTo>
                    <a:cubicBezTo>
                      <a:pt x="220002" y="223893"/>
                      <a:pt x="222515" y="223893"/>
                      <a:pt x="225029" y="223893"/>
                    </a:cubicBezTo>
                    <a:cubicBezTo>
                      <a:pt x="226286" y="225197"/>
                      <a:pt x="227542" y="227805"/>
                      <a:pt x="226286" y="229110"/>
                    </a:cubicBezTo>
                    <a:cubicBezTo>
                      <a:pt x="223772" y="230414"/>
                      <a:pt x="221258" y="231718"/>
                      <a:pt x="218745" y="233022"/>
                    </a:cubicBezTo>
                    <a:cubicBezTo>
                      <a:pt x="217488" y="234326"/>
                      <a:pt x="218745" y="236934"/>
                      <a:pt x="220002" y="236934"/>
                    </a:cubicBezTo>
                    <a:cubicBezTo>
                      <a:pt x="222515" y="236934"/>
                      <a:pt x="226286" y="238238"/>
                      <a:pt x="226286" y="240846"/>
                    </a:cubicBezTo>
                    <a:cubicBezTo>
                      <a:pt x="227542" y="244758"/>
                      <a:pt x="225029" y="246062"/>
                      <a:pt x="222515" y="247366"/>
                    </a:cubicBezTo>
                    <a:cubicBezTo>
                      <a:pt x="220002" y="248670"/>
                      <a:pt x="218745" y="251278"/>
                      <a:pt x="217488" y="252582"/>
                    </a:cubicBezTo>
                    <a:cubicBezTo>
                      <a:pt x="217488" y="252582"/>
                      <a:pt x="217488" y="253886"/>
                      <a:pt x="217488" y="253886"/>
                    </a:cubicBezTo>
                    <a:cubicBezTo>
                      <a:pt x="217488" y="255190"/>
                      <a:pt x="217488" y="255190"/>
                      <a:pt x="218745" y="253886"/>
                    </a:cubicBezTo>
                    <a:cubicBezTo>
                      <a:pt x="220002" y="253886"/>
                      <a:pt x="221258" y="252582"/>
                      <a:pt x="222515" y="252582"/>
                    </a:cubicBezTo>
                    <a:cubicBezTo>
                      <a:pt x="223772" y="252582"/>
                      <a:pt x="225029" y="252582"/>
                      <a:pt x="226286" y="253886"/>
                    </a:cubicBezTo>
                    <a:cubicBezTo>
                      <a:pt x="227542" y="255190"/>
                      <a:pt x="227542" y="257798"/>
                      <a:pt x="226286" y="259102"/>
                    </a:cubicBezTo>
                    <a:cubicBezTo>
                      <a:pt x="225029" y="261710"/>
                      <a:pt x="223772" y="263014"/>
                      <a:pt x="222515" y="265622"/>
                    </a:cubicBezTo>
                    <a:cubicBezTo>
                      <a:pt x="218745" y="268230"/>
                      <a:pt x="218745" y="272142"/>
                      <a:pt x="221258" y="276054"/>
                    </a:cubicBezTo>
                    <a:cubicBezTo>
                      <a:pt x="221258" y="278662"/>
                      <a:pt x="222515" y="279966"/>
                      <a:pt x="223772" y="282574"/>
                    </a:cubicBezTo>
                    <a:cubicBezTo>
                      <a:pt x="223772" y="282574"/>
                      <a:pt x="225029" y="282574"/>
                      <a:pt x="225029" y="282574"/>
                    </a:cubicBezTo>
                    <a:cubicBezTo>
                      <a:pt x="226286" y="277358"/>
                      <a:pt x="228799" y="272142"/>
                      <a:pt x="230056" y="266926"/>
                    </a:cubicBezTo>
                    <a:cubicBezTo>
                      <a:pt x="230056" y="261710"/>
                      <a:pt x="233826" y="260406"/>
                      <a:pt x="237597" y="261710"/>
                    </a:cubicBezTo>
                    <a:cubicBezTo>
                      <a:pt x="238853" y="263014"/>
                      <a:pt x="240110" y="263014"/>
                      <a:pt x="240110" y="264318"/>
                    </a:cubicBezTo>
                    <a:cubicBezTo>
                      <a:pt x="242624" y="265622"/>
                      <a:pt x="243881" y="266926"/>
                      <a:pt x="245137" y="268230"/>
                    </a:cubicBezTo>
                    <a:cubicBezTo>
                      <a:pt x="246394" y="268230"/>
                      <a:pt x="247651" y="268230"/>
                      <a:pt x="247651" y="268230"/>
                    </a:cubicBezTo>
                    <a:cubicBezTo>
                      <a:pt x="247651" y="268230"/>
                      <a:pt x="247651" y="266926"/>
                      <a:pt x="247651" y="266926"/>
                    </a:cubicBezTo>
                    <a:cubicBezTo>
                      <a:pt x="247651" y="265622"/>
                      <a:pt x="247651" y="264318"/>
                      <a:pt x="246394" y="263014"/>
                    </a:cubicBezTo>
                    <a:cubicBezTo>
                      <a:pt x="241367" y="248670"/>
                      <a:pt x="237597" y="234326"/>
                      <a:pt x="236340" y="218677"/>
                    </a:cubicBezTo>
                    <a:cubicBezTo>
                      <a:pt x="236340" y="214765"/>
                      <a:pt x="235083" y="212157"/>
                      <a:pt x="232569" y="209549"/>
                    </a:cubicBezTo>
                    <a:cubicBezTo>
                      <a:pt x="232569" y="209549"/>
                      <a:pt x="231313" y="209549"/>
                      <a:pt x="231313" y="209549"/>
                    </a:cubicBezTo>
                    <a:cubicBezTo>
                      <a:pt x="228799" y="209549"/>
                      <a:pt x="227542" y="209549"/>
                      <a:pt x="226286" y="209549"/>
                    </a:cubicBezTo>
                    <a:close/>
                    <a:moveTo>
                      <a:pt x="245475" y="204787"/>
                    </a:moveTo>
                    <a:cubicBezTo>
                      <a:pt x="245475" y="204787"/>
                      <a:pt x="244182" y="204787"/>
                      <a:pt x="244182" y="206082"/>
                    </a:cubicBezTo>
                    <a:cubicBezTo>
                      <a:pt x="242888" y="208672"/>
                      <a:pt x="244182" y="211263"/>
                      <a:pt x="245475" y="215148"/>
                    </a:cubicBezTo>
                    <a:cubicBezTo>
                      <a:pt x="245475" y="216443"/>
                      <a:pt x="246769" y="219033"/>
                      <a:pt x="248062" y="221623"/>
                    </a:cubicBezTo>
                    <a:cubicBezTo>
                      <a:pt x="248062" y="230689"/>
                      <a:pt x="251943" y="239754"/>
                      <a:pt x="254530" y="248820"/>
                    </a:cubicBezTo>
                    <a:cubicBezTo>
                      <a:pt x="254530" y="250115"/>
                      <a:pt x="254530" y="251410"/>
                      <a:pt x="255823" y="252705"/>
                    </a:cubicBezTo>
                    <a:cubicBezTo>
                      <a:pt x="255823" y="252705"/>
                      <a:pt x="257117" y="254000"/>
                      <a:pt x="257117" y="254000"/>
                    </a:cubicBezTo>
                    <a:cubicBezTo>
                      <a:pt x="257117" y="254000"/>
                      <a:pt x="258410" y="252705"/>
                      <a:pt x="258410" y="252705"/>
                    </a:cubicBezTo>
                    <a:cubicBezTo>
                      <a:pt x="258410" y="250115"/>
                      <a:pt x="258410" y="248820"/>
                      <a:pt x="259704" y="247525"/>
                    </a:cubicBezTo>
                    <a:cubicBezTo>
                      <a:pt x="259704" y="242345"/>
                      <a:pt x="263584" y="241049"/>
                      <a:pt x="267465" y="241049"/>
                    </a:cubicBezTo>
                    <a:cubicBezTo>
                      <a:pt x="268758" y="242345"/>
                      <a:pt x="271345" y="242345"/>
                      <a:pt x="272639" y="242345"/>
                    </a:cubicBezTo>
                    <a:cubicBezTo>
                      <a:pt x="273932" y="242345"/>
                      <a:pt x="275226" y="242345"/>
                      <a:pt x="276520" y="242345"/>
                    </a:cubicBezTo>
                    <a:cubicBezTo>
                      <a:pt x="277813" y="241049"/>
                      <a:pt x="275226" y="239754"/>
                      <a:pt x="273932" y="238459"/>
                    </a:cubicBezTo>
                    <a:cubicBezTo>
                      <a:pt x="272639" y="237164"/>
                      <a:pt x="270052" y="234574"/>
                      <a:pt x="268758" y="233279"/>
                    </a:cubicBezTo>
                    <a:cubicBezTo>
                      <a:pt x="260997" y="226804"/>
                      <a:pt x="255823" y="219033"/>
                      <a:pt x="250649" y="211263"/>
                    </a:cubicBezTo>
                    <a:cubicBezTo>
                      <a:pt x="249356" y="208672"/>
                      <a:pt x="248062" y="207377"/>
                      <a:pt x="246769" y="204787"/>
                    </a:cubicBezTo>
                    <a:cubicBezTo>
                      <a:pt x="246769" y="204787"/>
                      <a:pt x="245475" y="204787"/>
                      <a:pt x="245475" y="204787"/>
                    </a:cubicBezTo>
                    <a:close/>
                    <a:moveTo>
                      <a:pt x="63501" y="191786"/>
                    </a:moveTo>
                    <a:cubicBezTo>
                      <a:pt x="55707" y="190499"/>
                      <a:pt x="47914" y="191786"/>
                      <a:pt x="38822" y="193074"/>
                    </a:cubicBezTo>
                    <a:cubicBezTo>
                      <a:pt x="36224" y="193074"/>
                      <a:pt x="33627" y="195648"/>
                      <a:pt x="31029" y="198222"/>
                    </a:cubicBezTo>
                    <a:cubicBezTo>
                      <a:pt x="21937" y="205945"/>
                      <a:pt x="20638" y="216242"/>
                      <a:pt x="20638" y="226540"/>
                    </a:cubicBezTo>
                    <a:cubicBezTo>
                      <a:pt x="21937" y="238124"/>
                      <a:pt x="24535" y="249709"/>
                      <a:pt x="28431" y="260006"/>
                    </a:cubicBezTo>
                    <a:cubicBezTo>
                      <a:pt x="31029" y="263867"/>
                      <a:pt x="33627" y="267729"/>
                      <a:pt x="37523" y="271590"/>
                    </a:cubicBezTo>
                    <a:cubicBezTo>
                      <a:pt x="49213" y="281888"/>
                      <a:pt x="63501" y="285749"/>
                      <a:pt x="79087" y="284462"/>
                    </a:cubicBezTo>
                    <a:cubicBezTo>
                      <a:pt x="80386" y="284462"/>
                      <a:pt x="81685" y="284462"/>
                      <a:pt x="82984" y="284462"/>
                    </a:cubicBezTo>
                    <a:cubicBezTo>
                      <a:pt x="89478" y="281888"/>
                      <a:pt x="94674" y="278026"/>
                      <a:pt x="99869" y="275452"/>
                    </a:cubicBezTo>
                    <a:cubicBezTo>
                      <a:pt x="103766" y="272878"/>
                      <a:pt x="106363" y="269016"/>
                      <a:pt x="108961" y="266442"/>
                    </a:cubicBezTo>
                    <a:cubicBezTo>
                      <a:pt x="116754" y="260006"/>
                      <a:pt x="120651" y="250996"/>
                      <a:pt x="119352" y="240699"/>
                    </a:cubicBezTo>
                    <a:cubicBezTo>
                      <a:pt x="119352" y="236837"/>
                      <a:pt x="119352" y="234263"/>
                      <a:pt x="118053" y="230401"/>
                    </a:cubicBezTo>
                    <a:cubicBezTo>
                      <a:pt x="118053" y="230401"/>
                      <a:pt x="118053" y="229114"/>
                      <a:pt x="118053" y="229114"/>
                    </a:cubicBezTo>
                    <a:cubicBezTo>
                      <a:pt x="116754" y="229114"/>
                      <a:pt x="115455" y="230401"/>
                      <a:pt x="115455" y="230401"/>
                    </a:cubicBezTo>
                    <a:cubicBezTo>
                      <a:pt x="114157" y="231688"/>
                      <a:pt x="112858" y="234263"/>
                      <a:pt x="111559" y="235550"/>
                    </a:cubicBezTo>
                    <a:cubicBezTo>
                      <a:pt x="106363" y="243273"/>
                      <a:pt x="99869" y="249709"/>
                      <a:pt x="92076" y="254857"/>
                    </a:cubicBezTo>
                    <a:cubicBezTo>
                      <a:pt x="84283" y="258719"/>
                      <a:pt x="77788" y="261293"/>
                      <a:pt x="69995" y="260006"/>
                    </a:cubicBezTo>
                    <a:cubicBezTo>
                      <a:pt x="67397" y="260006"/>
                      <a:pt x="66098" y="260006"/>
                      <a:pt x="64800" y="260006"/>
                    </a:cubicBezTo>
                    <a:cubicBezTo>
                      <a:pt x="60903" y="260006"/>
                      <a:pt x="55707" y="258719"/>
                      <a:pt x="51811" y="258719"/>
                    </a:cubicBezTo>
                    <a:cubicBezTo>
                      <a:pt x="47914" y="256145"/>
                      <a:pt x="44018" y="252283"/>
                      <a:pt x="40121" y="249709"/>
                    </a:cubicBezTo>
                    <a:cubicBezTo>
                      <a:pt x="38822" y="248422"/>
                      <a:pt x="38822" y="248422"/>
                      <a:pt x="38822" y="248422"/>
                    </a:cubicBezTo>
                    <a:cubicBezTo>
                      <a:pt x="36224" y="245847"/>
                      <a:pt x="34926" y="244560"/>
                      <a:pt x="34926" y="241986"/>
                    </a:cubicBezTo>
                    <a:cubicBezTo>
                      <a:pt x="34926" y="236837"/>
                      <a:pt x="36224" y="232976"/>
                      <a:pt x="40121" y="230401"/>
                    </a:cubicBezTo>
                    <a:cubicBezTo>
                      <a:pt x="47914" y="226540"/>
                      <a:pt x="53110" y="220104"/>
                      <a:pt x="58305" y="214955"/>
                    </a:cubicBezTo>
                    <a:cubicBezTo>
                      <a:pt x="62202" y="211094"/>
                      <a:pt x="64800" y="208520"/>
                      <a:pt x="68696" y="205945"/>
                    </a:cubicBezTo>
                    <a:cubicBezTo>
                      <a:pt x="69995" y="203371"/>
                      <a:pt x="71294" y="203371"/>
                      <a:pt x="69995" y="200797"/>
                    </a:cubicBezTo>
                    <a:cubicBezTo>
                      <a:pt x="69995" y="198222"/>
                      <a:pt x="68696" y="196935"/>
                      <a:pt x="67397" y="194361"/>
                    </a:cubicBezTo>
                    <a:cubicBezTo>
                      <a:pt x="67397" y="193074"/>
                      <a:pt x="66098" y="193074"/>
                      <a:pt x="63501" y="191786"/>
                    </a:cubicBezTo>
                    <a:close/>
                    <a:moveTo>
                      <a:pt x="231942" y="166687"/>
                    </a:moveTo>
                    <a:cubicBezTo>
                      <a:pt x="226595" y="170447"/>
                      <a:pt x="222584" y="174207"/>
                      <a:pt x="218574" y="177967"/>
                    </a:cubicBezTo>
                    <a:cubicBezTo>
                      <a:pt x="215900" y="179220"/>
                      <a:pt x="215900" y="181727"/>
                      <a:pt x="217237" y="184234"/>
                    </a:cubicBezTo>
                    <a:cubicBezTo>
                      <a:pt x="218574" y="182980"/>
                      <a:pt x="219910" y="181727"/>
                      <a:pt x="221247" y="180474"/>
                    </a:cubicBezTo>
                    <a:cubicBezTo>
                      <a:pt x="222584" y="179220"/>
                      <a:pt x="226595" y="179220"/>
                      <a:pt x="226595" y="180474"/>
                    </a:cubicBezTo>
                    <a:cubicBezTo>
                      <a:pt x="227932" y="181727"/>
                      <a:pt x="227932" y="182980"/>
                      <a:pt x="227932" y="182980"/>
                    </a:cubicBezTo>
                    <a:cubicBezTo>
                      <a:pt x="229268" y="185487"/>
                      <a:pt x="229268" y="186740"/>
                      <a:pt x="230605" y="189247"/>
                    </a:cubicBezTo>
                    <a:cubicBezTo>
                      <a:pt x="230605" y="190500"/>
                      <a:pt x="231942" y="190500"/>
                      <a:pt x="233279" y="189247"/>
                    </a:cubicBezTo>
                    <a:cubicBezTo>
                      <a:pt x="238626" y="186740"/>
                      <a:pt x="239963" y="181727"/>
                      <a:pt x="241300" y="176714"/>
                    </a:cubicBezTo>
                    <a:cubicBezTo>
                      <a:pt x="241300" y="171701"/>
                      <a:pt x="237290" y="167941"/>
                      <a:pt x="233279" y="166687"/>
                    </a:cubicBezTo>
                    <a:cubicBezTo>
                      <a:pt x="233279" y="166687"/>
                      <a:pt x="231942" y="166687"/>
                      <a:pt x="231942" y="166687"/>
                    </a:cubicBezTo>
                    <a:close/>
                    <a:moveTo>
                      <a:pt x="173526" y="155277"/>
                    </a:moveTo>
                    <a:cubicBezTo>
                      <a:pt x="169680" y="159147"/>
                      <a:pt x="165833" y="161726"/>
                      <a:pt x="160704" y="165596"/>
                    </a:cubicBezTo>
                    <a:cubicBezTo>
                      <a:pt x="151729" y="172045"/>
                      <a:pt x="141471" y="178494"/>
                      <a:pt x="129931" y="183654"/>
                    </a:cubicBezTo>
                    <a:cubicBezTo>
                      <a:pt x="128649" y="184943"/>
                      <a:pt x="126085" y="186233"/>
                      <a:pt x="124802" y="187523"/>
                    </a:cubicBezTo>
                    <a:cubicBezTo>
                      <a:pt x="123520" y="188813"/>
                      <a:pt x="122238" y="188813"/>
                      <a:pt x="123520" y="190103"/>
                    </a:cubicBezTo>
                    <a:cubicBezTo>
                      <a:pt x="124802" y="191393"/>
                      <a:pt x="126085" y="192683"/>
                      <a:pt x="126085" y="193972"/>
                    </a:cubicBezTo>
                    <a:cubicBezTo>
                      <a:pt x="132496" y="203001"/>
                      <a:pt x="137625" y="212030"/>
                      <a:pt x="137625" y="222349"/>
                    </a:cubicBezTo>
                    <a:cubicBezTo>
                      <a:pt x="137625" y="226218"/>
                      <a:pt x="138907" y="230088"/>
                      <a:pt x="138907" y="233958"/>
                    </a:cubicBezTo>
                    <a:cubicBezTo>
                      <a:pt x="138907" y="235247"/>
                      <a:pt x="140189" y="235247"/>
                      <a:pt x="140189" y="236537"/>
                    </a:cubicBezTo>
                    <a:cubicBezTo>
                      <a:pt x="141471" y="235247"/>
                      <a:pt x="141471" y="235247"/>
                      <a:pt x="142753" y="235247"/>
                    </a:cubicBezTo>
                    <a:cubicBezTo>
                      <a:pt x="144036" y="231378"/>
                      <a:pt x="146600" y="228798"/>
                      <a:pt x="149164" y="226218"/>
                    </a:cubicBezTo>
                    <a:cubicBezTo>
                      <a:pt x="153011" y="222349"/>
                      <a:pt x="158140" y="217190"/>
                      <a:pt x="161987" y="212030"/>
                    </a:cubicBezTo>
                    <a:cubicBezTo>
                      <a:pt x="164551" y="208161"/>
                      <a:pt x="168398" y="205581"/>
                      <a:pt x="170962" y="201711"/>
                    </a:cubicBezTo>
                    <a:cubicBezTo>
                      <a:pt x="173526" y="199132"/>
                      <a:pt x="176091" y="196552"/>
                      <a:pt x="178655" y="193972"/>
                    </a:cubicBezTo>
                    <a:cubicBezTo>
                      <a:pt x="181220" y="191393"/>
                      <a:pt x="183784" y="187523"/>
                      <a:pt x="186349" y="186233"/>
                    </a:cubicBezTo>
                    <a:cubicBezTo>
                      <a:pt x="187631" y="186233"/>
                      <a:pt x="187631" y="184943"/>
                      <a:pt x="188913" y="183654"/>
                    </a:cubicBezTo>
                    <a:cubicBezTo>
                      <a:pt x="188913" y="183654"/>
                      <a:pt x="188913" y="182364"/>
                      <a:pt x="187631" y="182364"/>
                    </a:cubicBezTo>
                    <a:cubicBezTo>
                      <a:pt x="185066" y="174625"/>
                      <a:pt x="182502" y="166886"/>
                      <a:pt x="179937" y="159147"/>
                    </a:cubicBezTo>
                    <a:cubicBezTo>
                      <a:pt x="178655" y="157857"/>
                      <a:pt x="178655" y="157857"/>
                      <a:pt x="177373" y="156567"/>
                    </a:cubicBezTo>
                    <a:cubicBezTo>
                      <a:pt x="176091" y="153987"/>
                      <a:pt x="174809" y="153987"/>
                      <a:pt x="173526" y="155277"/>
                    </a:cubicBezTo>
                    <a:close/>
                    <a:moveTo>
                      <a:pt x="196118" y="139382"/>
                    </a:moveTo>
                    <a:cubicBezTo>
                      <a:pt x="192088" y="140652"/>
                      <a:pt x="192088" y="143192"/>
                      <a:pt x="193431" y="145732"/>
                    </a:cubicBezTo>
                    <a:cubicBezTo>
                      <a:pt x="197461" y="150812"/>
                      <a:pt x="200148" y="155892"/>
                      <a:pt x="204178" y="160972"/>
                    </a:cubicBezTo>
                    <a:cubicBezTo>
                      <a:pt x="204178" y="162242"/>
                      <a:pt x="205521" y="163512"/>
                      <a:pt x="205521" y="163512"/>
                    </a:cubicBezTo>
                    <a:cubicBezTo>
                      <a:pt x="205521" y="163512"/>
                      <a:pt x="206864" y="163512"/>
                      <a:pt x="206864" y="163512"/>
                    </a:cubicBezTo>
                    <a:cubicBezTo>
                      <a:pt x="208208" y="162242"/>
                      <a:pt x="208208" y="162242"/>
                      <a:pt x="209551" y="160972"/>
                    </a:cubicBezTo>
                    <a:cubicBezTo>
                      <a:pt x="208208" y="159702"/>
                      <a:pt x="208208" y="158432"/>
                      <a:pt x="208208" y="157162"/>
                    </a:cubicBezTo>
                    <a:cubicBezTo>
                      <a:pt x="206864" y="149542"/>
                      <a:pt x="201491" y="144462"/>
                      <a:pt x="197461" y="139382"/>
                    </a:cubicBezTo>
                    <a:cubicBezTo>
                      <a:pt x="197461" y="138112"/>
                      <a:pt x="196118" y="138112"/>
                      <a:pt x="196118" y="139382"/>
                    </a:cubicBezTo>
                    <a:close/>
                    <a:moveTo>
                      <a:pt x="204470" y="131762"/>
                    </a:moveTo>
                    <a:cubicBezTo>
                      <a:pt x="203200" y="131762"/>
                      <a:pt x="203200" y="132896"/>
                      <a:pt x="203200" y="132896"/>
                    </a:cubicBezTo>
                    <a:cubicBezTo>
                      <a:pt x="204470" y="134030"/>
                      <a:pt x="205740" y="135164"/>
                      <a:pt x="207010" y="135164"/>
                    </a:cubicBezTo>
                    <a:cubicBezTo>
                      <a:pt x="208280" y="134030"/>
                      <a:pt x="207010" y="132896"/>
                      <a:pt x="205740" y="131762"/>
                    </a:cubicBezTo>
                    <a:cubicBezTo>
                      <a:pt x="205740" y="131762"/>
                      <a:pt x="204470" y="131762"/>
                      <a:pt x="204470" y="131762"/>
                    </a:cubicBezTo>
                    <a:close/>
                    <a:moveTo>
                      <a:pt x="138936" y="117474"/>
                    </a:moveTo>
                    <a:cubicBezTo>
                      <a:pt x="137643" y="117474"/>
                      <a:pt x="137643" y="118784"/>
                      <a:pt x="136349" y="118784"/>
                    </a:cubicBezTo>
                    <a:cubicBezTo>
                      <a:pt x="132469" y="121403"/>
                      <a:pt x="129881" y="124023"/>
                      <a:pt x="126001" y="126642"/>
                    </a:cubicBezTo>
                    <a:cubicBezTo>
                      <a:pt x="104011" y="142358"/>
                      <a:pt x="82021" y="156765"/>
                      <a:pt x="60031" y="172481"/>
                    </a:cubicBezTo>
                    <a:cubicBezTo>
                      <a:pt x="60031" y="172481"/>
                      <a:pt x="58738" y="173791"/>
                      <a:pt x="58738" y="173791"/>
                    </a:cubicBezTo>
                    <a:cubicBezTo>
                      <a:pt x="58738" y="173791"/>
                      <a:pt x="60031" y="173791"/>
                      <a:pt x="60031" y="173791"/>
                    </a:cubicBezTo>
                    <a:cubicBezTo>
                      <a:pt x="61325" y="173791"/>
                      <a:pt x="62619" y="173791"/>
                      <a:pt x="63912" y="173791"/>
                    </a:cubicBezTo>
                    <a:cubicBezTo>
                      <a:pt x="70380" y="173791"/>
                      <a:pt x="75554" y="177720"/>
                      <a:pt x="78141" y="182959"/>
                    </a:cubicBezTo>
                    <a:cubicBezTo>
                      <a:pt x="79434" y="184268"/>
                      <a:pt x="80728" y="186888"/>
                      <a:pt x="82021" y="188197"/>
                    </a:cubicBezTo>
                    <a:cubicBezTo>
                      <a:pt x="88489" y="196055"/>
                      <a:pt x="92369" y="205223"/>
                      <a:pt x="94956" y="214391"/>
                    </a:cubicBezTo>
                    <a:cubicBezTo>
                      <a:pt x="94956" y="217010"/>
                      <a:pt x="94956" y="219630"/>
                      <a:pt x="96250" y="222249"/>
                    </a:cubicBezTo>
                    <a:cubicBezTo>
                      <a:pt x="100131" y="222249"/>
                      <a:pt x="101424" y="218320"/>
                      <a:pt x="102718" y="217010"/>
                    </a:cubicBezTo>
                    <a:cubicBezTo>
                      <a:pt x="105305" y="214391"/>
                      <a:pt x="107892" y="211772"/>
                      <a:pt x="109185" y="209152"/>
                    </a:cubicBezTo>
                    <a:cubicBezTo>
                      <a:pt x="111772" y="207843"/>
                      <a:pt x="111772" y="206533"/>
                      <a:pt x="110479" y="205223"/>
                    </a:cubicBezTo>
                    <a:cubicBezTo>
                      <a:pt x="106598" y="199985"/>
                      <a:pt x="102718" y="194746"/>
                      <a:pt x="97544" y="192126"/>
                    </a:cubicBezTo>
                    <a:cubicBezTo>
                      <a:pt x="96250" y="190817"/>
                      <a:pt x="96250" y="189507"/>
                      <a:pt x="96250" y="188197"/>
                    </a:cubicBezTo>
                    <a:cubicBezTo>
                      <a:pt x="97544" y="184268"/>
                      <a:pt x="98837" y="181649"/>
                      <a:pt x="102718" y="180339"/>
                    </a:cubicBezTo>
                    <a:cubicBezTo>
                      <a:pt x="107892" y="179030"/>
                      <a:pt x="111772" y="176410"/>
                      <a:pt x="115653" y="175100"/>
                    </a:cubicBezTo>
                    <a:cubicBezTo>
                      <a:pt x="118240" y="173791"/>
                      <a:pt x="122120" y="172481"/>
                      <a:pt x="124707" y="169862"/>
                    </a:cubicBezTo>
                    <a:cubicBezTo>
                      <a:pt x="129881" y="167242"/>
                      <a:pt x="135056" y="163313"/>
                      <a:pt x="140230" y="160694"/>
                    </a:cubicBezTo>
                    <a:cubicBezTo>
                      <a:pt x="147991" y="154145"/>
                      <a:pt x="155752" y="148907"/>
                      <a:pt x="162219" y="141049"/>
                    </a:cubicBezTo>
                    <a:cubicBezTo>
                      <a:pt x="163513" y="139739"/>
                      <a:pt x="163513" y="139739"/>
                      <a:pt x="163513" y="138429"/>
                    </a:cubicBezTo>
                    <a:cubicBezTo>
                      <a:pt x="155752" y="130571"/>
                      <a:pt x="147991" y="124023"/>
                      <a:pt x="140230" y="118784"/>
                    </a:cubicBezTo>
                    <a:cubicBezTo>
                      <a:pt x="140230" y="117474"/>
                      <a:pt x="138936" y="117474"/>
                      <a:pt x="138936" y="117474"/>
                    </a:cubicBezTo>
                    <a:close/>
                    <a:moveTo>
                      <a:pt x="219220" y="115887"/>
                    </a:moveTo>
                    <a:cubicBezTo>
                      <a:pt x="216622" y="117186"/>
                      <a:pt x="214024" y="118485"/>
                      <a:pt x="212725" y="122382"/>
                    </a:cubicBezTo>
                    <a:cubicBezTo>
                      <a:pt x="212725" y="123680"/>
                      <a:pt x="215323" y="124979"/>
                      <a:pt x="215323" y="126278"/>
                    </a:cubicBezTo>
                    <a:cubicBezTo>
                      <a:pt x="216622" y="128876"/>
                      <a:pt x="219220" y="131474"/>
                      <a:pt x="220518" y="134071"/>
                    </a:cubicBezTo>
                    <a:cubicBezTo>
                      <a:pt x="221817" y="136669"/>
                      <a:pt x="223116" y="140566"/>
                      <a:pt x="224415" y="143163"/>
                    </a:cubicBezTo>
                    <a:cubicBezTo>
                      <a:pt x="224415" y="143163"/>
                      <a:pt x="225714" y="144462"/>
                      <a:pt x="225714" y="144462"/>
                    </a:cubicBezTo>
                    <a:cubicBezTo>
                      <a:pt x="225714" y="143163"/>
                      <a:pt x="225714" y="143163"/>
                      <a:pt x="227013" y="141865"/>
                    </a:cubicBezTo>
                    <a:cubicBezTo>
                      <a:pt x="225714" y="134071"/>
                      <a:pt x="224415" y="124979"/>
                      <a:pt x="221817" y="117186"/>
                    </a:cubicBezTo>
                    <a:cubicBezTo>
                      <a:pt x="220518" y="117186"/>
                      <a:pt x="220518" y="115887"/>
                      <a:pt x="220518" y="115887"/>
                    </a:cubicBezTo>
                    <a:cubicBezTo>
                      <a:pt x="220518" y="115887"/>
                      <a:pt x="219220" y="115887"/>
                      <a:pt x="219220" y="115887"/>
                    </a:cubicBezTo>
                    <a:close/>
                    <a:moveTo>
                      <a:pt x="206375" y="96837"/>
                    </a:moveTo>
                    <a:cubicBezTo>
                      <a:pt x="206375" y="96837"/>
                      <a:pt x="206375" y="98425"/>
                      <a:pt x="206375" y="98425"/>
                    </a:cubicBezTo>
                    <a:cubicBezTo>
                      <a:pt x="206375" y="100013"/>
                      <a:pt x="206375" y="100013"/>
                      <a:pt x="207169" y="101600"/>
                    </a:cubicBezTo>
                    <a:cubicBezTo>
                      <a:pt x="207169" y="101600"/>
                      <a:pt x="207169" y="101600"/>
                      <a:pt x="207963" y="101600"/>
                    </a:cubicBezTo>
                    <a:cubicBezTo>
                      <a:pt x="207963" y="101600"/>
                      <a:pt x="207963" y="101600"/>
                      <a:pt x="207963" y="100013"/>
                    </a:cubicBezTo>
                    <a:cubicBezTo>
                      <a:pt x="207963" y="100013"/>
                      <a:pt x="207963" y="98425"/>
                      <a:pt x="207169" y="98425"/>
                    </a:cubicBezTo>
                    <a:cubicBezTo>
                      <a:pt x="207169" y="96837"/>
                      <a:pt x="207169" y="96837"/>
                      <a:pt x="206375" y="96837"/>
                    </a:cubicBezTo>
                    <a:close/>
                    <a:moveTo>
                      <a:pt x="307146" y="28272"/>
                    </a:moveTo>
                    <a:cubicBezTo>
                      <a:pt x="305851" y="29557"/>
                      <a:pt x="304557" y="30843"/>
                      <a:pt x="303262" y="33413"/>
                    </a:cubicBezTo>
                    <a:cubicBezTo>
                      <a:pt x="290318" y="47549"/>
                      <a:pt x="276079" y="60400"/>
                      <a:pt x="261841" y="74537"/>
                    </a:cubicBezTo>
                    <a:cubicBezTo>
                      <a:pt x="252779" y="82247"/>
                      <a:pt x="245013" y="91243"/>
                      <a:pt x="235952" y="98954"/>
                    </a:cubicBezTo>
                    <a:cubicBezTo>
                      <a:pt x="233363" y="100239"/>
                      <a:pt x="233363" y="102809"/>
                      <a:pt x="234657" y="105380"/>
                    </a:cubicBezTo>
                    <a:cubicBezTo>
                      <a:pt x="238541" y="114375"/>
                      <a:pt x="242424" y="123371"/>
                      <a:pt x="243718" y="133652"/>
                    </a:cubicBezTo>
                    <a:cubicBezTo>
                      <a:pt x="243718" y="134937"/>
                      <a:pt x="245013" y="134937"/>
                      <a:pt x="246307" y="134937"/>
                    </a:cubicBezTo>
                    <a:cubicBezTo>
                      <a:pt x="247602" y="133652"/>
                      <a:pt x="248896" y="132367"/>
                      <a:pt x="250191" y="131082"/>
                    </a:cubicBezTo>
                    <a:cubicBezTo>
                      <a:pt x="264429" y="115660"/>
                      <a:pt x="281257" y="105380"/>
                      <a:pt x="300673" y="97669"/>
                    </a:cubicBezTo>
                    <a:cubicBezTo>
                      <a:pt x="304557" y="95099"/>
                      <a:pt x="308440" y="92528"/>
                      <a:pt x="313618" y="89958"/>
                    </a:cubicBezTo>
                    <a:cubicBezTo>
                      <a:pt x="316207" y="88673"/>
                      <a:pt x="317501" y="86103"/>
                      <a:pt x="317501" y="82247"/>
                    </a:cubicBezTo>
                    <a:cubicBezTo>
                      <a:pt x="317501" y="79677"/>
                      <a:pt x="317501" y="77107"/>
                      <a:pt x="317501" y="74537"/>
                    </a:cubicBezTo>
                    <a:cubicBezTo>
                      <a:pt x="317501" y="70681"/>
                      <a:pt x="317501" y="65541"/>
                      <a:pt x="316207" y="61685"/>
                    </a:cubicBezTo>
                    <a:cubicBezTo>
                      <a:pt x="314912" y="52690"/>
                      <a:pt x="313618" y="42409"/>
                      <a:pt x="311029" y="33413"/>
                    </a:cubicBezTo>
                    <a:cubicBezTo>
                      <a:pt x="311029" y="32128"/>
                      <a:pt x="311029" y="29557"/>
                      <a:pt x="309734" y="28272"/>
                    </a:cubicBezTo>
                    <a:cubicBezTo>
                      <a:pt x="309734" y="26987"/>
                      <a:pt x="308440" y="26987"/>
                      <a:pt x="307146" y="28272"/>
                    </a:cubicBezTo>
                    <a:close/>
                    <a:moveTo>
                      <a:pt x="228600" y="17173"/>
                    </a:moveTo>
                    <a:cubicBezTo>
                      <a:pt x="226020" y="15874"/>
                      <a:pt x="223441" y="18471"/>
                      <a:pt x="220861" y="22368"/>
                    </a:cubicBezTo>
                    <a:cubicBezTo>
                      <a:pt x="220861" y="24966"/>
                      <a:pt x="218281" y="26265"/>
                      <a:pt x="216991" y="27564"/>
                    </a:cubicBezTo>
                    <a:cubicBezTo>
                      <a:pt x="215702" y="30162"/>
                      <a:pt x="214412" y="31461"/>
                      <a:pt x="211832" y="34058"/>
                    </a:cubicBezTo>
                    <a:cubicBezTo>
                      <a:pt x="209252" y="39254"/>
                      <a:pt x="205383" y="45748"/>
                      <a:pt x="201513" y="50944"/>
                    </a:cubicBezTo>
                    <a:cubicBezTo>
                      <a:pt x="198934" y="56139"/>
                      <a:pt x="196354" y="60036"/>
                      <a:pt x="192484" y="63933"/>
                    </a:cubicBezTo>
                    <a:cubicBezTo>
                      <a:pt x="191194" y="65231"/>
                      <a:pt x="189905" y="66530"/>
                      <a:pt x="188615" y="67829"/>
                    </a:cubicBezTo>
                    <a:cubicBezTo>
                      <a:pt x="187325" y="69128"/>
                      <a:pt x="187325" y="70427"/>
                      <a:pt x="188615" y="70427"/>
                    </a:cubicBezTo>
                    <a:cubicBezTo>
                      <a:pt x="200223" y="74324"/>
                      <a:pt x="210542" y="78220"/>
                      <a:pt x="219571" y="86013"/>
                    </a:cubicBezTo>
                    <a:cubicBezTo>
                      <a:pt x="220861" y="87312"/>
                      <a:pt x="222151" y="87312"/>
                      <a:pt x="223441" y="86013"/>
                    </a:cubicBezTo>
                    <a:cubicBezTo>
                      <a:pt x="224730" y="86013"/>
                      <a:pt x="224730" y="86013"/>
                      <a:pt x="226020" y="84715"/>
                    </a:cubicBezTo>
                    <a:cubicBezTo>
                      <a:pt x="238919" y="71726"/>
                      <a:pt x="253107" y="58737"/>
                      <a:pt x="267295" y="45748"/>
                    </a:cubicBezTo>
                    <a:cubicBezTo>
                      <a:pt x="269875" y="43151"/>
                      <a:pt x="269875" y="43151"/>
                      <a:pt x="268585" y="39254"/>
                    </a:cubicBezTo>
                    <a:cubicBezTo>
                      <a:pt x="259556" y="26265"/>
                      <a:pt x="246658" y="19770"/>
                      <a:pt x="228600" y="17173"/>
                    </a:cubicBezTo>
                    <a:close/>
                    <a:moveTo>
                      <a:pt x="223344" y="0"/>
                    </a:moveTo>
                    <a:cubicBezTo>
                      <a:pt x="227217" y="1297"/>
                      <a:pt x="229799" y="1297"/>
                      <a:pt x="233672" y="1297"/>
                    </a:cubicBezTo>
                    <a:cubicBezTo>
                      <a:pt x="237545" y="1297"/>
                      <a:pt x="242709" y="2594"/>
                      <a:pt x="246582" y="3891"/>
                    </a:cubicBezTo>
                    <a:cubicBezTo>
                      <a:pt x="260783" y="9079"/>
                      <a:pt x="272402" y="16861"/>
                      <a:pt x="281439" y="27238"/>
                    </a:cubicBezTo>
                    <a:cubicBezTo>
                      <a:pt x="282730" y="28535"/>
                      <a:pt x="284021" y="28535"/>
                      <a:pt x="285312" y="27238"/>
                    </a:cubicBezTo>
                    <a:cubicBezTo>
                      <a:pt x="290476" y="22049"/>
                      <a:pt x="295640" y="16861"/>
                      <a:pt x="300804" y="11673"/>
                    </a:cubicBezTo>
                    <a:cubicBezTo>
                      <a:pt x="304677" y="7782"/>
                      <a:pt x="311132" y="7782"/>
                      <a:pt x="315005" y="12970"/>
                    </a:cubicBezTo>
                    <a:cubicBezTo>
                      <a:pt x="316296" y="15564"/>
                      <a:pt x="317587" y="18158"/>
                      <a:pt x="318878" y="22049"/>
                    </a:cubicBezTo>
                    <a:cubicBezTo>
                      <a:pt x="324042" y="37614"/>
                      <a:pt x="329206" y="54475"/>
                      <a:pt x="329206" y="71336"/>
                    </a:cubicBezTo>
                    <a:cubicBezTo>
                      <a:pt x="329206" y="72633"/>
                      <a:pt x="329206" y="73930"/>
                      <a:pt x="329206" y="75227"/>
                    </a:cubicBezTo>
                    <a:cubicBezTo>
                      <a:pt x="331788" y="79119"/>
                      <a:pt x="329206" y="84307"/>
                      <a:pt x="330497" y="89495"/>
                    </a:cubicBezTo>
                    <a:cubicBezTo>
                      <a:pt x="330497" y="93386"/>
                      <a:pt x="329206" y="97277"/>
                      <a:pt x="327915" y="101168"/>
                    </a:cubicBezTo>
                    <a:cubicBezTo>
                      <a:pt x="326624" y="102465"/>
                      <a:pt x="326624" y="102465"/>
                      <a:pt x="325333" y="103762"/>
                    </a:cubicBezTo>
                    <a:cubicBezTo>
                      <a:pt x="321460" y="103762"/>
                      <a:pt x="318878" y="107653"/>
                      <a:pt x="316296" y="108950"/>
                    </a:cubicBezTo>
                    <a:cubicBezTo>
                      <a:pt x="312423" y="111544"/>
                      <a:pt x="309841" y="112841"/>
                      <a:pt x="305968" y="114138"/>
                    </a:cubicBezTo>
                    <a:cubicBezTo>
                      <a:pt x="295640" y="116732"/>
                      <a:pt x="286603" y="120623"/>
                      <a:pt x="277566" y="127108"/>
                    </a:cubicBezTo>
                    <a:cubicBezTo>
                      <a:pt x="267238" y="134890"/>
                      <a:pt x="258201" y="143970"/>
                      <a:pt x="247873" y="151752"/>
                    </a:cubicBezTo>
                    <a:cubicBezTo>
                      <a:pt x="246582" y="153049"/>
                      <a:pt x="245291" y="154346"/>
                      <a:pt x="246582" y="155643"/>
                    </a:cubicBezTo>
                    <a:cubicBezTo>
                      <a:pt x="247873" y="156940"/>
                      <a:pt x="247873" y="158237"/>
                      <a:pt x="249164" y="158237"/>
                    </a:cubicBezTo>
                    <a:cubicBezTo>
                      <a:pt x="253037" y="163425"/>
                      <a:pt x="254328" y="169910"/>
                      <a:pt x="253037" y="175098"/>
                    </a:cubicBezTo>
                    <a:cubicBezTo>
                      <a:pt x="253037" y="178989"/>
                      <a:pt x="253037" y="182880"/>
                      <a:pt x="251746" y="186771"/>
                    </a:cubicBezTo>
                    <a:cubicBezTo>
                      <a:pt x="251746" y="190662"/>
                      <a:pt x="251746" y="194553"/>
                      <a:pt x="253037" y="197147"/>
                    </a:cubicBezTo>
                    <a:cubicBezTo>
                      <a:pt x="259492" y="206227"/>
                      <a:pt x="264656" y="215306"/>
                      <a:pt x="273693" y="223088"/>
                    </a:cubicBezTo>
                    <a:cubicBezTo>
                      <a:pt x="278857" y="229573"/>
                      <a:pt x="285312" y="236058"/>
                      <a:pt x="293058" y="239949"/>
                    </a:cubicBezTo>
                    <a:cubicBezTo>
                      <a:pt x="294349" y="241246"/>
                      <a:pt x="295640" y="242543"/>
                      <a:pt x="295640" y="242543"/>
                    </a:cubicBezTo>
                    <a:cubicBezTo>
                      <a:pt x="298222" y="245137"/>
                      <a:pt x="298222" y="247731"/>
                      <a:pt x="296931" y="250325"/>
                    </a:cubicBezTo>
                    <a:cubicBezTo>
                      <a:pt x="296931" y="251622"/>
                      <a:pt x="294349" y="252919"/>
                      <a:pt x="293058" y="252919"/>
                    </a:cubicBezTo>
                    <a:cubicBezTo>
                      <a:pt x="287894" y="252919"/>
                      <a:pt x="284021" y="252919"/>
                      <a:pt x="280148" y="254216"/>
                    </a:cubicBezTo>
                    <a:cubicBezTo>
                      <a:pt x="277566" y="254216"/>
                      <a:pt x="274984" y="252919"/>
                      <a:pt x="273693" y="255513"/>
                    </a:cubicBezTo>
                    <a:cubicBezTo>
                      <a:pt x="273693" y="256810"/>
                      <a:pt x="274984" y="259404"/>
                      <a:pt x="274984" y="260702"/>
                    </a:cubicBezTo>
                    <a:cubicBezTo>
                      <a:pt x="274984" y="265890"/>
                      <a:pt x="272402" y="269781"/>
                      <a:pt x="265947" y="268484"/>
                    </a:cubicBezTo>
                    <a:cubicBezTo>
                      <a:pt x="265947" y="268484"/>
                      <a:pt x="264656" y="268484"/>
                      <a:pt x="263365" y="268484"/>
                    </a:cubicBezTo>
                    <a:cubicBezTo>
                      <a:pt x="263365" y="269781"/>
                      <a:pt x="262074" y="269781"/>
                      <a:pt x="262074" y="269781"/>
                    </a:cubicBezTo>
                    <a:cubicBezTo>
                      <a:pt x="263365" y="271078"/>
                      <a:pt x="264656" y="272375"/>
                      <a:pt x="264656" y="273672"/>
                    </a:cubicBezTo>
                    <a:cubicBezTo>
                      <a:pt x="267238" y="277563"/>
                      <a:pt x="267238" y="280157"/>
                      <a:pt x="265947" y="284048"/>
                    </a:cubicBezTo>
                    <a:cubicBezTo>
                      <a:pt x="263365" y="287939"/>
                      <a:pt x="259492" y="290533"/>
                      <a:pt x="255619" y="287939"/>
                    </a:cubicBezTo>
                    <a:cubicBezTo>
                      <a:pt x="251746" y="286642"/>
                      <a:pt x="247873" y="284048"/>
                      <a:pt x="244000" y="281454"/>
                    </a:cubicBezTo>
                    <a:cubicBezTo>
                      <a:pt x="242709" y="281454"/>
                      <a:pt x="241418" y="280157"/>
                      <a:pt x="240127" y="280157"/>
                    </a:cubicBezTo>
                    <a:cubicBezTo>
                      <a:pt x="240127" y="280157"/>
                      <a:pt x="238836" y="281454"/>
                      <a:pt x="238836" y="281454"/>
                    </a:cubicBezTo>
                    <a:cubicBezTo>
                      <a:pt x="238836" y="282751"/>
                      <a:pt x="238836" y="282751"/>
                      <a:pt x="238836" y="284048"/>
                    </a:cubicBezTo>
                    <a:cubicBezTo>
                      <a:pt x="238836" y="289236"/>
                      <a:pt x="238836" y="293127"/>
                      <a:pt x="238836" y="298315"/>
                    </a:cubicBezTo>
                    <a:cubicBezTo>
                      <a:pt x="238836" y="302206"/>
                      <a:pt x="236254" y="303503"/>
                      <a:pt x="232381" y="304800"/>
                    </a:cubicBezTo>
                    <a:cubicBezTo>
                      <a:pt x="231090" y="304800"/>
                      <a:pt x="228508" y="304800"/>
                      <a:pt x="227217" y="304800"/>
                    </a:cubicBezTo>
                    <a:cubicBezTo>
                      <a:pt x="225926" y="304800"/>
                      <a:pt x="224635" y="304800"/>
                      <a:pt x="223344" y="303503"/>
                    </a:cubicBezTo>
                    <a:cubicBezTo>
                      <a:pt x="219471" y="298315"/>
                      <a:pt x="214307" y="295721"/>
                      <a:pt x="211725" y="289236"/>
                    </a:cubicBezTo>
                    <a:cubicBezTo>
                      <a:pt x="206561" y="281454"/>
                      <a:pt x="202688" y="273672"/>
                      <a:pt x="202688" y="263296"/>
                    </a:cubicBezTo>
                    <a:cubicBezTo>
                      <a:pt x="202688" y="249028"/>
                      <a:pt x="203979" y="233464"/>
                      <a:pt x="209143" y="219197"/>
                    </a:cubicBezTo>
                    <a:cubicBezTo>
                      <a:pt x="209143" y="216603"/>
                      <a:pt x="210434" y="215306"/>
                      <a:pt x="210434" y="214009"/>
                    </a:cubicBezTo>
                    <a:cubicBezTo>
                      <a:pt x="211725" y="211415"/>
                      <a:pt x="210434" y="210118"/>
                      <a:pt x="209143" y="208821"/>
                    </a:cubicBezTo>
                    <a:cubicBezTo>
                      <a:pt x="203979" y="207524"/>
                      <a:pt x="201397" y="206227"/>
                      <a:pt x="198815" y="202336"/>
                    </a:cubicBezTo>
                    <a:cubicBezTo>
                      <a:pt x="197524" y="201039"/>
                      <a:pt x="196233" y="199742"/>
                      <a:pt x="193651" y="201039"/>
                    </a:cubicBezTo>
                    <a:cubicBezTo>
                      <a:pt x="182032" y="210118"/>
                      <a:pt x="171703" y="219197"/>
                      <a:pt x="162666" y="230870"/>
                    </a:cubicBezTo>
                    <a:cubicBezTo>
                      <a:pt x="158793" y="237355"/>
                      <a:pt x="153629" y="243840"/>
                      <a:pt x="148465" y="249028"/>
                    </a:cubicBezTo>
                    <a:cubicBezTo>
                      <a:pt x="140719" y="255513"/>
                      <a:pt x="134264" y="263296"/>
                      <a:pt x="127809" y="269781"/>
                    </a:cubicBezTo>
                    <a:cubicBezTo>
                      <a:pt x="127809" y="271078"/>
                      <a:pt x="126518" y="272375"/>
                      <a:pt x="126518" y="272375"/>
                    </a:cubicBezTo>
                    <a:cubicBezTo>
                      <a:pt x="117481" y="278860"/>
                      <a:pt x="109735" y="287939"/>
                      <a:pt x="100698" y="294424"/>
                    </a:cubicBezTo>
                    <a:cubicBezTo>
                      <a:pt x="99407" y="295721"/>
                      <a:pt x="98116" y="297018"/>
                      <a:pt x="96825" y="297018"/>
                    </a:cubicBezTo>
                    <a:cubicBezTo>
                      <a:pt x="90370" y="302206"/>
                      <a:pt x="81333" y="303503"/>
                      <a:pt x="72296" y="303503"/>
                    </a:cubicBezTo>
                    <a:cubicBezTo>
                      <a:pt x="65841" y="303503"/>
                      <a:pt x="60677" y="302206"/>
                      <a:pt x="54222" y="300909"/>
                    </a:cubicBezTo>
                    <a:cubicBezTo>
                      <a:pt x="50349" y="300909"/>
                      <a:pt x="47767" y="299612"/>
                      <a:pt x="45185" y="298315"/>
                    </a:cubicBezTo>
                    <a:cubicBezTo>
                      <a:pt x="33566" y="291830"/>
                      <a:pt x="23238" y="284048"/>
                      <a:pt x="14201" y="273672"/>
                    </a:cubicBezTo>
                    <a:cubicBezTo>
                      <a:pt x="11619" y="269781"/>
                      <a:pt x="9037" y="265890"/>
                      <a:pt x="6455" y="260702"/>
                    </a:cubicBezTo>
                    <a:cubicBezTo>
                      <a:pt x="3873" y="252919"/>
                      <a:pt x="2582" y="245137"/>
                      <a:pt x="0" y="238652"/>
                    </a:cubicBezTo>
                    <a:cubicBezTo>
                      <a:pt x="0" y="237355"/>
                      <a:pt x="0" y="236058"/>
                      <a:pt x="0" y="236058"/>
                    </a:cubicBezTo>
                    <a:cubicBezTo>
                      <a:pt x="0" y="224385"/>
                      <a:pt x="1291" y="212712"/>
                      <a:pt x="5164" y="202336"/>
                    </a:cubicBezTo>
                    <a:cubicBezTo>
                      <a:pt x="7746" y="197147"/>
                      <a:pt x="11619" y="191959"/>
                      <a:pt x="16783" y="188068"/>
                    </a:cubicBezTo>
                    <a:cubicBezTo>
                      <a:pt x="19365" y="185474"/>
                      <a:pt x="21947" y="182880"/>
                      <a:pt x="24529" y="180286"/>
                    </a:cubicBezTo>
                    <a:cubicBezTo>
                      <a:pt x="25820" y="178989"/>
                      <a:pt x="28402" y="177692"/>
                      <a:pt x="29693" y="176395"/>
                    </a:cubicBezTo>
                    <a:cubicBezTo>
                      <a:pt x="32275" y="175098"/>
                      <a:pt x="34857" y="175098"/>
                      <a:pt x="37439" y="172504"/>
                    </a:cubicBezTo>
                    <a:cubicBezTo>
                      <a:pt x="60677" y="153049"/>
                      <a:pt x="86497" y="134890"/>
                      <a:pt x="112317" y="118029"/>
                    </a:cubicBezTo>
                    <a:cubicBezTo>
                      <a:pt x="121354" y="111544"/>
                      <a:pt x="130391" y="105059"/>
                      <a:pt x="138137" y="95980"/>
                    </a:cubicBezTo>
                    <a:cubicBezTo>
                      <a:pt x="143301" y="90792"/>
                      <a:pt x="148465" y="86901"/>
                      <a:pt x="153629" y="81713"/>
                    </a:cubicBezTo>
                    <a:cubicBezTo>
                      <a:pt x="160084" y="75227"/>
                      <a:pt x="165248" y="70039"/>
                      <a:pt x="171703" y="63554"/>
                    </a:cubicBezTo>
                    <a:cubicBezTo>
                      <a:pt x="175576" y="59663"/>
                      <a:pt x="178158" y="55772"/>
                      <a:pt x="182032" y="51881"/>
                    </a:cubicBezTo>
                    <a:cubicBezTo>
                      <a:pt x="184614" y="49287"/>
                      <a:pt x="185905" y="46693"/>
                      <a:pt x="187196" y="44099"/>
                    </a:cubicBezTo>
                    <a:cubicBezTo>
                      <a:pt x="193651" y="35020"/>
                      <a:pt x="198815" y="25940"/>
                      <a:pt x="205270" y="16861"/>
                    </a:cubicBezTo>
                    <a:cubicBezTo>
                      <a:pt x="206561" y="14267"/>
                      <a:pt x="207852" y="11673"/>
                      <a:pt x="209143" y="9079"/>
                    </a:cubicBezTo>
                    <a:cubicBezTo>
                      <a:pt x="210434" y="6485"/>
                      <a:pt x="211725" y="3891"/>
                      <a:pt x="214307" y="2594"/>
                    </a:cubicBezTo>
                    <a:cubicBezTo>
                      <a:pt x="216889" y="0"/>
                      <a:pt x="219471" y="0"/>
                      <a:pt x="22334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3D90BC4-3F9C-9457-CE06-EACC1AB19EC3}"/>
              </a:ext>
            </a:extLst>
          </p:cNvPr>
          <p:cNvGrpSpPr/>
          <p:nvPr/>
        </p:nvGrpSpPr>
        <p:grpSpPr>
          <a:xfrm>
            <a:off x="6827014" y="1277983"/>
            <a:ext cx="3264037" cy="770775"/>
            <a:chOff x="5436364" y="1277983"/>
            <a:chExt cx="3264037" cy="770775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E896029-2B84-6005-5453-3DC56604E0C8}"/>
                </a:ext>
              </a:extLst>
            </p:cNvPr>
            <p:cNvSpPr/>
            <p:nvPr/>
          </p:nvSpPr>
          <p:spPr>
            <a:xfrm>
              <a:off x="6458427" y="1321738"/>
              <a:ext cx="2241974" cy="47666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例子</a:t>
              </a: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3965DE42-F4A2-D7C7-3166-4B3118753941}"/>
                </a:ext>
              </a:extLst>
            </p:cNvPr>
            <p:cNvGrpSpPr/>
            <p:nvPr/>
          </p:nvGrpSpPr>
          <p:grpSpPr>
            <a:xfrm>
              <a:off x="5436364" y="1277983"/>
              <a:ext cx="770775" cy="770775"/>
              <a:chOff x="5436364" y="1438395"/>
              <a:chExt cx="770775" cy="770775"/>
            </a:xfrm>
          </p:grpSpPr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D6336831-F7AB-8BFF-AFC3-D63EC7D4F402}"/>
                  </a:ext>
                </a:extLst>
              </p:cNvPr>
              <p:cNvSpPr/>
              <p:nvPr/>
            </p:nvSpPr>
            <p:spPr>
              <a:xfrm>
                <a:off x="5436364" y="1438395"/>
                <a:ext cx="770775" cy="770775"/>
              </a:xfrm>
              <a:prstGeom prst="ellipse">
                <a:avLst/>
              </a:prstGeom>
              <a:solidFill>
                <a:srgbClr val="B1B5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24">
                <a:extLst>
                  <a:ext uri="{FF2B5EF4-FFF2-40B4-BE49-F238E27FC236}">
                    <a16:creationId xmlns:a16="http://schemas.microsoft.com/office/drawing/2014/main" id="{A8CAFC9E-4561-0E18-7E55-9FAB5FB83357}"/>
                  </a:ext>
                </a:extLst>
              </p:cNvPr>
              <p:cNvSpPr/>
              <p:nvPr/>
            </p:nvSpPr>
            <p:spPr>
              <a:xfrm>
                <a:off x="5591593" y="1659081"/>
                <a:ext cx="460318" cy="329404"/>
              </a:xfrm>
              <a:custGeom>
                <a:avLst/>
                <a:gdLst>
                  <a:gd name="connsiteX0" fmla="*/ 71046 w 330544"/>
                  <a:gd name="connsiteY0" fmla="*/ 161925 h 236538"/>
                  <a:gd name="connsiteX1" fmla="*/ 289130 w 330544"/>
                  <a:gd name="connsiteY1" fmla="*/ 161925 h 236538"/>
                  <a:gd name="connsiteX2" fmla="*/ 295620 w 330544"/>
                  <a:gd name="connsiteY2" fmla="*/ 169644 h 236538"/>
                  <a:gd name="connsiteX3" fmla="*/ 289130 w 330544"/>
                  <a:gd name="connsiteY3" fmla="*/ 177362 h 236538"/>
                  <a:gd name="connsiteX4" fmla="*/ 282639 w 330544"/>
                  <a:gd name="connsiteY4" fmla="*/ 177362 h 236538"/>
                  <a:gd name="connsiteX5" fmla="*/ 282639 w 330544"/>
                  <a:gd name="connsiteY5" fmla="*/ 222387 h 236538"/>
                  <a:gd name="connsiteX6" fmla="*/ 289130 w 330544"/>
                  <a:gd name="connsiteY6" fmla="*/ 222387 h 236538"/>
                  <a:gd name="connsiteX7" fmla="*/ 295620 w 330544"/>
                  <a:gd name="connsiteY7" fmla="*/ 230106 h 236538"/>
                  <a:gd name="connsiteX8" fmla="*/ 289130 w 330544"/>
                  <a:gd name="connsiteY8" fmla="*/ 236538 h 236538"/>
                  <a:gd name="connsiteX9" fmla="*/ 71046 w 330544"/>
                  <a:gd name="connsiteY9" fmla="*/ 236538 h 236538"/>
                  <a:gd name="connsiteX10" fmla="*/ 46382 w 330544"/>
                  <a:gd name="connsiteY10" fmla="*/ 213382 h 236538"/>
                  <a:gd name="connsiteX11" fmla="*/ 46382 w 330544"/>
                  <a:gd name="connsiteY11" fmla="*/ 186367 h 236538"/>
                  <a:gd name="connsiteX12" fmla="*/ 71046 w 330544"/>
                  <a:gd name="connsiteY12" fmla="*/ 161925 h 236538"/>
                  <a:gd name="connsiteX13" fmla="*/ 94007 w 330544"/>
                  <a:gd name="connsiteY13" fmla="*/ 104775 h 236538"/>
                  <a:gd name="connsiteX14" fmla="*/ 94007 w 330544"/>
                  <a:gd name="connsiteY14" fmla="*/ 134938 h 236538"/>
                  <a:gd name="connsiteX15" fmla="*/ 304347 w 330544"/>
                  <a:gd name="connsiteY15" fmla="*/ 134938 h 236538"/>
                  <a:gd name="connsiteX16" fmla="*/ 314670 w 330544"/>
                  <a:gd name="connsiteY16" fmla="*/ 123135 h 236538"/>
                  <a:gd name="connsiteX17" fmla="*/ 314670 w 330544"/>
                  <a:gd name="connsiteY17" fmla="*/ 115267 h 236538"/>
                  <a:gd name="connsiteX18" fmla="*/ 304347 w 330544"/>
                  <a:gd name="connsiteY18" fmla="*/ 104775 h 236538"/>
                  <a:gd name="connsiteX19" fmla="*/ 94007 w 330544"/>
                  <a:gd name="connsiteY19" fmla="*/ 104775 h 236538"/>
                  <a:gd name="connsiteX20" fmla="*/ 74808 w 330544"/>
                  <a:gd name="connsiteY20" fmla="*/ 88900 h 236538"/>
                  <a:gd name="connsiteX21" fmla="*/ 304581 w 330544"/>
                  <a:gd name="connsiteY21" fmla="*/ 88900 h 236538"/>
                  <a:gd name="connsiteX22" fmla="*/ 330544 w 330544"/>
                  <a:gd name="connsiteY22" fmla="*/ 114570 h 236538"/>
                  <a:gd name="connsiteX23" fmla="*/ 330544 w 330544"/>
                  <a:gd name="connsiteY23" fmla="*/ 122271 h 236538"/>
                  <a:gd name="connsiteX24" fmla="*/ 304581 w 330544"/>
                  <a:gd name="connsiteY24" fmla="*/ 149225 h 236538"/>
                  <a:gd name="connsiteX25" fmla="*/ 74808 w 330544"/>
                  <a:gd name="connsiteY25" fmla="*/ 149225 h 236538"/>
                  <a:gd name="connsiteX26" fmla="*/ 67019 w 330544"/>
                  <a:gd name="connsiteY26" fmla="*/ 141524 h 236538"/>
                  <a:gd name="connsiteX27" fmla="*/ 74808 w 330544"/>
                  <a:gd name="connsiteY27" fmla="*/ 133823 h 236538"/>
                  <a:gd name="connsiteX28" fmla="*/ 77404 w 330544"/>
                  <a:gd name="connsiteY28" fmla="*/ 133823 h 236538"/>
                  <a:gd name="connsiteX29" fmla="*/ 77404 w 330544"/>
                  <a:gd name="connsiteY29" fmla="*/ 104302 h 236538"/>
                  <a:gd name="connsiteX30" fmla="*/ 74808 w 330544"/>
                  <a:gd name="connsiteY30" fmla="*/ 104302 h 236538"/>
                  <a:gd name="connsiteX31" fmla="*/ 67019 w 330544"/>
                  <a:gd name="connsiteY31" fmla="*/ 96601 h 236538"/>
                  <a:gd name="connsiteX32" fmla="*/ 74808 w 330544"/>
                  <a:gd name="connsiteY32" fmla="*/ 88900 h 236538"/>
                  <a:gd name="connsiteX33" fmla="*/ 25972 w 330544"/>
                  <a:gd name="connsiteY33" fmla="*/ 0 h 236538"/>
                  <a:gd name="connsiteX34" fmla="*/ 308482 w 330544"/>
                  <a:gd name="connsiteY34" fmla="*/ 0 h 236538"/>
                  <a:gd name="connsiteX35" fmla="*/ 316257 w 330544"/>
                  <a:gd name="connsiteY35" fmla="*/ 7758 h 236538"/>
                  <a:gd name="connsiteX36" fmla="*/ 308482 w 330544"/>
                  <a:gd name="connsiteY36" fmla="*/ 15517 h 236538"/>
                  <a:gd name="connsiteX37" fmla="*/ 252757 w 330544"/>
                  <a:gd name="connsiteY37" fmla="*/ 15517 h 236538"/>
                  <a:gd name="connsiteX38" fmla="*/ 252757 w 330544"/>
                  <a:gd name="connsiteY38" fmla="*/ 69825 h 236538"/>
                  <a:gd name="connsiteX39" fmla="*/ 244982 w 330544"/>
                  <a:gd name="connsiteY39" fmla="*/ 76290 h 236538"/>
                  <a:gd name="connsiteX40" fmla="*/ 89472 w 330544"/>
                  <a:gd name="connsiteY40" fmla="*/ 76290 h 236538"/>
                  <a:gd name="connsiteX41" fmla="*/ 81696 w 330544"/>
                  <a:gd name="connsiteY41" fmla="*/ 69825 h 236538"/>
                  <a:gd name="connsiteX42" fmla="*/ 81696 w 330544"/>
                  <a:gd name="connsiteY42" fmla="*/ 15517 h 236538"/>
                  <a:gd name="connsiteX43" fmla="*/ 33747 w 330544"/>
                  <a:gd name="connsiteY43" fmla="*/ 15517 h 236538"/>
                  <a:gd name="connsiteX44" fmla="*/ 33747 w 330544"/>
                  <a:gd name="connsiteY44" fmla="*/ 107323 h 236538"/>
                  <a:gd name="connsiteX45" fmla="*/ 51890 w 330544"/>
                  <a:gd name="connsiteY45" fmla="*/ 134477 h 236538"/>
                  <a:gd name="connsiteX46" fmla="*/ 50594 w 330544"/>
                  <a:gd name="connsiteY46" fmla="*/ 144822 h 236538"/>
                  <a:gd name="connsiteX47" fmla="*/ 40227 w 330544"/>
                  <a:gd name="connsiteY47" fmla="*/ 143529 h 236538"/>
                  <a:gd name="connsiteX48" fmla="*/ 33747 w 330544"/>
                  <a:gd name="connsiteY48" fmla="*/ 134477 h 236538"/>
                  <a:gd name="connsiteX49" fmla="*/ 33747 w 330544"/>
                  <a:gd name="connsiteY49" fmla="*/ 152580 h 236538"/>
                  <a:gd name="connsiteX50" fmla="*/ 25972 w 330544"/>
                  <a:gd name="connsiteY50" fmla="*/ 160338 h 236538"/>
                  <a:gd name="connsiteX51" fmla="*/ 18196 w 330544"/>
                  <a:gd name="connsiteY51" fmla="*/ 152580 h 236538"/>
                  <a:gd name="connsiteX52" fmla="*/ 18196 w 330544"/>
                  <a:gd name="connsiteY52" fmla="*/ 138356 h 236538"/>
                  <a:gd name="connsiteX53" fmla="*/ 14308 w 330544"/>
                  <a:gd name="connsiteY53" fmla="*/ 146115 h 236538"/>
                  <a:gd name="connsiteX54" fmla="*/ 7829 w 330544"/>
                  <a:gd name="connsiteY54" fmla="*/ 149994 h 236538"/>
                  <a:gd name="connsiteX55" fmla="*/ 3941 w 330544"/>
                  <a:gd name="connsiteY55" fmla="*/ 148701 h 236538"/>
                  <a:gd name="connsiteX56" fmla="*/ 1349 w 330544"/>
                  <a:gd name="connsiteY56" fmla="*/ 138356 h 236538"/>
                  <a:gd name="connsiteX57" fmla="*/ 18196 w 330544"/>
                  <a:gd name="connsiteY57" fmla="*/ 107323 h 236538"/>
                  <a:gd name="connsiteX58" fmla="*/ 18196 w 330544"/>
                  <a:gd name="connsiteY58" fmla="*/ 7758 h 236538"/>
                  <a:gd name="connsiteX59" fmla="*/ 25972 w 330544"/>
                  <a:gd name="connsiteY59" fmla="*/ 0 h 23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330544" h="236538">
                    <a:moveTo>
                      <a:pt x="71046" y="161925"/>
                    </a:moveTo>
                    <a:cubicBezTo>
                      <a:pt x="289130" y="161925"/>
                      <a:pt x="289130" y="161925"/>
                      <a:pt x="289130" y="161925"/>
                    </a:cubicBezTo>
                    <a:cubicBezTo>
                      <a:pt x="293024" y="161925"/>
                      <a:pt x="295620" y="165784"/>
                      <a:pt x="295620" y="169644"/>
                    </a:cubicBezTo>
                    <a:cubicBezTo>
                      <a:pt x="295620" y="173503"/>
                      <a:pt x="293024" y="177362"/>
                      <a:pt x="289130" y="177362"/>
                    </a:cubicBezTo>
                    <a:lnTo>
                      <a:pt x="282639" y="177362"/>
                    </a:lnTo>
                    <a:cubicBezTo>
                      <a:pt x="282639" y="222387"/>
                      <a:pt x="282639" y="222387"/>
                      <a:pt x="282639" y="222387"/>
                    </a:cubicBezTo>
                    <a:cubicBezTo>
                      <a:pt x="289130" y="222387"/>
                      <a:pt x="289130" y="222387"/>
                      <a:pt x="289130" y="222387"/>
                    </a:cubicBezTo>
                    <a:cubicBezTo>
                      <a:pt x="293024" y="222387"/>
                      <a:pt x="295620" y="224960"/>
                      <a:pt x="295620" y="230106"/>
                    </a:cubicBezTo>
                    <a:cubicBezTo>
                      <a:pt x="295620" y="233965"/>
                      <a:pt x="293024" y="236538"/>
                      <a:pt x="289130" y="236538"/>
                    </a:cubicBezTo>
                    <a:cubicBezTo>
                      <a:pt x="71046" y="236538"/>
                      <a:pt x="71046" y="236538"/>
                      <a:pt x="71046" y="236538"/>
                    </a:cubicBezTo>
                    <a:cubicBezTo>
                      <a:pt x="56767" y="236538"/>
                      <a:pt x="46382" y="226247"/>
                      <a:pt x="46382" y="213382"/>
                    </a:cubicBezTo>
                    <a:cubicBezTo>
                      <a:pt x="46382" y="186367"/>
                      <a:pt x="46382" y="186367"/>
                      <a:pt x="46382" y="186367"/>
                    </a:cubicBezTo>
                    <a:cubicBezTo>
                      <a:pt x="46382" y="172217"/>
                      <a:pt x="56767" y="161925"/>
                      <a:pt x="71046" y="161925"/>
                    </a:cubicBezTo>
                    <a:close/>
                    <a:moveTo>
                      <a:pt x="94007" y="104775"/>
                    </a:moveTo>
                    <a:cubicBezTo>
                      <a:pt x="94007" y="134938"/>
                      <a:pt x="94007" y="134938"/>
                      <a:pt x="94007" y="134938"/>
                    </a:cubicBezTo>
                    <a:cubicBezTo>
                      <a:pt x="304347" y="134938"/>
                      <a:pt x="304347" y="134938"/>
                      <a:pt x="304347" y="134938"/>
                    </a:cubicBezTo>
                    <a:cubicBezTo>
                      <a:pt x="310799" y="134938"/>
                      <a:pt x="314670" y="129692"/>
                      <a:pt x="314670" y="123135"/>
                    </a:cubicBezTo>
                    <a:lnTo>
                      <a:pt x="314670" y="115267"/>
                    </a:lnTo>
                    <a:cubicBezTo>
                      <a:pt x="314670" y="108709"/>
                      <a:pt x="310799" y="104775"/>
                      <a:pt x="304347" y="104775"/>
                    </a:cubicBezTo>
                    <a:cubicBezTo>
                      <a:pt x="94007" y="104775"/>
                      <a:pt x="94007" y="104775"/>
                      <a:pt x="94007" y="104775"/>
                    </a:cubicBezTo>
                    <a:close/>
                    <a:moveTo>
                      <a:pt x="74808" y="88900"/>
                    </a:moveTo>
                    <a:cubicBezTo>
                      <a:pt x="304581" y="88900"/>
                      <a:pt x="304581" y="88900"/>
                      <a:pt x="304581" y="88900"/>
                    </a:cubicBezTo>
                    <a:cubicBezTo>
                      <a:pt x="318861" y="88900"/>
                      <a:pt x="330544" y="100452"/>
                      <a:pt x="330544" y="114570"/>
                    </a:cubicBezTo>
                    <a:cubicBezTo>
                      <a:pt x="330544" y="122271"/>
                      <a:pt x="330544" y="122271"/>
                      <a:pt x="330544" y="122271"/>
                    </a:cubicBezTo>
                    <a:cubicBezTo>
                      <a:pt x="330544" y="137674"/>
                      <a:pt x="318861" y="149225"/>
                      <a:pt x="304581" y="149225"/>
                    </a:cubicBezTo>
                    <a:cubicBezTo>
                      <a:pt x="74808" y="149225"/>
                      <a:pt x="74808" y="149225"/>
                      <a:pt x="74808" y="149225"/>
                    </a:cubicBezTo>
                    <a:cubicBezTo>
                      <a:pt x="70914" y="149225"/>
                      <a:pt x="67019" y="145375"/>
                      <a:pt x="67019" y="141524"/>
                    </a:cubicBezTo>
                    <a:cubicBezTo>
                      <a:pt x="67019" y="136390"/>
                      <a:pt x="70914" y="133823"/>
                      <a:pt x="74808" y="133823"/>
                    </a:cubicBezTo>
                    <a:cubicBezTo>
                      <a:pt x="77404" y="133823"/>
                      <a:pt x="77404" y="133823"/>
                      <a:pt x="77404" y="133823"/>
                    </a:cubicBezTo>
                    <a:cubicBezTo>
                      <a:pt x="77404" y="104302"/>
                      <a:pt x="77404" y="104302"/>
                      <a:pt x="77404" y="104302"/>
                    </a:cubicBezTo>
                    <a:cubicBezTo>
                      <a:pt x="74808" y="104302"/>
                      <a:pt x="74808" y="104302"/>
                      <a:pt x="74808" y="104302"/>
                    </a:cubicBezTo>
                    <a:cubicBezTo>
                      <a:pt x="70914" y="104302"/>
                      <a:pt x="67019" y="100452"/>
                      <a:pt x="67019" y="96601"/>
                    </a:cubicBezTo>
                    <a:cubicBezTo>
                      <a:pt x="67019" y="92751"/>
                      <a:pt x="70914" y="88900"/>
                      <a:pt x="74808" y="88900"/>
                    </a:cubicBezTo>
                    <a:close/>
                    <a:moveTo>
                      <a:pt x="25972" y="0"/>
                    </a:moveTo>
                    <a:cubicBezTo>
                      <a:pt x="25972" y="0"/>
                      <a:pt x="25972" y="0"/>
                      <a:pt x="308482" y="0"/>
                    </a:cubicBezTo>
                    <a:cubicBezTo>
                      <a:pt x="312369" y="0"/>
                      <a:pt x="316257" y="3879"/>
                      <a:pt x="316257" y="7758"/>
                    </a:cubicBezTo>
                    <a:cubicBezTo>
                      <a:pt x="316257" y="11638"/>
                      <a:pt x="312369" y="15517"/>
                      <a:pt x="308482" y="15517"/>
                    </a:cubicBezTo>
                    <a:cubicBezTo>
                      <a:pt x="308482" y="15517"/>
                      <a:pt x="308482" y="15517"/>
                      <a:pt x="252757" y="15517"/>
                    </a:cubicBezTo>
                    <a:cubicBezTo>
                      <a:pt x="252757" y="15517"/>
                      <a:pt x="252757" y="15517"/>
                      <a:pt x="252757" y="69825"/>
                    </a:cubicBezTo>
                    <a:cubicBezTo>
                      <a:pt x="252757" y="73704"/>
                      <a:pt x="248869" y="76290"/>
                      <a:pt x="244982" y="76290"/>
                    </a:cubicBezTo>
                    <a:cubicBezTo>
                      <a:pt x="244982" y="76290"/>
                      <a:pt x="244982" y="76290"/>
                      <a:pt x="89472" y="76290"/>
                    </a:cubicBezTo>
                    <a:cubicBezTo>
                      <a:pt x="84288" y="76290"/>
                      <a:pt x="81696" y="73704"/>
                      <a:pt x="81696" y="69825"/>
                    </a:cubicBezTo>
                    <a:cubicBezTo>
                      <a:pt x="81696" y="69825"/>
                      <a:pt x="81696" y="69825"/>
                      <a:pt x="81696" y="15517"/>
                    </a:cubicBezTo>
                    <a:cubicBezTo>
                      <a:pt x="81696" y="15517"/>
                      <a:pt x="81696" y="15517"/>
                      <a:pt x="33747" y="15517"/>
                    </a:cubicBezTo>
                    <a:cubicBezTo>
                      <a:pt x="33747" y="15517"/>
                      <a:pt x="33747" y="15517"/>
                      <a:pt x="33747" y="107323"/>
                    </a:cubicBezTo>
                    <a:cubicBezTo>
                      <a:pt x="33747" y="107323"/>
                      <a:pt x="33747" y="107323"/>
                      <a:pt x="51890" y="134477"/>
                    </a:cubicBezTo>
                    <a:cubicBezTo>
                      <a:pt x="54482" y="138356"/>
                      <a:pt x="54482" y="142235"/>
                      <a:pt x="50594" y="144822"/>
                    </a:cubicBezTo>
                    <a:cubicBezTo>
                      <a:pt x="46706" y="147408"/>
                      <a:pt x="42818" y="146115"/>
                      <a:pt x="40227" y="143529"/>
                    </a:cubicBezTo>
                    <a:cubicBezTo>
                      <a:pt x="40227" y="143529"/>
                      <a:pt x="40227" y="143529"/>
                      <a:pt x="33747" y="134477"/>
                    </a:cubicBezTo>
                    <a:cubicBezTo>
                      <a:pt x="33747" y="134477"/>
                      <a:pt x="33747" y="134477"/>
                      <a:pt x="33747" y="152580"/>
                    </a:cubicBezTo>
                    <a:cubicBezTo>
                      <a:pt x="33747" y="157752"/>
                      <a:pt x="29859" y="160338"/>
                      <a:pt x="25972" y="160338"/>
                    </a:cubicBezTo>
                    <a:cubicBezTo>
                      <a:pt x="22084" y="160338"/>
                      <a:pt x="18196" y="157752"/>
                      <a:pt x="18196" y="152580"/>
                    </a:cubicBezTo>
                    <a:cubicBezTo>
                      <a:pt x="18196" y="152580"/>
                      <a:pt x="18196" y="152580"/>
                      <a:pt x="18196" y="138356"/>
                    </a:cubicBezTo>
                    <a:cubicBezTo>
                      <a:pt x="18196" y="138356"/>
                      <a:pt x="18196" y="138356"/>
                      <a:pt x="14308" y="146115"/>
                    </a:cubicBezTo>
                    <a:cubicBezTo>
                      <a:pt x="13012" y="147408"/>
                      <a:pt x="10421" y="149994"/>
                      <a:pt x="7829" y="149994"/>
                    </a:cubicBezTo>
                    <a:cubicBezTo>
                      <a:pt x="6533" y="149994"/>
                      <a:pt x="5237" y="148701"/>
                      <a:pt x="3941" y="148701"/>
                    </a:cubicBezTo>
                    <a:cubicBezTo>
                      <a:pt x="53" y="146115"/>
                      <a:pt x="-1243" y="142235"/>
                      <a:pt x="1349" y="138356"/>
                    </a:cubicBezTo>
                    <a:cubicBezTo>
                      <a:pt x="1349" y="138356"/>
                      <a:pt x="1349" y="138356"/>
                      <a:pt x="18196" y="107323"/>
                    </a:cubicBezTo>
                    <a:cubicBezTo>
                      <a:pt x="18196" y="107323"/>
                      <a:pt x="18196" y="107323"/>
                      <a:pt x="18196" y="7758"/>
                    </a:cubicBezTo>
                    <a:cubicBezTo>
                      <a:pt x="18196" y="3879"/>
                      <a:pt x="22084" y="0"/>
                      <a:pt x="2597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61C8A5F8-35A6-11AB-2A41-75A894C5EC03}"/>
              </a:ext>
            </a:extLst>
          </p:cNvPr>
          <p:cNvSpPr/>
          <p:nvPr/>
        </p:nvSpPr>
        <p:spPr>
          <a:xfrm>
            <a:off x="573421" y="2213248"/>
            <a:ext cx="4032448" cy="1667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就近配对</a:t>
            </a:r>
            <a:endParaRPr lang="en-US" altLang="zh-CN" sz="2400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如果要改变配对关系，可以通过加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{}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来实现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;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FB9DBA8-1C57-CF71-CA39-874725208080}"/>
              </a:ext>
            </a:extLst>
          </p:cNvPr>
          <p:cNvSpPr/>
          <p:nvPr/>
        </p:nvSpPr>
        <p:spPr>
          <a:xfrm>
            <a:off x="5843868" y="2395056"/>
            <a:ext cx="5929031" cy="267765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if(x&gt;=0&amp;&amp;x&lt;=100)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{</a:t>
            </a: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   if(x&gt;=60)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        </a:t>
            </a:r>
            <a:r>
              <a:rPr lang="en-US" altLang="zh-CN" sz="2400" dirty="0" err="1">
                <a:latin typeface="黑体" pitchFamily="49" charset="-122"/>
                <a:ea typeface="黑体" pitchFamily="49" charset="-122"/>
              </a:rPr>
              <a:t>printf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成绩合格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\n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);</a:t>
            </a: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}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else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   </a:t>
            </a:r>
            <a:r>
              <a:rPr lang="en-US" altLang="zh-CN" sz="2400" dirty="0" err="1">
                <a:latin typeface="黑体" pitchFamily="49" charset="-122"/>
                <a:ea typeface="黑体" pitchFamily="49" charset="-122"/>
              </a:rPr>
              <a:t>printf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输入数据错误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\n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);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12217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84B5C19-0A81-59D1-0308-40C003B76D30}"/>
              </a:ext>
            </a:extLst>
          </p:cNvPr>
          <p:cNvGrpSpPr/>
          <p:nvPr/>
        </p:nvGrpSpPr>
        <p:grpSpPr>
          <a:xfrm>
            <a:off x="5098999" y="1740360"/>
            <a:ext cx="1524239" cy="1396844"/>
            <a:chOff x="2202008" y="436205"/>
            <a:chExt cx="1787563" cy="1638160"/>
          </a:xfrm>
        </p:grpSpPr>
        <p:sp>
          <p:nvSpPr>
            <p:cNvPr id="3" name="Freeform 3301">
              <a:extLst>
                <a:ext uri="{FF2B5EF4-FFF2-40B4-BE49-F238E27FC236}">
                  <a16:creationId xmlns:a16="http://schemas.microsoft.com/office/drawing/2014/main" id="{18808712-3C3A-EFE7-97F4-6BB4F55C217A}"/>
                </a:ext>
              </a:extLst>
            </p:cNvPr>
            <p:cNvSpPr/>
            <p:nvPr/>
          </p:nvSpPr>
          <p:spPr bwMode="auto">
            <a:xfrm>
              <a:off x="2202008" y="436205"/>
              <a:ext cx="1636640" cy="1638160"/>
            </a:xfrm>
            <a:custGeom>
              <a:avLst/>
              <a:gdLst>
                <a:gd name="T0" fmla="*/ 1617 w 3233"/>
                <a:gd name="T1" fmla="*/ 3236 h 3236"/>
                <a:gd name="T2" fmla="*/ 0 w 3233"/>
                <a:gd name="T3" fmla="*/ 1619 h 3236"/>
                <a:gd name="T4" fmla="*/ 1617 w 3233"/>
                <a:gd name="T5" fmla="*/ 0 h 3236"/>
                <a:gd name="T6" fmla="*/ 3233 w 3233"/>
                <a:gd name="T7" fmla="*/ 1619 h 3236"/>
                <a:gd name="T8" fmla="*/ 1617 w 3233"/>
                <a:gd name="T9" fmla="*/ 3236 h 3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3" h="3236">
                  <a:moveTo>
                    <a:pt x="1617" y="3236"/>
                  </a:moveTo>
                  <a:lnTo>
                    <a:pt x="0" y="1619"/>
                  </a:lnTo>
                  <a:lnTo>
                    <a:pt x="1617" y="0"/>
                  </a:lnTo>
                  <a:lnTo>
                    <a:pt x="3233" y="1619"/>
                  </a:lnTo>
                  <a:lnTo>
                    <a:pt x="1617" y="323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D184331-CA1D-A042-ED7F-B0B2C6D03015}"/>
                </a:ext>
              </a:extLst>
            </p:cNvPr>
            <p:cNvSpPr/>
            <p:nvPr/>
          </p:nvSpPr>
          <p:spPr>
            <a:xfrm>
              <a:off x="2522008" y="726714"/>
              <a:ext cx="1467563" cy="1070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5333" spc="400" dirty="0">
                  <a:solidFill>
                    <a:schemeClr val="bg1"/>
                  </a:solidFill>
                  <a:latin typeface="Agency FB" panose="020B0503020202020204" pitchFamily="34" charset="0"/>
                  <a:cs typeface="+mn-ea"/>
                  <a:sym typeface="+mn-lt"/>
                </a:rPr>
                <a:t>三</a:t>
              </a:r>
            </a:p>
          </p:txBody>
        </p:sp>
      </p:grpSp>
      <p:sp>
        <p:nvSpPr>
          <p:cNvPr id="5" name="TextBox 35">
            <a:extLst>
              <a:ext uri="{FF2B5EF4-FFF2-40B4-BE49-F238E27FC236}">
                <a16:creationId xmlns:a16="http://schemas.microsoft.com/office/drawing/2014/main" id="{64F42F96-783F-AE61-BBF3-471969A4F11A}"/>
              </a:ext>
            </a:extLst>
          </p:cNvPr>
          <p:cNvSpPr txBox="1"/>
          <p:nvPr/>
        </p:nvSpPr>
        <p:spPr>
          <a:xfrm>
            <a:off x="5997549" y="2695797"/>
            <a:ext cx="3962575" cy="809599"/>
          </a:xfrm>
          <a:prstGeom prst="rect">
            <a:avLst/>
          </a:prstGeom>
          <a:noFill/>
        </p:spPr>
        <p:txBody>
          <a:bodyPr wrap="none" lIns="480000" tIns="0" rIns="0" bIns="0" anchor="b" anchorCtr="0">
            <a:normAutofit/>
          </a:bodyPr>
          <a:lstStyle/>
          <a:p>
            <a:r>
              <a:rPr lang="en-US" altLang="zh-CN" sz="4800" b="1" dirty="0">
                <a:solidFill>
                  <a:srgbClr val="333333"/>
                </a:solidFill>
                <a:cs typeface="+mn-ea"/>
              </a:rPr>
              <a:t>switch</a:t>
            </a:r>
            <a:r>
              <a:rPr lang="zh-CN" altLang="en-US" sz="4800" b="1" dirty="0">
                <a:solidFill>
                  <a:srgbClr val="333333"/>
                </a:solidFill>
                <a:cs typeface="+mn-ea"/>
              </a:rPr>
              <a:t>结构</a:t>
            </a:r>
          </a:p>
        </p:txBody>
      </p:sp>
      <p:sp>
        <p:nvSpPr>
          <p:cNvPr id="6" name="Freeform 3297">
            <a:extLst>
              <a:ext uri="{FF2B5EF4-FFF2-40B4-BE49-F238E27FC236}">
                <a16:creationId xmlns:a16="http://schemas.microsoft.com/office/drawing/2014/main" id="{4D4C5DD0-CBA5-D3CA-DD46-B24D0CC96084}"/>
              </a:ext>
            </a:extLst>
          </p:cNvPr>
          <p:cNvSpPr/>
          <p:nvPr/>
        </p:nvSpPr>
        <p:spPr bwMode="auto">
          <a:xfrm>
            <a:off x="1583505" y="1412777"/>
            <a:ext cx="3729089" cy="3731396"/>
          </a:xfrm>
          <a:custGeom>
            <a:avLst/>
            <a:gdLst>
              <a:gd name="T0" fmla="*/ 1619 w 3239"/>
              <a:gd name="T1" fmla="*/ 3241 h 3241"/>
              <a:gd name="T2" fmla="*/ 0 w 3239"/>
              <a:gd name="T3" fmla="*/ 1620 h 3241"/>
              <a:gd name="T4" fmla="*/ 1619 w 3239"/>
              <a:gd name="T5" fmla="*/ 0 h 3241"/>
              <a:gd name="T6" fmla="*/ 3239 w 3239"/>
              <a:gd name="T7" fmla="*/ 1620 h 3241"/>
              <a:gd name="T8" fmla="*/ 1619 w 3239"/>
              <a:gd name="T9" fmla="*/ 3241 h 3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39" h="3241">
                <a:moveTo>
                  <a:pt x="1619" y="3241"/>
                </a:moveTo>
                <a:lnTo>
                  <a:pt x="0" y="1620"/>
                </a:lnTo>
                <a:lnTo>
                  <a:pt x="1619" y="0"/>
                </a:lnTo>
                <a:lnTo>
                  <a:pt x="3239" y="1620"/>
                </a:lnTo>
                <a:lnTo>
                  <a:pt x="1619" y="32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2E2D12C-DECC-557D-8533-E60FA6C73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948" y="1599404"/>
            <a:ext cx="3358142" cy="335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55815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D14789A-9B77-3B80-AA01-DC658613D5EB}"/>
              </a:ext>
            </a:extLst>
          </p:cNvPr>
          <p:cNvGrpSpPr/>
          <p:nvPr/>
        </p:nvGrpSpPr>
        <p:grpSpPr>
          <a:xfrm>
            <a:off x="569083" y="369186"/>
            <a:ext cx="3055103" cy="584775"/>
            <a:chOff x="569083" y="369186"/>
            <a:chExt cx="3055103" cy="58477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BCF377D-BE0F-6564-4015-D88A3EA0882C}"/>
                </a:ext>
              </a:extLst>
            </p:cNvPr>
            <p:cNvSpPr txBox="1"/>
            <p:nvPr/>
          </p:nvSpPr>
          <p:spPr>
            <a:xfrm>
              <a:off x="569083" y="430741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7ED9D52-FED6-A7E7-15C1-67D1C27BCE3A}"/>
                </a:ext>
              </a:extLst>
            </p:cNvPr>
            <p:cNvSpPr txBox="1"/>
            <p:nvPr/>
          </p:nvSpPr>
          <p:spPr>
            <a:xfrm>
              <a:off x="1301499" y="369186"/>
              <a:ext cx="2322687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switch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B6643DD-5F31-84D8-A6B6-FCEA6C8F0259}"/>
              </a:ext>
            </a:extLst>
          </p:cNvPr>
          <p:cNvGrpSpPr/>
          <p:nvPr/>
        </p:nvGrpSpPr>
        <p:grpSpPr>
          <a:xfrm>
            <a:off x="1341832" y="1277983"/>
            <a:ext cx="3264037" cy="770775"/>
            <a:chOff x="427432" y="1277983"/>
            <a:chExt cx="3264037" cy="77077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00F3D5E-E90F-9D37-4C7B-1AC0E1C287FD}"/>
                </a:ext>
              </a:extLst>
            </p:cNvPr>
            <p:cNvSpPr/>
            <p:nvPr/>
          </p:nvSpPr>
          <p:spPr>
            <a:xfrm>
              <a:off x="1449495" y="1321738"/>
              <a:ext cx="224197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语法格式</a:t>
              </a: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9B12E59-0D57-C3C8-28EC-3779F8C01ACF}"/>
                </a:ext>
              </a:extLst>
            </p:cNvPr>
            <p:cNvGrpSpPr/>
            <p:nvPr/>
          </p:nvGrpSpPr>
          <p:grpSpPr>
            <a:xfrm>
              <a:off x="427432" y="1277983"/>
              <a:ext cx="770775" cy="770775"/>
              <a:chOff x="427432" y="1636357"/>
              <a:chExt cx="770775" cy="770775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8F45B775-18D7-E13A-E89C-7EF337AE7606}"/>
                  </a:ext>
                </a:extLst>
              </p:cNvPr>
              <p:cNvSpPr/>
              <p:nvPr/>
            </p:nvSpPr>
            <p:spPr>
              <a:xfrm>
                <a:off x="427432" y="1636357"/>
                <a:ext cx="770775" cy="770775"/>
              </a:xfrm>
              <a:prstGeom prst="ellipse">
                <a:avLst/>
              </a:prstGeom>
              <a:solidFill>
                <a:srgbClr val="C8AC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9" name="椭圆 23">
                <a:extLst>
                  <a:ext uri="{FF2B5EF4-FFF2-40B4-BE49-F238E27FC236}">
                    <a16:creationId xmlns:a16="http://schemas.microsoft.com/office/drawing/2014/main" id="{5E5E8FEE-23EC-5F2F-0BE8-E3B5BD1A50F1}"/>
                  </a:ext>
                </a:extLst>
              </p:cNvPr>
              <p:cNvSpPr/>
              <p:nvPr/>
            </p:nvSpPr>
            <p:spPr>
              <a:xfrm>
                <a:off x="582661" y="1809482"/>
                <a:ext cx="460318" cy="424526"/>
              </a:xfrm>
              <a:custGeom>
                <a:avLst/>
                <a:gdLst>
                  <a:gd name="connsiteX0" fmla="*/ 75173 w 330497"/>
                  <a:gd name="connsiteY0" fmla="*/ 222249 h 304800"/>
                  <a:gd name="connsiteX1" fmla="*/ 56870 w 330497"/>
                  <a:gd name="connsiteY1" fmla="*/ 239535 h 304800"/>
                  <a:gd name="connsiteX2" fmla="*/ 55563 w 330497"/>
                  <a:gd name="connsiteY2" fmla="*/ 242005 h 304800"/>
                  <a:gd name="connsiteX3" fmla="*/ 58178 w 330497"/>
                  <a:gd name="connsiteY3" fmla="*/ 243240 h 304800"/>
                  <a:gd name="connsiteX4" fmla="*/ 67329 w 330497"/>
                  <a:gd name="connsiteY4" fmla="*/ 244474 h 304800"/>
                  <a:gd name="connsiteX5" fmla="*/ 72559 w 330497"/>
                  <a:gd name="connsiteY5" fmla="*/ 240770 h 304800"/>
                  <a:gd name="connsiteX6" fmla="*/ 77788 w 330497"/>
                  <a:gd name="connsiteY6" fmla="*/ 225953 h 304800"/>
                  <a:gd name="connsiteX7" fmla="*/ 77788 w 330497"/>
                  <a:gd name="connsiteY7" fmla="*/ 223484 h 304800"/>
                  <a:gd name="connsiteX8" fmla="*/ 76481 w 330497"/>
                  <a:gd name="connsiteY8" fmla="*/ 222249 h 304800"/>
                  <a:gd name="connsiteX9" fmla="*/ 75173 w 330497"/>
                  <a:gd name="connsiteY9" fmla="*/ 222249 h 304800"/>
                  <a:gd name="connsiteX10" fmla="*/ 226286 w 330497"/>
                  <a:gd name="connsiteY10" fmla="*/ 209549 h 304800"/>
                  <a:gd name="connsiteX11" fmla="*/ 221258 w 330497"/>
                  <a:gd name="connsiteY11" fmla="*/ 213461 h 304800"/>
                  <a:gd name="connsiteX12" fmla="*/ 221258 w 330497"/>
                  <a:gd name="connsiteY12" fmla="*/ 216069 h 304800"/>
                  <a:gd name="connsiteX13" fmla="*/ 220002 w 330497"/>
                  <a:gd name="connsiteY13" fmla="*/ 222589 h 304800"/>
                  <a:gd name="connsiteX14" fmla="*/ 225029 w 330497"/>
                  <a:gd name="connsiteY14" fmla="*/ 223893 h 304800"/>
                  <a:gd name="connsiteX15" fmla="*/ 226286 w 330497"/>
                  <a:gd name="connsiteY15" fmla="*/ 229110 h 304800"/>
                  <a:gd name="connsiteX16" fmla="*/ 218745 w 330497"/>
                  <a:gd name="connsiteY16" fmla="*/ 233022 h 304800"/>
                  <a:gd name="connsiteX17" fmla="*/ 220002 w 330497"/>
                  <a:gd name="connsiteY17" fmla="*/ 236934 h 304800"/>
                  <a:gd name="connsiteX18" fmla="*/ 226286 w 330497"/>
                  <a:gd name="connsiteY18" fmla="*/ 240846 h 304800"/>
                  <a:gd name="connsiteX19" fmla="*/ 222515 w 330497"/>
                  <a:gd name="connsiteY19" fmla="*/ 247366 h 304800"/>
                  <a:gd name="connsiteX20" fmla="*/ 217488 w 330497"/>
                  <a:gd name="connsiteY20" fmla="*/ 252582 h 304800"/>
                  <a:gd name="connsiteX21" fmla="*/ 217488 w 330497"/>
                  <a:gd name="connsiteY21" fmla="*/ 253886 h 304800"/>
                  <a:gd name="connsiteX22" fmla="*/ 218745 w 330497"/>
                  <a:gd name="connsiteY22" fmla="*/ 253886 h 304800"/>
                  <a:gd name="connsiteX23" fmla="*/ 222515 w 330497"/>
                  <a:gd name="connsiteY23" fmla="*/ 252582 h 304800"/>
                  <a:gd name="connsiteX24" fmla="*/ 226286 w 330497"/>
                  <a:gd name="connsiteY24" fmla="*/ 253886 h 304800"/>
                  <a:gd name="connsiteX25" fmla="*/ 226286 w 330497"/>
                  <a:gd name="connsiteY25" fmla="*/ 259102 h 304800"/>
                  <a:gd name="connsiteX26" fmla="*/ 222515 w 330497"/>
                  <a:gd name="connsiteY26" fmla="*/ 265622 h 304800"/>
                  <a:gd name="connsiteX27" fmla="*/ 221258 w 330497"/>
                  <a:gd name="connsiteY27" fmla="*/ 276054 h 304800"/>
                  <a:gd name="connsiteX28" fmla="*/ 223772 w 330497"/>
                  <a:gd name="connsiteY28" fmla="*/ 282574 h 304800"/>
                  <a:gd name="connsiteX29" fmla="*/ 225029 w 330497"/>
                  <a:gd name="connsiteY29" fmla="*/ 282574 h 304800"/>
                  <a:gd name="connsiteX30" fmla="*/ 230056 w 330497"/>
                  <a:gd name="connsiteY30" fmla="*/ 266926 h 304800"/>
                  <a:gd name="connsiteX31" fmla="*/ 237597 w 330497"/>
                  <a:gd name="connsiteY31" fmla="*/ 261710 h 304800"/>
                  <a:gd name="connsiteX32" fmla="*/ 240110 w 330497"/>
                  <a:gd name="connsiteY32" fmla="*/ 264318 h 304800"/>
                  <a:gd name="connsiteX33" fmla="*/ 245137 w 330497"/>
                  <a:gd name="connsiteY33" fmla="*/ 268230 h 304800"/>
                  <a:gd name="connsiteX34" fmla="*/ 247651 w 330497"/>
                  <a:gd name="connsiteY34" fmla="*/ 268230 h 304800"/>
                  <a:gd name="connsiteX35" fmla="*/ 247651 w 330497"/>
                  <a:gd name="connsiteY35" fmla="*/ 266926 h 304800"/>
                  <a:gd name="connsiteX36" fmla="*/ 246394 w 330497"/>
                  <a:gd name="connsiteY36" fmla="*/ 263014 h 304800"/>
                  <a:gd name="connsiteX37" fmla="*/ 236340 w 330497"/>
                  <a:gd name="connsiteY37" fmla="*/ 218677 h 304800"/>
                  <a:gd name="connsiteX38" fmla="*/ 232569 w 330497"/>
                  <a:gd name="connsiteY38" fmla="*/ 209549 h 304800"/>
                  <a:gd name="connsiteX39" fmla="*/ 231313 w 330497"/>
                  <a:gd name="connsiteY39" fmla="*/ 209549 h 304800"/>
                  <a:gd name="connsiteX40" fmla="*/ 226286 w 330497"/>
                  <a:gd name="connsiteY40" fmla="*/ 209549 h 304800"/>
                  <a:gd name="connsiteX41" fmla="*/ 245475 w 330497"/>
                  <a:gd name="connsiteY41" fmla="*/ 204787 h 304800"/>
                  <a:gd name="connsiteX42" fmla="*/ 244182 w 330497"/>
                  <a:gd name="connsiteY42" fmla="*/ 206082 h 304800"/>
                  <a:gd name="connsiteX43" fmla="*/ 245475 w 330497"/>
                  <a:gd name="connsiteY43" fmla="*/ 215148 h 304800"/>
                  <a:gd name="connsiteX44" fmla="*/ 248062 w 330497"/>
                  <a:gd name="connsiteY44" fmla="*/ 221623 h 304800"/>
                  <a:gd name="connsiteX45" fmla="*/ 254530 w 330497"/>
                  <a:gd name="connsiteY45" fmla="*/ 248820 h 304800"/>
                  <a:gd name="connsiteX46" fmla="*/ 255823 w 330497"/>
                  <a:gd name="connsiteY46" fmla="*/ 252705 h 304800"/>
                  <a:gd name="connsiteX47" fmla="*/ 257117 w 330497"/>
                  <a:gd name="connsiteY47" fmla="*/ 254000 h 304800"/>
                  <a:gd name="connsiteX48" fmla="*/ 258410 w 330497"/>
                  <a:gd name="connsiteY48" fmla="*/ 252705 h 304800"/>
                  <a:gd name="connsiteX49" fmla="*/ 259704 w 330497"/>
                  <a:gd name="connsiteY49" fmla="*/ 247525 h 304800"/>
                  <a:gd name="connsiteX50" fmla="*/ 267465 w 330497"/>
                  <a:gd name="connsiteY50" fmla="*/ 241049 h 304800"/>
                  <a:gd name="connsiteX51" fmla="*/ 272639 w 330497"/>
                  <a:gd name="connsiteY51" fmla="*/ 242345 h 304800"/>
                  <a:gd name="connsiteX52" fmla="*/ 276520 w 330497"/>
                  <a:gd name="connsiteY52" fmla="*/ 242345 h 304800"/>
                  <a:gd name="connsiteX53" fmla="*/ 273932 w 330497"/>
                  <a:gd name="connsiteY53" fmla="*/ 238459 h 304800"/>
                  <a:gd name="connsiteX54" fmla="*/ 268758 w 330497"/>
                  <a:gd name="connsiteY54" fmla="*/ 233279 h 304800"/>
                  <a:gd name="connsiteX55" fmla="*/ 250649 w 330497"/>
                  <a:gd name="connsiteY55" fmla="*/ 211263 h 304800"/>
                  <a:gd name="connsiteX56" fmla="*/ 246769 w 330497"/>
                  <a:gd name="connsiteY56" fmla="*/ 204787 h 304800"/>
                  <a:gd name="connsiteX57" fmla="*/ 245475 w 330497"/>
                  <a:gd name="connsiteY57" fmla="*/ 204787 h 304800"/>
                  <a:gd name="connsiteX58" fmla="*/ 63501 w 330497"/>
                  <a:gd name="connsiteY58" fmla="*/ 191786 h 304800"/>
                  <a:gd name="connsiteX59" fmla="*/ 38822 w 330497"/>
                  <a:gd name="connsiteY59" fmla="*/ 193074 h 304800"/>
                  <a:gd name="connsiteX60" fmla="*/ 31029 w 330497"/>
                  <a:gd name="connsiteY60" fmla="*/ 198222 h 304800"/>
                  <a:gd name="connsiteX61" fmla="*/ 20638 w 330497"/>
                  <a:gd name="connsiteY61" fmla="*/ 226540 h 304800"/>
                  <a:gd name="connsiteX62" fmla="*/ 28431 w 330497"/>
                  <a:gd name="connsiteY62" fmla="*/ 260006 h 304800"/>
                  <a:gd name="connsiteX63" fmla="*/ 37523 w 330497"/>
                  <a:gd name="connsiteY63" fmla="*/ 271590 h 304800"/>
                  <a:gd name="connsiteX64" fmla="*/ 79087 w 330497"/>
                  <a:gd name="connsiteY64" fmla="*/ 284462 h 304800"/>
                  <a:gd name="connsiteX65" fmla="*/ 82984 w 330497"/>
                  <a:gd name="connsiteY65" fmla="*/ 284462 h 304800"/>
                  <a:gd name="connsiteX66" fmla="*/ 99869 w 330497"/>
                  <a:gd name="connsiteY66" fmla="*/ 275452 h 304800"/>
                  <a:gd name="connsiteX67" fmla="*/ 108961 w 330497"/>
                  <a:gd name="connsiteY67" fmla="*/ 266442 h 304800"/>
                  <a:gd name="connsiteX68" fmla="*/ 119352 w 330497"/>
                  <a:gd name="connsiteY68" fmla="*/ 240699 h 304800"/>
                  <a:gd name="connsiteX69" fmla="*/ 118053 w 330497"/>
                  <a:gd name="connsiteY69" fmla="*/ 230401 h 304800"/>
                  <a:gd name="connsiteX70" fmla="*/ 118053 w 330497"/>
                  <a:gd name="connsiteY70" fmla="*/ 229114 h 304800"/>
                  <a:gd name="connsiteX71" fmla="*/ 115455 w 330497"/>
                  <a:gd name="connsiteY71" fmla="*/ 230401 h 304800"/>
                  <a:gd name="connsiteX72" fmla="*/ 111559 w 330497"/>
                  <a:gd name="connsiteY72" fmla="*/ 235550 h 304800"/>
                  <a:gd name="connsiteX73" fmla="*/ 92076 w 330497"/>
                  <a:gd name="connsiteY73" fmla="*/ 254857 h 304800"/>
                  <a:gd name="connsiteX74" fmla="*/ 69995 w 330497"/>
                  <a:gd name="connsiteY74" fmla="*/ 260006 h 304800"/>
                  <a:gd name="connsiteX75" fmla="*/ 64800 w 330497"/>
                  <a:gd name="connsiteY75" fmla="*/ 260006 h 304800"/>
                  <a:gd name="connsiteX76" fmla="*/ 51811 w 330497"/>
                  <a:gd name="connsiteY76" fmla="*/ 258719 h 304800"/>
                  <a:gd name="connsiteX77" fmla="*/ 40121 w 330497"/>
                  <a:gd name="connsiteY77" fmla="*/ 249709 h 304800"/>
                  <a:gd name="connsiteX78" fmla="*/ 38822 w 330497"/>
                  <a:gd name="connsiteY78" fmla="*/ 248422 h 304800"/>
                  <a:gd name="connsiteX79" fmla="*/ 34926 w 330497"/>
                  <a:gd name="connsiteY79" fmla="*/ 241986 h 304800"/>
                  <a:gd name="connsiteX80" fmla="*/ 40121 w 330497"/>
                  <a:gd name="connsiteY80" fmla="*/ 230401 h 304800"/>
                  <a:gd name="connsiteX81" fmla="*/ 58305 w 330497"/>
                  <a:gd name="connsiteY81" fmla="*/ 214955 h 304800"/>
                  <a:gd name="connsiteX82" fmla="*/ 68696 w 330497"/>
                  <a:gd name="connsiteY82" fmla="*/ 205945 h 304800"/>
                  <a:gd name="connsiteX83" fmla="*/ 69995 w 330497"/>
                  <a:gd name="connsiteY83" fmla="*/ 200797 h 304800"/>
                  <a:gd name="connsiteX84" fmla="*/ 67397 w 330497"/>
                  <a:gd name="connsiteY84" fmla="*/ 194361 h 304800"/>
                  <a:gd name="connsiteX85" fmla="*/ 63501 w 330497"/>
                  <a:gd name="connsiteY85" fmla="*/ 191786 h 304800"/>
                  <a:gd name="connsiteX86" fmla="*/ 231942 w 330497"/>
                  <a:gd name="connsiteY86" fmla="*/ 166687 h 304800"/>
                  <a:gd name="connsiteX87" fmla="*/ 218574 w 330497"/>
                  <a:gd name="connsiteY87" fmla="*/ 177967 h 304800"/>
                  <a:gd name="connsiteX88" fmla="*/ 217237 w 330497"/>
                  <a:gd name="connsiteY88" fmla="*/ 184234 h 304800"/>
                  <a:gd name="connsiteX89" fmla="*/ 221247 w 330497"/>
                  <a:gd name="connsiteY89" fmla="*/ 180474 h 304800"/>
                  <a:gd name="connsiteX90" fmla="*/ 226595 w 330497"/>
                  <a:gd name="connsiteY90" fmla="*/ 180474 h 304800"/>
                  <a:gd name="connsiteX91" fmla="*/ 227932 w 330497"/>
                  <a:gd name="connsiteY91" fmla="*/ 182980 h 304800"/>
                  <a:gd name="connsiteX92" fmla="*/ 230605 w 330497"/>
                  <a:gd name="connsiteY92" fmla="*/ 189247 h 304800"/>
                  <a:gd name="connsiteX93" fmla="*/ 233279 w 330497"/>
                  <a:gd name="connsiteY93" fmla="*/ 189247 h 304800"/>
                  <a:gd name="connsiteX94" fmla="*/ 241300 w 330497"/>
                  <a:gd name="connsiteY94" fmla="*/ 176714 h 304800"/>
                  <a:gd name="connsiteX95" fmla="*/ 233279 w 330497"/>
                  <a:gd name="connsiteY95" fmla="*/ 166687 h 304800"/>
                  <a:gd name="connsiteX96" fmla="*/ 231942 w 330497"/>
                  <a:gd name="connsiteY96" fmla="*/ 166687 h 304800"/>
                  <a:gd name="connsiteX97" fmla="*/ 173526 w 330497"/>
                  <a:gd name="connsiteY97" fmla="*/ 155277 h 304800"/>
                  <a:gd name="connsiteX98" fmla="*/ 160704 w 330497"/>
                  <a:gd name="connsiteY98" fmla="*/ 165596 h 304800"/>
                  <a:gd name="connsiteX99" fmla="*/ 129931 w 330497"/>
                  <a:gd name="connsiteY99" fmla="*/ 183654 h 304800"/>
                  <a:gd name="connsiteX100" fmla="*/ 124802 w 330497"/>
                  <a:gd name="connsiteY100" fmla="*/ 187523 h 304800"/>
                  <a:gd name="connsiteX101" fmla="*/ 123520 w 330497"/>
                  <a:gd name="connsiteY101" fmla="*/ 190103 h 304800"/>
                  <a:gd name="connsiteX102" fmla="*/ 126085 w 330497"/>
                  <a:gd name="connsiteY102" fmla="*/ 193972 h 304800"/>
                  <a:gd name="connsiteX103" fmla="*/ 137625 w 330497"/>
                  <a:gd name="connsiteY103" fmla="*/ 222349 h 304800"/>
                  <a:gd name="connsiteX104" fmla="*/ 138907 w 330497"/>
                  <a:gd name="connsiteY104" fmla="*/ 233958 h 304800"/>
                  <a:gd name="connsiteX105" fmla="*/ 140189 w 330497"/>
                  <a:gd name="connsiteY105" fmla="*/ 236537 h 304800"/>
                  <a:gd name="connsiteX106" fmla="*/ 142753 w 330497"/>
                  <a:gd name="connsiteY106" fmla="*/ 235247 h 304800"/>
                  <a:gd name="connsiteX107" fmla="*/ 149164 w 330497"/>
                  <a:gd name="connsiteY107" fmla="*/ 226218 h 304800"/>
                  <a:gd name="connsiteX108" fmla="*/ 161987 w 330497"/>
                  <a:gd name="connsiteY108" fmla="*/ 212030 h 304800"/>
                  <a:gd name="connsiteX109" fmla="*/ 170962 w 330497"/>
                  <a:gd name="connsiteY109" fmla="*/ 201711 h 304800"/>
                  <a:gd name="connsiteX110" fmla="*/ 178655 w 330497"/>
                  <a:gd name="connsiteY110" fmla="*/ 193972 h 304800"/>
                  <a:gd name="connsiteX111" fmla="*/ 186349 w 330497"/>
                  <a:gd name="connsiteY111" fmla="*/ 186233 h 304800"/>
                  <a:gd name="connsiteX112" fmla="*/ 188913 w 330497"/>
                  <a:gd name="connsiteY112" fmla="*/ 183654 h 304800"/>
                  <a:gd name="connsiteX113" fmla="*/ 187631 w 330497"/>
                  <a:gd name="connsiteY113" fmla="*/ 182364 h 304800"/>
                  <a:gd name="connsiteX114" fmla="*/ 179937 w 330497"/>
                  <a:gd name="connsiteY114" fmla="*/ 159147 h 304800"/>
                  <a:gd name="connsiteX115" fmla="*/ 177373 w 330497"/>
                  <a:gd name="connsiteY115" fmla="*/ 156567 h 304800"/>
                  <a:gd name="connsiteX116" fmla="*/ 173526 w 330497"/>
                  <a:gd name="connsiteY116" fmla="*/ 155277 h 304800"/>
                  <a:gd name="connsiteX117" fmla="*/ 196118 w 330497"/>
                  <a:gd name="connsiteY117" fmla="*/ 139382 h 304800"/>
                  <a:gd name="connsiteX118" fmla="*/ 193431 w 330497"/>
                  <a:gd name="connsiteY118" fmla="*/ 145732 h 304800"/>
                  <a:gd name="connsiteX119" fmla="*/ 204178 w 330497"/>
                  <a:gd name="connsiteY119" fmla="*/ 160972 h 304800"/>
                  <a:gd name="connsiteX120" fmla="*/ 205521 w 330497"/>
                  <a:gd name="connsiteY120" fmla="*/ 163512 h 304800"/>
                  <a:gd name="connsiteX121" fmla="*/ 206864 w 330497"/>
                  <a:gd name="connsiteY121" fmla="*/ 163512 h 304800"/>
                  <a:gd name="connsiteX122" fmla="*/ 209551 w 330497"/>
                  <a:gd name="connsiteY122" fmla="*/ 160972 h 304800"/>
                  <a:gd name="connsiteX123" fmla="*/ 208208 w 330497"/>
                  <a:gd name="connsiteY123" fmla="*/ 157162 h 304800"/>
                  <a:gd name="connsiteX124" fmla="*/ 197461 w 330497"/>
                  <a:gd name="connsiteY124" fmla="*/ 139382 h 304800"/>
                  <a:gd name="connsiteX125" fmla="*/ 196118 w 330497"/>
                  <a:gd name="connsiteY125" fmla="*/ 139382 h 304800"/>
                  <a:gd name="connsiteX126" fmla="*/ 204470 w 330497"/>
                  <a:gd name="connsiteY126" fmla="*/ 131762 h 304800"/>
                  <a:gd name="connsiteX127" fmla="*/ 203200 w 330497"/>
                  <a:gd name="connsiteY127" fmla="*/ 132896 h 304800"/>
                  <a:gd name="connsiteX128" fmla="*/ 207010 w 330497"/>
                  <a:gd name="connsiteY128" fmla="*/ 135164 h 304800"/>
                  <a:gd name="connsiteX129" fmla="*/ 205740 w 330497"/>
                  <a:gd name="connsiteY129" fmla="*/ 131762 h 304800"/>
                  <a:gd name="connsiteX130" fmla="*/ 204470 w 330497"/>
                  <a:gd name="connsiteY130" fmla="*/ 131762 h 304800"/>
                  <a:gd name="connsiteX131" fmla="*/ 138936 w 330497"/>
                  <a:gd name="connsiteY131" fmla="*/ 117474 h 304800"/>
                  <a:gd name="connsiteX132" fmla="*/ 136349 w 330497"/>
                  <a:gd name="connsiteY132" fmla="*/ 118784 h 304800"/>
                  <a:gd name="connsiteX133" fmla="*/ 126001 w 330497"/>
                  <a:gd name="connsiteY133" fmla="*/ 126642 h 304800"/>
                  <a:gd name="connsiteX134" fmla="*/ 60031 w 330497"/>
                  <a:gd name="connsiteY134" fmla="*/ 172481 h 304800"/>
                  <a:gd name="connsiteX135" fmla="*/ 58738 w 330497"/>
                  <a:gd name="connsiteY135" fmla="*/ 173791 h 304800"/>
                  <a:gd name="connsiteX136" fmla="*/ 60031 w 330497"/>
                  <a:gd name="connsiteY136" fmla="*/ 173791 h 304800"/>
                  <a:gd name="connsiteX137" fmla="*/ 63912 w 330497"/>
                  <a:gd name="connsiteY137" fmla="*/ 173791 h 304800"/>
                  <a:gd name="connsiteX138" fmla="*/ 78141 w 330497"/>
                  <a:gd name="connsiteY138" fmla="*/ 182959 h 304800"/>
                  <a:gd name="connsiteX139" fmla="*/ 82021 w 330497"/>
                  <a:gd name="connsiteY139" fmla="*/ 188197 h 304800"/>
                  <a:gd name="connsiteX140" fmla="*/ 94956 w 330497"/>
                  <a:gd name="connsiteY140" fmla="*/ 214391 h 304800"/>
                  <a:gd name="connsiteX141" fmla="*/ 96250 w 330497"/>
                  <a:gd name="connsiteY141" fmla="*/ 222249 h 304800"/>
                  <a:gd name="connsiteX142" fmla="*/ 102718 w 330497"/>
                  <a:gd name="connsiteY142" fmla="*/ 217010 h 304800"/>
                  <a:gd name="connsiteX143" fmla="*/ 109185 w 330497"/>
                  <a:gd name="connsiteY143" fmla="*/ 209152 h 304800"/>
                  <a:gd name="connsiteX144" fmla="*/ 110479 w 330497"/>
                  <a:gd name="connsiteY144" fmla="*/ 205223 h 304800"/>
                  <a:gd name="connsiteX145" fmla="*/ 97544 w 330497"/>
                  <a:gd name="connsiteY145" fmla="*/ 192126 h 304800"/>
                  <a:gd name="connsiteX146" fmla="*/ 96250 w 330497"/>
                  <a:gd name="connsiteY146" fmla="*/ 188197 h 304800"/>
                  <a:gd name="connsiteX147" fmla="*/ 102718 w 330497"/>
                  <a:gd name="connsiteY147" fmla="*/ 180339 h 304800"/>
                  <a:gd name="connsiteX148" fmla="*/ 115653 w 330497"/>
                  <a:gd name="connsiteY148" fmla="*/ 175100 h 304800"/>
                  <a:gd name="connsiteX149" fmla="*/ 124707 w 330497"/>
                  <a:gd name="connsiteY149" fmla="*/ 169862 h 304800"/>
                  <a:gd name="connsiteX150" fmla="*/ 140230 w 330497"/>
                  <a:gd name="connsiteY150" fmla="*/ 160694 h 304800"/>
                  <a:gd name="connsiteX151" fmla="*/ 162219 w 330497"/>
                  <a:gd name="connsiteY151" fmla="*/ 141049 h 304800"/>
                  <a:gd name="connsiteX152" fmla="*/ 163513 w 330497"/>
                  <a:gd name="connsiteY152" fmla="*/ 138429 h 304800"/>
                  <a:gd name="connsiteX153" fmla="*/ 140230 w 330497"/>
                  <a:gd name="connsiteY153" fmla="*/ 118784 h 304800"/>
                  <a:gd name="connsiteX154" fmla="*/ 138936 w 330497"/>
                  <a:gd name="connsiteY154" fmla="*/ 117474 h 304800"/>
                  <a:gd name="connsiteX155" fmla="*/ 219220 w 330497"/>
                  <a:gd name="connsiteY155" fmla="*/ 115887 h 304800"/>
                  <a:gd name="connsiteX156" fmla="*/ 212725 w 330497"/>
                  <a:gd name="connsiteY156" fmla="*/ 122382 h 304800"/>
                  <a:gd name="connsiteX157" fmla="*/ 215323 w 330497"/>
                  <a:gd name="connsiteY157" fmla="*/ 126278 h 304800"/>
                  <a:gd name="connsiteX158" fmla="*/ 220518 w 330497"/>
                  <a:gd name="connsiteY158" fmla="*/ 134071 h 304800"/>
                  <a:gd name="connsiteX159" fmla="*/ 224415 w 330497"/>
                  <a:gd name="connsiteY159" fmla="*/ 143163 h 304800"/>
                  <a:gd name="connsiteX160" fmla="*/ 225714 w 330497"/>
                  <a:gd name="connsiteY160" fmla="*/ 144462 h 304800"/>
                  <a:gd name="connsiteX161" fmla="*/ 227013 w 330497"/>
                  <a:gd name="connsiteY161" fmla="*/ 141865 h 304800"/>
                  <a:gd name="connsiteX162" fmla="*/ 221817 w 330497"/>
                  <a:gd name="connsiteY162" fmla="*/ 117186 h 304800"/>
                  <a:gd name="connsiteX163" fmla="*/ 220518 w 330497"/>
                  <a:gd name="connsiteY163" fmla="*/ 115887 h 304800"/>
                  <a:gd name="connsiteX164" fmla="*/ 219220 w 330497"/>
                  <a:gd name="connsiteY164" fmla="*/ 115887 h 304800"/>
                  <a:gd name="connsiteX165" fmla="*/ 206375 w 330497"/>
                  <a:gd name="connsiteY165" fmla="*/ 96837 h 304800"/>
                  <a:gd name="connsiteX166" fmla="*/ 206375 w 330497"/>
                  <a:gd name="connsiteY166" fmla="*/ 98425 h 304800"/>
                  <a:gd name="connsiteX167" fmla="*/ 207169 w 330497"/>
                  <a:gd name="connsiteY167" fmla="*/ 101600 h 304800"/>
                  <a:gd name="connsiteX168" fmla="*/ 207963 w 330497"/>
                  <a:gd name="connsiteY168" fmla="*/ 101600 h 304800"/>
                  <a:gd name="connsiteX169" fmla="*/ 207963 w 330497"/>
                  <a:gd name="connsiteY169" fmla="*/ 100013 h 304800"/>
                  <a:gd name="connsiteX170" fmla="*/ 207169 w 330497"/>
                  <a:gd name="connsiteY170" fmla="*/ 98425 h 304800"/>
                  <a:gd name="connsiteX171" fmla="*/ 206375 w 330497"/>
                  <a:gd name="connsiteY171" fmla="*/ 96837 h 304800"/>
                  <a:gd name="connsiteX172" fmla="*/ 307146 w 330497"/>
                  <a:gd name="connsiteY172" fmla="*/ 28272 h 304800"/>
                  <a:gd name="connsiteX173" fmla="*/ 303262 w 330497"/>
                  <a:gd name="connsiteY173" fmla="*/ 33413 h 304800"/>
                  <a:gd name="connsiteX174" fmla="*/ 261841 w 330497"/>
                  <a:gd name="connsiteY174" fmla="*/ 74537 h 304800"/>
                  <a:gd name="connsiteX175" fmla="*/ 235952 w 330497"/>
                  <a:gd name="connsiteY175" fmla="*/ 98954 h 304800"/>
                  <a:gd name="connsiteX176" fmla="*/ 234657 w 330497"/>
                  <a:gd name="connsiteY176" fmla="*/ 105380 h 304800"/>
                  <a:gd name="connsiteX177" fmla="*/ 243718 w 330497"/>
                  <a:gd name="connsiteY177" fmla="*/ 133652 h 304800"/>
                  <a:gd name="connsiteX178" fmla="*/ 246307 w 330497"/>
                  <a:gd name="connsiteY178" fmla="*/ 134937 h 304800"/>
                  <a:gd name="connsiteX179" fmla="*/ 250191 w 330497"/>
                  <a:gd name="connsiteY179" fmla="*/ 131082 h 304800"/>
                  <a:gd name="connsiteX180" fmla="*/ 300673 w 330497"/>
                  <a:gd name="connsiteY180" fmla="*/ 97669 h 304800"/>
                  <a:gd name="connsiteX181" fmla="*/ 313618 w 330497"/>
                  <a:gd name="connsiteY181" fmla="*/ 89958 h 304800"/>
                  <a:gd name="connsiteX182" fmla="*/ 317501 w 330497"/>
                  <a:gd name="connsiteY182" fmla="*/ 82247 h 304800"/>
                  <a:gd name="connsiteX183" fmla="*/ 317501 w 330497"/>
                  <a:gd name="connsiteY183" fmla="*/ 74537 h 304800"/>
                  <a:gd name="connsiteX184" fmla="*/ 316207 w 330497"/>
                  <a:gd name="connsiteY184" fmla="*/ 61685 h 304800"/>
                  <a:gd name="connsiteX185" fmla="*/ 311029 w 330497"/>
                  <a:gd name="connsiteY185" fmla="*/ 33413 h 304800"/>
                  <a:gd name="connsiteX186" fmla="*/ 309734 w 330497"/>
                  <a:gd name="connsiteY186" fmla="*/ 28272 h 304800"/>
                  <a:gd name="connsiteX187" fmla="*/ 307146 w 330497"/>
                  <a:gd name="connsiteY187" fmla="*/ 28272 h 304800"/>
                  <a:gd name="connsiteX188" fmla="*/ 228600 w 330497"/>
                  <a:gd name="connsiteY188" fmla="*/ 17173 h 304800"/>
                  <a:gd name="connsiteX189" fmla="*/ 220861 w 330497"/>
                  <a:gd name="connsiteY189" fmla="*/ 22368 h 304800"/>
                  <a:gd name="connsiteX190" fmla="*/ 216991 w 330497"/>
                  <a:gd name="connsiteY190" fmla="*/ 27564 h 304800"/>
                  <a:gd name="connsiteX191" fmla="*/ 211832 w 330497"/>
                  <a:gd name="connsiteY191" fmla="*/ 34058 h 304800"/>
                  <a:gd name="connsiteX192" fmla="*/ 201513 w 330497"/>
                  <a:gd name="connsiteY192" fmla="*/ 50944 h 304800"/>
                  <a:gd name="connsiteX193" fmla="*/ 192484 w 330497"/>
                  <a:gd name="connsiteY193" fmla="*/ 63933 h 304800"/>
                  <a:gd name="connsiteX194" fmla="*/ 188615 w 330497"/>
                  <a:gd name="connsiteY194" fmla="*/ 67829 h 304800"/>
                  <a:gd name="connsiteX195" fmla="*/ 188615 w 330497"/>
                  <a:gd name="connsiteY195" fmla="*/ 70427 h 304800"/>
                  <a:gd name="connsiteX196" fmla="*/ 219571 w 330497"/>
                  <a:gd name="connsiteY196" fmla="*/ 86013 h 304800"/>
                  <a:gd name="connsiteX197" fmla="*/ 223441 w 330497"/>
                  <a:gd name="connsiteY197" fmla="*/ 86013 h 304800"/>
                  <a:gd name="connsiteX198" fmla="*/ 226020 w 330497"/>
                  <a:gd name="connsiteY198" fmla="*/ 84715 h 304800"/>
                  <a:gd name="connsiteX199" fmla="*/ 267295 w 330497"/>
                  <a:gd name="connsiteY199" fmla="*/ 45748 h 304800"/>
                  <a:gd name="connsiteX200" fmla="*/ 268585 w 330497"/>
                  <a:gd name="connsiteY200" fmla="*/ 39254 h 304800"/>
                  <a:gd name="connsiteX201" fmla="*/ 228600 w 330497"/>
                  <a:gd name="connsiteY201" fmla="*/ 17173 h 304800"/>
                  <a:gd name="connsiteX202" fmla="*/ 223344 w 330497"/>
                  <a:gd name="connsiteY202" fmla="*/ 0 h 304800"/>
                  <a:gd name="connsiteX203" fmla="*/ 233672 w 330497"/>
                  <a:gd name="connsiteY203" fmla="*/ 1297 h 304800"/>
                  <a:gd name="connsiteX204" fmla="*/ 246582 w 330497"/>
                  <a:gd name="connsiteY204" fmla="*/ 3891 h 304800"/>
                  <a:gd name="connsiteX205" fmla="*/ 281439 w 330497"/>
                  <a:gd name="connsiteY205" fmla="*/ 27238 h 304800"/>
                  <a:gd name="connsiteX206" fmla="*/ 285312 w 330497"/>
                  <a:gd name="connsiteY206" fmla="*/ 27238 h 304800"/>
                  <a:gd name="connsiteX207" fmla="*/ 300804 w 330497"/>
                  <a:gd name="connsiteY207" fmla="*/ 11673 h 304800"/>
                  <a:gd name="connsiteX208" fmla="*/ 315005 w 330497"/>
                  <a:gd name="connsiteY208" fmla="*/ 12970 h 304800"/>
                  <a:gd name="connsiteX209" fmla="*/ 318878 w 330497"/>
                  <a:gd name="connsiteY209" fmla="*/ 22049 h 304800"/>
                  <a:gd name="connsiteX210" fmla="*/ 329206 w 330497"/>
                  <a:gd name="connsiteY210" fmla="*/ 71336 h 304800"/>
                  <a:gd name="connsiteX211" fmla="*/ 329206 w 330497"/>
                  <a:gd name="connsiteY211" fmla="*/ 75227 h 304800"/>
                  <a:gd name="connsiteX212" fmla="*/ 330497 w 330497"/>
                  <a:gd name="connsiteY212" fmla="*/ 89495 h 304800"/>
                  <a:gd name="connsiteX213" fmla="*/ 327915 w 330497"/>
                  <a:gd name="connsiteY213" fmla="*/ 101168 h 304800"/>
                  <a:gd name="connsiteX214" fmla="*/ 325333 w 330497"/>
                  <a:gd name="connsiteY214" fmla="*/ 103762 h 304800"/>
                  <a:gd name="connsiteX215" fmla="*/ 316296 w 330497"/>
                  <a:gd name="connsiteY215" fmla="*/ 108950 h 304800"/>
                  <a:gd name="connsiteX216" fmla="*/ 305968 w 330497"/>
                  <a:gd name="connsiteY216" fmla="*/ 114138 h 304800"/>
                  <a:gd name="connsiteX217" fmla="*/ 277566 w 330497"/>
                  <a:gd name="connsiteY217" fmla="*/ 127108 h 304800"/>
                  <a:gd name="connsiteX218" fmla="*/ 247873 w 330497"/>
                  <a:gd name="connsiteY218" fmla="*/ 151752 h 304800"/>
                  <a:gd name="connsiteX219" fmla="*/ 246582 w 330497"/>
                  <a:gd name="connsiteY219" fmla="*/ 155643 h 304800"/>
                  <a:gd name="connsiteX220" fmla="*/ 249164 w 330497"/>
                  <a:gd name="connsiteY220" fmla="*/ 158237 h 304800"/>
                  <a:gd name="connsiteX221" fmla="*/ 253037 w 330497"/>
                  <a:gd name="connsiteY221" fmla="*/ 175098 h 304800"/>
                  <a:gd name="connsiteX222" fmla="*/ 251746 w 330497"/>
                  <a:gd name="connsiteY222" fmla="*/ 186771 h 304800"/>
                  <a:gd name="connsiteX223" fmla="*/ 253037 w 330497"/>
                  <a:gd name="connsiteY223" fmla="*/ 197147 h 304800"/>
                  <a:gd name="connsiteX224" fmla="*/ 273693 w 330497"/>
                  <a:gd name="connsiteY224" fmla="*/ 223088 h 304800"/>
                  <a:gd name="connsiteX225" fmla="*/ 293058 w 330497"/>
                  <a:gd name="connsiteY225" fmla="*/ 239949 h 304800"/>
                  <a:gd name="connsiteX226" fmla="*/ 295640 w 330497"/>
                  <a:gd name="connsiteY226" fmla="*/ 242543 h 304800"/>
                  <a:gd name="connsiteX227" fmla="*/ 296931 w 330497"/>
                  <a:gd name="connsiteY227" fmla="*/ 250325 h 304800"/>
                  <a:gd name="connsiteX228" fmla="*/ 293058 w 330497"/>
                  <a:gd name="connsiteY228" fmla="*/ 252919 h 304800"/>
                  <a:gd name="connsiteX229" fmla="*/ 280148 w 330497"/>
                  <a:gd name="connsiteY229" fmla="*/ 254216 h 304800"/>
                  <a:gd name="connsiteX230" fmla="*/ 273693 w 330497"/>
                  <a:gd name="connsiteY230" fmla="*/ 255513 h 304800"/>
                  <a:gd name="connsiteX231" fmla="*/ 274984 w 330497"/>
                  <a:gd name="connsiteY231" fmla="*/ 260702 h 304800"/>
                  <a:gd name="connsiteX232" fmla="*/ 265947 w 330497"/>
                  <a:gd name="connsiteY232" fmla="*/ 268484 h 304800"/>
                  <a:gd name="connsiteX233" fmla="*/ 263365 w 330497"/>
                  <a:gd name="connsiteY233" fmla="*/ 268484 h 304800"/>
                  <a:gd name="connsiteX234" fmla="*/ 262074 w 330497"/>
                  <a:gd name="connsiteY234" fmla="*/ 269781 h 304800"/>
                  <a:gd name="connsiteX235" fmla="*/ 264656 w 330497"/>
                  <a:gd name="connsiteY235" fmla="*/ 273672 h 304800"/>
                  <a:gd name="connsiteX236" fmla="*/ 265947 w 330497"/>
                  <a:gd name="connsiteY236" fmla="*/ 284048 h 304800"/>
                  <a:gd name="connsiteX237" fmla="*/ 255619 w 330497"/>
                  <a:gd name="connsiteY237" fmla="*/ 287939 h 304800"/>
                  <a:gd name="connsiteX238" fmla="*/ 244000 w 330497"/>
                  <a:gd name="connsiteY238" fmla="*/ 281454 h 304800"/>
                  <a:gd name="connsiteX239" fmla="*/ 240127 w 330497"/>
                  <a:gd name="connsiteY239" fmla="*/ 280157 h 304800"/>
                  <a:gd name="connsiteX240" fmla="*/ 238836 w 330497"/>
                  <a:gd name="connsiteY240" fmla="*/ 281454 h 304800"/>
                  <a:gd name="connsiteX241" fmla="*/ 238836 w 330497"/>
                  <a:gd name="connsiteY241" fmla="*/ 284048 h 304800"/>
                  <a:gd name="connsiteX242" fmla="*/ 238836 w 330497"/>
                  <a:gd name="connsiteY242" fmla="*/ 298315 h 304800"/>
                  <a:gd name="connsiteX243" fmla="*/ 232381 w 330497"/>
                  <a:gd name="connsiteY243" fmla="*/ 304800 h 304800"/>
                  <a:gd name="connsiteX244" fmla="*/ 227217 w 330497"/>
                  <a:gd name="connsiteY244" fmla="*/ 304800 h 304800"/>
                  <a:gd name="connsiteX245" fmla="*/ 223344 w 330497"/>
                  <a:gd name="connsiteY245" fmla="*/ 303503 h 304800"/>
                  <a:gd name="connsiteX246" fmla="*/ 211725 w 330497"/>
                  <a:gd name="connsiteY246" fmla="*/ 289236 h 304800"/>
                  <a:gd name="connsiteX247" fmla="*/ 202688 w 330497"/>
                  <a:gd name="connsiteY247" fmla="*/ 263296 h 304800"/>
                  <a:gd name="connsiteX248" fmla="*/ 209143 w 330497"/>
                  <a:gd name="connsiteY248" fmla="*/ 219197 h 304800"/>
                  <a:gd name="connsiteX249" fmla="*/ 210434 w 330497"/>
                  <a:gd name="connsiteY249" fmla="*/ 214009 h 304800"/>
                  <a:gd name="connsiteX250" fmla="*/ 209143 w 330497"/>
                  <a:gd name="connsiteY250" fmla="*/ 208821 h 304800"/>
                  <a:gd name="connsiteX251" fmla="*/ 198815 w 330497"/>
                  <a:gd name="connsiteY251" fmla="*/ 202336 h 304800"/>
                  <a:gd name="connsiteX252" fmla="*/ 193651 w 330497"/>
                  <a:gd name="connsiteY252" fmla="*/ 201039 h 304800"/>
                  <a:gd name="connsiteX253" fmla="*/ 162666 w 330497"/>
                  <a:gd name="connsiteY253" fmla="*/ 230870 h 304800"/>
                  <a:gd name="connsiteX254" fmla="*/ 148465 w 330497"/>
                  <a:gd name="connsiteY254" fmla="*/ 249028 h 304800"/>
                  <a:gd name="connsiteX255" fmla="*/ 127809 w 330497"/>
                  <a:gd name="connsiteY255" fmla="*/ 269781 h 304800"/>
                  <a:gd name="connsiteX256" fmla="*/ 126518 w 330497"/>
                  <a:gd name="connsiteY256" fmla="*/ 272375 h 304800"/>
                  <a:gd name="connsiteX257" fmla="*/ 100698 w 330497"/>
                  <a:gd name="connsiteY257" fmla="*/ 294424 h 304800"/>
                  <a:gd name="connsiteX258" fmla="*/ 96825 w 330497"/>
                  <a:gd name="connsiteY258" fmla="*/ 297018 h 304800"/>
                  <a:gd name="connsiteX259" fmla="*/ 72296 w 330497"/>
                  <a:gd name="connsiteY259" fmla="*/ 303503 h 304800"/>
                  <a:gd name="connsiteX260" fmla="*/ 54222 w 330497"/>
                  <a:gd name="connsiteY260" fmla="*/ 300909 h 304800"/>
                  <a:gd name="connsiteX261" fmla="*/ 45185 w 330497"/>
                  <a:gd name="connsiteY261" fmla="*/ 298315 h 304800"/>
                  <a:gd name="connsiteX262" fmla="*/ 14201 w 330497"/>
                  <a:gd name="connsiteY262" fmla="*/ 273672 h 304800"/>
                  <a:gd name="connsiteX263" fmla="*/ 6455 w 330497"/>
                  <a:gd name="connsiteY263" fmla="*/ 260702 h 304800"/>
                  <a:gd name="connsiteX264" fmla="*/ 0 w 330497"/>
                  <a:gd name="connsiteY264" fmla="*/ 238652 h 304800"/>
                  <a:gd name="connsiteX265" fmla="*/ 0 w 330497"/>
                  <a:gd name="connsiteY265" fmla="*/ 236058 h 304800"/>
                  <a:gd name="connsiteX266" fmla="*/ 5164 w 330497"/>
                  <a:gd name="connsiteY266" fmla="*/ 202336 h 304800"/>
                  <a:gd name="connsiteX267" fmla="*/ 16783 w 330497"/>
                  <a:gd name="connsiteY267" fmla="*/ 188068 h 304800"/>
                  <a:gd name="connsiteX268" fmla="*/ 24529 w 330497"/>
                  <a:gd name="connsiteY268" fmla="*/ 180286 h 304800"/>
                  <a:gd name="connsiteX269" fmla="*/ 29693 w 330497"/>
                  <a:gd name="connsiteY269" fmla="*/ 176395 h 304800"/>
                  <a:gd name="connsiteX270" fmla="*/ 37439 w 330497"/>
                  <a:gd name="connsiteY270" fmla="*/ 172504 h 304800"/>
                  <a:gd name="connsiteX271" fmla="*/ 112317 w 330497"/>
                  <a:gd name="connsiteY271" fmla="*/ 118029 h 304800"/>
                  <a:gd name="connsiteX272" fmla="*/ 138137 w 330497"/>
                  <a:gd name="connsiteY272" fmla="*/ 95980 h 304800"/>
                  <a:gd name="connsiteX273" fmla="*/ 153629 w 330497"/>
                  <a:gd name="connsiteY273" fmla="*/ 81713 h 304800"/>
                  <a:gd name="connsiteX274" fmla="*/ 171703 w 330497"/>
                  <a:gd name="connsiteY274" fmla="*/ 63554 h 304800"/>
                  <a:gd name="connsiteX275" fmla="*/ 182032 w 330497"/>
                  <a:gd name="connsiteY275" fmla="*/ 51881 h 304800"/>
                  <a:gd name="connsiteX276" fmla="*/ 187196 w 330497"/>
                  <a:gd name="connsiteY276" fmla="*/ 44099 h 304800"/>
                  <a:gd name="connsiteX277" fmla="*/ 205270 w 330497"/>
                  <a:gd name="connsiteY277" fmla="*/ 16861 h 304800"/>
                  <a:gd name="connsiteX278" fmla="*/ 209143 w 330497"/>
                  <a:gd name="connsiteY278" fmla="*/ 9079 h 304800"/>
                  <a:gd name="connsiteX279" fmla="*/ 214307 w 330497"/>
                  <a:gd name="connsiteY279" fmla="*/ 2594 h 304800"/>
                  <a:gd name="connsiteX280" fmla="*/ 223344 w 330497"/>
                  <a:gd name="connsiteY280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</a:cxnLst>
                <a:rect l="l" t="t" r="r" b="b"/>
                <a:pathLst>
                  <a:path w="330497" h="304800">
                    <a:moveTo>
                      <a:pt x="75173" y="222249"/>
                    </a:moveTo>
                    <a:cubicBezTo>
                      <a:pt x="68636" y="228423"/>
                      <a:pt x="63407" y="233362"/>
                      <a:pt x="56870" y="239535"/>
                    </a:cubicBezTo>
                    <a:cubicBezTo>
                      <a:pt x="55563" y="239535"/>
                      <a:pt x="55563" y="240770"/>
                      <a:pt x="55563" y="242005"/>
                    </a:cubicBezTo>
                    <a:cubicBezTo>
                      <a:pt x="55563" y="242005"/>
                      <a:pt x="56870" y="243240"/>
                      <a:pt x="58178" y="243240"/>
                    </a:cubicBezTo>
                    <a:cubicBezTo>
                      <a:pt x="60792" y="244474"/>
                      <a:pt x="64714" y="244474"/>
                      <a:pt x="67329" y="244474"/>
                    </a:cubicBezTo>
                    <a:cubicBezTo>
                      <a:pt x="69944" y="244474"/>
                      <a:pt x="71251" y="243240"/>
                      <a:pt x="72559" y="240770"/>
                    </a:cubicBezTo>
                    <a:cubicBezTo>
                      <a:pt x="76481" y="237066"/>
                      <a:pt x="77788" y="232127"/>
                      <a:pt x="77788" y="225953"/>
                    </a:cubicBezTo>
                    <a:cubicBezTo>
                      <a:pt x="77788" y="225953"/>
                      <a:pt x="77788" y="224719"/>
                      <a:pt x="77788" y="223484"/>
                    </a:cubicBezTo>
                    <a:cubicBezTo>
                      <a:pt x="77788" y="223484"/>
                      <a:pt x="76481" y="222249"/>
                      <a:pt x="76481" y="222249"/>
                    </a:cubicBezTo>
                    <a:cubicBezTo>
                      <a:pt x="76481" y="222249"/>
                      <a:pt x="75173" y="222249"/>
                      <a:pt x="75173" y="222249"/>
                    </a:cubicBezTo>
                    <a:close/>
                    <a:moveTo>
                      <a:pt x="226286" y="209549"/>
                    </a:moveTo>
                    <a:cubicBezTo>
                      <a:pt x="223772" y="209549"/>
                      <a:pt x="222515" y="210853"/>
                      <a:pt x="221258" y="213461"/>
                    </a:cubicBezTo>
                    <a:cubicBezTo>
                      <a:pt x="221258" y="214765"/>
                      <a:pt x="221258" y="214765"/>
                      <a:pt x="221258" y="216069"/>
                    </a:cubicBezTo>
                    <a:cubicBezTo>
                      <a:pt x="220002" y="218677"/>
                      <a:pt x="218745" y="221285"/>
                      <a:pt x="220002" y="222589"/>
                    </a:cubicBezTo>
                    <a:cubicBezTo>
                      <a:pt x="220002" y="223893"/>
                      <a:pt x="222515" y="223893"/>
                      <a:pt x="225029" y="223893"/>
                    </a:cubicBezTo>
                    <a:cubicBezTo>
                      <a:pt x="226286" y="225197"/>
                      <a:pt x="227542" y="227805"/>
                      <a:pt x="226286" y="229110"/>
                    </a:cubicBezTo>
                    <a:cubicBezTo>
                      <a:pt x="223772" y="230414"/>
                      <a:pt x="221258" y="231718"/>
                      <a:pt x="218745" y="233022"/>
                    </a:cubicBezTo>
                    <a:cubicBezTo>
                      <a:pt x="217488" y="234326"/>
                      <a:pt x="218745" y="236934"/>
                      <a:pt x="220002" y="236934"/>
                    </a:cubicBezTo>
                    <a:cubicBezTo>
                      <a:pt x="222515" y="236934"/>
                      <a:pt x="226286" y="238238"/>
                      <a:pt x="226286" y="240846"/>
                    </a:cubicBezTo>
                    <a:cubicBezTo>
                      <a:pt x="227542" y="244758"/>
                      <a:pt x="225029" y="246062"/>
                      <a:pt x="222515" y="247366"/>
                    </a:cubicBezTo>
                    <a:cubicBezTo>
                      <a:pt x="220002" y="248670"/>
                      <a:pt x="218745" y="251278"/>
                      <a:pt x="217488" y="252582"/>
                    </a:cubicBezTo>
                    <a:cubicBezTo>
                      <a:pt x="217488" y="252582"/>
                      <a:pt x="217488" y="253886"/>
                      <a:pt x="217488" y="253886"/>
                    </a:cubicBezTo>
                    <a:cubicBezTo>
                      <a:pt x="217488" y="255190"/>
                      <a:pt x="217488" y="255190"/>
                      <a:pt x="218745" y="253886"/>
                    </a:cubicBezTo>
                    <a:cubicBezTo>
                      <a:pt x="220002" y="253886"/>
                      <a:pt x="221258" y="252582"/>
                      <a:pt x="222515" y="252582"/>
                    </a:cubicBezTo>
                    <a:cubicBezTo>
                      <a:pt x="223772" y="252582"/>
                      <a:pt x="225029" y="252582"/>
                      <a:pt x="226286" y="253886"/>
                    </a:cubicBezTo>
                    <a:cubicBezTo>
                      <a:pt x="227542" y="255190"/>
                      <a:pt x="227542" y="257798"/>
                      <a:pt x="226286" y="259102"/>
                    </a:cubicBezTo>
                    <a:cubicBezTo>
                      <a:pt x="225029" y="261710"/>
                      <a:pt x="223772" y="263014"/>
                      <a:pt x="222515" y="265622"/>
                    </a:cubicBezTo>
                    <a:cubicBezTo>
                      <a:pt x="218745" y="268230"/>
                      <a:pt x="218745" y="272142"/>
                      <a:pt x="221258" y="276054"/>
                    </a:cubicBezTo>
                    <a:cubicBezTo>
                      <a:pt x="221258" y="278662"/>
                      <a:pt x="222515" y="279966"/>
                      <a:pt x="223772" y="282574"/>
                    </a:cubicBezTo>
                    <a:cubicBezTo>
                      <a:pt x="223772" y="282574"/>
                      <a:pt x="225029" y="282574"/>
                      <a:pt x="225029" y="282574"/>
                    </a:cubicBezTo>
                    <a:cubicBezTo>
                      <a:pt x="226286" y="277358"/>
                      <a:pt x="228799" y="272142"/>
                      <a:pt x="230056" y="266926"/>
                    </a:cubicBezTo>
                    <a:cubicBezTo>
                      <a:pt x="230056" y="261710"/>
                      <a:pt x="233826" y="260406"/>
                      <a:pt x="237597" y="261710"/>
                    </a:cubicBezTo>
                    <a:cubicBezTo>
                      <a:pt x="238853" y="263014"/>
                      <a:pt x="240110" y="263014"/>
                      <a:pt x="240110" y="264318"/>
                    </a:cubicBezTo>
                    <a:cubicBezTo>
                      <a:pt x="242624" y="265622"/>
                      <a:pt x="243881" y="266926"/>
                      <a:pt x="245137" y="268230"/>
                    </a:cubicBezTo>
                    <a:cubicBezTo>
                      <a:pt x="246394" y="268230"/>
                      <a:pt x="247651" y="268230"/>
                      <a:pt x="247651" y="268230"/>
                    </a:cubicBezTo>
                    <a:cubicBezTo>
                      <a:pt x="247651" y="268230"/>
                      <a:pt x="247651" y="266926"/>
                      <a:pt x="247651" y="266926"/>
                    </a:cubicBezTo>
                    <a:cubicBezTo>
                      <a:pt x="247651" y="265622"/>
                      <a:pt x="247651" y="264318"/>
                      <a:pt x="246394" y="263014"/>
                    </a:cubicBezTo>
                    <a:cubicBezTo>
                      <a:pt x="241367" y="248670"/>
                      <a:pt x="237597" y="234326"/>
                      <a:pt x="236340" y="218677"/>
                    </a:cubicBezTo>
                    <a:cubicBezTo>
                      <a:pt x="236340" y="214765"/>
                      <a:pt x="235083" y="212157"/>
                      <a:pt x="232569" y="209549"/>
                    </a:cubicBezTo>
                    <a:cubicBezTo>
                      <a:pt x="232569" y="209549"/>
                      <a:pt x="231313" y="209549"/>
                      <a:pt x="231313" y="209549"/>
                    </a:cubicBezTo>
                    <a:cubicBezTo>
                      <a:pt x="228799" y="209549"/>
                      <a:pt x="227542" y="209549"/>
                      <a:pt x="226286" y="209549"/>
                    </a:cubicBezTo>
                    <a:close/>
                    <a:moveTo>
                      <a:pt x="245475" y="204787"/>
                    </a:moveTo>
                    <a:cubicBezTo>
                      <a:pt x="245475" y="204787"/>
                      <a:pt x="244182" y="204787"/>
                      <a:pt x="244182" y="206082"/>
                    </a:cubicBezTo>
                    <a:cubicBezTo>
                      <a:pt x="242888" y="208672"/>
                      <a:pt x="244182" y="211263"/>
                      <a:pt x="245475" y="215148"/>
                    </a:cubicBezTo>
                    <a:cubicBezTo>
                      <a:pt x="245475" y="216443"/>
                      <a:pt x="246769" y="219033"/>
                      <a:pt x="248062" y="221623"/>
                    </a:cubicBezTo>
                    <a:cubicBezTo>
                      <a:pt x="248062" y="230689"/>
                      <a:pt x="251943" y="239754"/>
                      <a:pt x="254530" y="248820"/>
                    </a:cubicBezTo>
                    <a:cubicBezTo>
                      <a:pt x="254530" y="250115"/>
                      <a:pt x="254530" y="251410"/>
                      <a:pt x="255823" y="252705"/>
                    </a:cubicBezTo>
                    <a:cubicBezTo>
                      <a:pt x="255823" y="252705"/>
                      <a:pt x="257117" y="254000"/>
                      <a:pt x="257117" y="254000"/>
                    </a:cubicBezTo>
                    <a:cubicBezTo>
                      <a:pt x="257117" y="254000"/>
                      <a:pt x="258410" y="252705"/>
                      <a:pt x="258410" y="252705"/>
                    </a:cubicBezTo>
                    <a:cubicBezTo>
                      <a:pt x="258410" y="250115"/>
                      <a:pt x="258410" y="248820"/>
                      <a:pt x="259704" y="247525"/>
                    </a:cubicBezTo>
                    <a:cubicBezTo>
                      <a:pt x="259704" y="242345"/>
                      <a:pt x="263584" y="241049"/>
                      <a:pt x="267465" y="241049"/>
                    </a:cubicBezTo>
                    <a:cubicBezTo>
                      <a:pt x="268758" y="242345"/>
                      <a:pt x="271345" y="242345"/>
                      <a:pt x="272639" y="242345"/>
                    </a:cubicBezTo>
                    <a:cubicBezTo>
                      <a:pt x="273932" y="242345"/>
                      <a:pt x="275226" y="242345"/>
                      <a:pt x="276520" y="242345"/>
                    </a:cubicBezTo>
                    <a:cubicBezTo>
                      <a:pt x="277813" y="241049"/>
                      <a:pt x="275226" y="239754"/>
                      <a:pt x="273932" y="238459"/>
                    </a:cubicBezTo>
                    <a:cubicBezTo>
                      <a:pt x="272639" y="237164"/>
                      <a:pt x="270052" y="234574"/>
                      <a:pt x="268758" y="233279"/>
                    </a:cubicBezTo>
                    <a:cubicBezTo>
                      <a:pt x="260997" y="226804"/>
                      <a:pt x="255823" y="219033"/>
                      <a:pt x="250649" y="211263"/>
                    </a:cubicBezTo>
                    <a:cubicBezTo>
                      <a:pt x="249356" y="208672"/>
                      <a:pt x="248062" y="207377"/>
                      <a:pt x="246769" y="204787"/>
                    </a:cubicBezTo>
                    <a:cubicBezTo>
                      <a:pt x="246769" y="204787"/>
                      <a:pt x="245475" y="204787"/>
                      <a:pt x="245475" y="204787"/>
                    </a:cubicBezTo>
                    <a:close/>
                    <a:moveTo>
                      <a:pt x="63501" y="191786"/>
                    </a:moveTo>
                    <a:cubicBezTo>
                      <a:pt x="55707" y="190499"/>
                      <a:pt x="47914" y="191786"/>
                      <a:pt x="38822" y="193074"/>
                    </a:cubicBezTo>
                    <a:cubicBezTo>
                      <a:pt x="36224" y="193074"/>
                      <a:pt x="33627" y="195648"/>
                      <a:pt x="31029" y="198222"/>
                    </a:cubicBezTo>
                    <a:cubicBezTo>
                      <a:pt x="21937" y="205945"/>
                      <a:pt x="20638" y="216242"/>
                      <a:pt x="20638" y="226540"/>
                    </a:cubicBezTo>
                    <a:cubicBezTo>
                      <a:pt x="21937" y="238124"/>
                      <a:pt x="24535" y="249709"/>
                      <a:pt x="28431" y="260006"/>
                    </a:cubicBezTo>
                    <a:cubicBezTo>
                      <a:pt x="31029" y="263867"/>
                      <a:pt x="33627" y="267729"/>
                      <a:pt x="37523" y="271590"/>
                    </a:cubicBezTo>
                    <a:cubicBezTo>
                      <a:pt x="49213" y="281888"/>
                      <a:pt x="63501" y="285749"/>
                      <a:pt x="79087" y="284462"/>
                    </a:cubicBezTo>
                    <a:cubicBezTo>
                      <a:pt x="80386" y="284462"/>
                      <a:pt x="81685" y="284462"/>
                      <a:pt x="82984" y="284462"/>
                    </a:cubicBezTo>
                    <a:cubicBezTo>
                      <a:pt x="89478" y="281888"/>
                      <a:pt x="94674" y="278026"/>
                      <a:pt x="99869" y="275452"/>
                    </a:cubicBezTo>
                    <a:cubicBezTo>
                      <a:pt x="103766" y="272878"/>
                      <a:pt x="106363" y="269016"/>
                      <a:pt x="108961" y="266442"/>
                    </a:cubicBezTo>
                    <a:cubicBezTo>
                      <a:pt x="116754" y="260006"/>
                      <a:pt x="120651" y="250996"/>
                      <a:pt x="119352" y="240699"/>
                    </a:cubicBezTo>
                    <a:cubicBezTo>
                      <a:pt x="119352" y="236837"/>
                      <a:pt x="119352" y="234263"/>
                      <a:pt x="118053" y="230401"/>
                    </a:cubicBezTo>
                    <a:cubicBezTo>
                      <a:pt x="118053" y="230401"/>
                      <a:pt x="118053" y="229114"/>
                      <a:pt x="118053" y="229114"/>
                    </a:cubicBezTo>
                    <a:cubicBezTo>
                      <a:pt x="116754" y="229114"/>
                      <a:pt x="115455" y="230401"/>
                      <a:pt x="115455" y="230401"/>
                    </a:cubicBezTo>
                    <a:cubicBezTo>
                      <a:pt x="114157" y="231688"/>
                      <a:pt x="112858" y="234263"/>
                      <a:pt x="111559" y="235550"/>
                    </a:cubicBezTo>
                    <a:cubicBezTo>
                      <a:pt x="106363" y="243273"/>
                      <a:pt x="99869" y="249709"/>
                      <a:pt x="92076" y="254857"/>
                    </a:cubicBezTo>
                    <a:cubicBezTo>
                      <a:pt x="84283" y="258719"/>
                      <a:pt x="77788" y="261293"/>
                      <a:pt x="69995" y="260006"/>
                    </a:cubicBezTo>
                    <a:cubicBezTo>
                      <a:pt x="67397" y="260006"/>
                      <a:pt x="66098" y="260006"/>
                      <a:pt x="64800" y="260006"/>
                    </a:cubicBezTo>
                    <a:cubicBezTo>
                      <a:pt x="60903" y="260006"/>
                      <a:pt x="55707" y="258719"/>
                      <a:pt x="51811" y="258719"/>
                    </a:cubicBezTo>
                    <a:cubicBezTo>
                      <a:pt x="47914" y="256145"/>
                      <a:pt x="44018" y="252283"/>
                      <a:pt x="40121" y="249709"/>
                    </a:cubicBezTo>
                    <a:cubicBezTo>
                      <a:pt x="38822" y="248422"/>
                      <a:pt x="38822" y="248422"/>
                      <a:pt x="38822" y="248422"/>
                    </a:cubicBezTo>
                    <a:cubicBezTo>
                      <a:pt x="36224" y="245847"/>
                      <a:pt x="34926" y="244560"/>
                      <a:pt x="34926" y="241986"/>
                    </a:cubicBezTo>
                    <a:cubicBezTo>
                      <a:pt x="34926" y="236837"/>
                      <a:pt x="36224" y="232976"/>
                      <a:pt x="40121" y="230401"/>
                    </a:cubicBezTo>
                    <a:cubicBezTo>
                      <a:pt x="47914" y="226540"/>
                      <a:pt x="53110" y="220104"/>
                      <a:pt x="58305" y="214955"/>
                    </a:cubicBezTo>
                    <a:cubicBezTo>
                      <a:pt x="62202" y="211094"/>
                      <a:pt x="64800" y="208520"/>
                      <a:pt x="68696" y="205945"/>
                    </a:cubicBezTo>
                    <a:cubicBezTo>
                      <a:pt x="69995" y="203371"/>
                      <a:pt x="71294" y="203371"/>
                      <a:pt x="69995" y="200797"/>
                    </a:cubicBezTo>
                    <a:cubicBezTo>
                      <a:pt x="69995" y="198222"/>
                      <a:pt x="68696" y="196935"/>
                      <a:pt x="67397" y="194361"/>
                    </a:cubicBezTo>
                    <a:cubicBezTo>
                      <a:pt x="67397" y="193074"/>
                      <a:pt x="66098" y="193074"/>
                      <a:pt x="63501" y="191786"/>
                    </a:cubicBezTo>
                    <a:close/>
                    <a:moveTo>
                      <a:pt x="231942" y="166687"/>
                    </a:moveTo>
                    <a:cubicBezTo>
                      <a:pt x="226595" y="170447"/>
                      <a:pt x="222584" y="174207"/>
                      <a:pt x="218574" y="177967"/>
                    </a:cubicBezTo>
                    <a:cubicBezTo>
                      <a:pt x="215900" y="179220"/>
                      <a:pt x="215900" y="181727"/>
                      <a:pt x="217237" y="184234"/>
                    </a:cubicBezTo>
                    <a:cubicBezTo>
                      <a:pt x="218574" y="182980"/>
                      <a:pt x="219910" y="181727"/>
                      <a:pt x="221247" y="180474"/>
                    </a:cubicBezTo>
                    <a:cubicBezTo>
                      <a:pt x="222584" y="179220"/>
                      <a:pt x="226595" y="179220"/>
                      <a:pt x="226595" y="180474"/>
                    </a:cubicBezTo>
                    <a:cubicBezTo>
                      <a:pt x="227932" y="181727"/>
                      <a:pt x="227932" y="182980"/>
                      <a:pt x="227932" y="182980"/>
                    </a:cubicBezTo>
                    <a:cubicBezTo>
                      <a:pt x="229268" y="185487"/>
                      <a:pt x="229268" y="186740"/>
                      <a:pt x="230605" y="189247"/>
                    </a:cubicBezTo>
                    <a:cubicBezTo>
                      <a:pt x="230605" y="190500"/>
                      <a:pt x="231942" y="190500"/>
                      <a:pt x="233279" y="189247"/>
                    </a:cubicBezTo>
                    <a:cubicBezTo>
                      <a:pt x="238626" y="186740"/>
                      <a:pt x="239963" y="181727"/>
                      <a:pt x="241300" y="176714"/>
                    </a:cubicBezTo>
                    <a:cubicBezTo>
                      <a:pt x="241300" y="171701"/>
                      <a:pt x="237290" y="167941"/>
                      <a:pt x="233279" y="166687"/>
                    </a:cubicBezTo>
                    <a:cubicBezTo>
                      <a:pt x="233279" y="166687"/>
                      <a:pt x="231942" y="166687"/>
                      <a:pt x="231942" y="166687"/>
                    </a:cubicBezTo>
                    <a:close/>
                    <a:moveTo>
                      <a:pt x="173526" y="155277"/>
                    </a:moveTo>
                    <a:cubicBezTo>
                      <a:pt x="169680" y="159147"/>
                      <a:pt x="165833" y="161726"/>
                      <a:pt x="160704" y="165596"/>
                    </a:cubicBezTo>
                    <a:cubicBezTo>
                      <a:pt x="151729" y="172045"/>
                      <a:pt x="141471" y="178494"/>
                      <a:pt x="129931" y="183654"/>
                    </a:cubicBezTo>
                    <a:cubicBezTo>
                      <a:pt x="128649" y="184943"/>
                      <a:pt x="126085" y="186233"/>
                      <a:pt x="124802" y="187523"/>
                    </a:cubicBezTo>
                    <a:cubicBezTo>
                      <a:pt x="123520" y="188813"/>
                      <a:pt x="122238" y="188813"/>
                      <a:pt x="123520" y="190103"/>
                    </a:cubicBezTo>
                    <a:cubicBezTo>
                      <a:pt x="124802" y="191393"/>
                      <a:pt x="126085" y="192683"/>
                      <a:pt x="126085" y="193972"/>
                    </a:cubicBezTo>
                    <a:cubicBezTo>
                      <a:pt x="132496" y="203001"/>
                      <a:pt x="137625" y="212030"/>
                      <a:pt x="137625" y="222349"/>
                    </a:cubicBezTo>
                    <a:cubicBezTo>
                      <a:pt x="137625" y="226218"/>
                      <a:pt x="138907" y="230088"/>
                      <a:pt x="138907" y="233958"/>
                    </a:cubicBezTo>
                    <a:cubicBezTo>
                      <a:pt x="138907" y="235247"/>
                      <a:pt x="140189" y="235247"/>
                      <a:pt x="140189" y="236537"/>
                    </a:cubicBezTo>
                    <a:cubicBezTo>
                      <a:pt x="141471" y="235247"/>
                      <a:pt x="141471" y="235247"/>
                      <a:pt x="142753" y="235247"/>
                    </a:cubicBezTo>
                    <a:cubicBezTo>
                      <a:pt x="144036" y="231378"/>
                      <a:pt x="146600" y="228798"/>
                      <a:pt x="149164" y="226218"/>
                    </a:cubicBezTo>
                    <a:cubicBezTo>
                      <a:pt x="153011" y="222349"/>
                      <a:pt x="158140" y="217190"/>
                      <a:pt x="161987" y="212030"/>
                    </a:cubicBezTo>
                    <a:cubicBezTo>
                      <a:pt x="164551" y="208161"/>
                      <a:pt x="168398" y="205581"/>
                      <a:pt x="170962" y="201711"/>
                    </a:cubicBezTo>
                    <a:cubicBezTo>
                      <a:pt x="173526" y="199132"/>
                      <a:pt x="176091" y="196552"/>
                      <a:pt x="178655" y="193972"/>
                    </a:cubicBezTo>
                    <a:cubicBezTo>
                      <a:pt x="181220" y="191393"/>
                      <a:pt x="183784" y="187523"/>
                      <a:pt x="186349" y="186233"/>
                    </a:cubicBezTo>
                    <a:cubicBezTo>
                      <a:pt x="187631" y="186233"/>
                      <a:pt x="187631" y="184943"/>
                      <a:pt x="188913" y="183654"/>
                    </a:cubicBezTo>
                    <a:cubicBezTo>
                      <a:pt x="188913" y="183654"/>
                      <a:pt x="188913" y="182364"/>
                      <a:pt x="187631" y="182364"/>
                    </a:cubicBezTo>
                    <a:cubicBezTo>
                      <a:pt x="185066" y="174625"/>
                      <a:pt x="182502" y="166886"/>
                      <a:pt x="179937" y="159147"/>
                    </a:cubicBezTo>
                    <a:cubicBezTo>
                      <a:pt x="178655" y="157857"/>
                      <a:pt x="178655" y="157857"/>
                      <a:pt x="177373" y="156567"/>
                    </a:cubicBezTo>
                    <a:cubicBezTo>
                      <a:pt x="176091" y="153987"/>
                      <a:pt x="174809" y="153987"/>
                      <a:pt x="173526" y="155277"/>
                    </a:cubicBezTo>
                    <a:close/>
                    <a:moveTo>
                      <a:pt x="196118" y="139382"/>
                    </a:moveTo>
                    <a:cubicBezTo>
                      <a:pt x="192088" y="140652"/>
                      <a:pt x="192088" y="143192"/>
                      <a:pt x="193431" y="145732"/>
                    </a:cubicBezTo>
                    <a:cubicBezTo>
                      <a:pt x="197461" y="150812"/>
                      <a:pt x="200148" y="155892"/>
                      <a:pt x="204178" y="160972"/>
                    </a:cubicBezTo>
                    <a:cubicBezTo>
                      <a:pt x="204178" y="162242"/>
                      <a:pt x="205521" y="163512"/>
                      <a:pt x="205521" y="163512"/>
                    </a:cubicBezTo>
                    <a:cubicBezTo>
                      <a:pt x="205521" y="163512"/>
                      <a:pt x="206864" y="163512"/>
                      <a:pt x="206864" y="163512"/>
                    </a:cubicBezTo>
                    <a:cubicBezTo>
                      <a:pt x="208208" y="162242"/>
                      <a:pt x="208208" y="162242"/>
                      <a:pt x="209551" y="160972"/>
                    </a:cubicBezTo>
                    <a:cubicBezTo>
                      <a:pt x="208208" y="159702"/>
                      <a:pt x="208208" y="158432"/>
                      <a:pt x="208208" y="157162"/>
                    </a:cubicBezTo>
                    <a:cubicBezTo>
                      <a:pt x="206864" y="149542"/>
                      <a:pt x="201491" y="144462"/>
                      <a:pt x="197461" y="139382"/>
                    </a:cubicBezTo>
                    <a:cubicBezTo>
                      <a:pt x="197461" y="138112"/>
                      <a:pt x="196118" y="138112"/>
                      <a:pt x="196118" y="139382"/>
                    </a:cubicBezTo>
                    <a:close/>
                    <a:moveTo>
                      <a:pt x="204470" y="131762"/>
                    </a:moveTo>
                    <a:cubicBezTo>
                      <a:pt x="203200" y="131762"/>
                      <a:pt x="203200" y="132896"/>
                      <a:pt x="203200" y="132896"/>
                    </a:cubicBezTo>
                    <a:cubicBezTo>
                      <a:pt x="204470" y="134030"/>
                      <a:pt x="205740" y="135164"/>
                      <a:pt x="207010" y="135164"/>
                    </a:cubicBezTo>
                    <a:cubicBezTo>
                      <a:pt x="208280" y="134030"/>
                      <a:pt x="207010" y="132896"/>
                      <a:pt x="205740" y="131762"/>
                    </a:cubicBezTo>
                    <a:cubicBezTo>
                      <a:pt x="205740" y="131762"/>
                      <a:pt x="204470" y="131762"/>
                      <a:pt x="204470" y="131762"/>
                    </a:cubicBezTo>
                    <a:close/>
                    <a:moveTo>
                      <a:pt x="138936" y="117474"/>
                    </a:moveTo>
                    <a:cubicBezTo>
                      <a:pt x="137643" y="117474"/>
                      <a:pt x="137643" y="118784"/>
                      <a:pt x="136349" y="118784"/>
                    </a:cubicBezTo>
                    <a:cubicBezTo>
                      <a:pt x="132469" y="121403"/>
                      <a:pt x="129881" y="124023"/>
                      <a:pt x="126001" y="126642"/>
                    </a:cubicBezTo>
                    <a:cubicBezTo>
                      <a:pt x="104011" y="142358"/>
                      <a:pt x="82021" y="156765"/>
                      <a:pt x="60031" y="172481"/>
                    </a:cubicBezTo>
                    <a:cubicBezTo>
                      <a:pt x="60031" y="172481"/>
                      <a:pt x="58738" y="173791"/>
                      <a:pt x="58738" y="173791"/>
                    </a:cubicBezTo>
                    <a:cubicBezTo>
                      <a:pt x="58738" y="173791"/>
                      <a:pt x="60031" y="173791"/>
                      <a:pt x="60031" y="173791"/>
                    </a:cubicBezTo>
                    <a:cubicBezTo>
                      <a:pt x="61325" y="173791"/>
                      <a:pt x="62619" y="173791"/>
                      <a:pt x="63912" y="173791"/>
                    </a:cubicBezTo>
                    <a:cubicBezTo>
                      <a:pt x="70380" y="173791"/>
                      <a:pt x="75554" y="177720"/>
                      <a:pt x="78141" y="182959"/>
                    </a:cubicBezTo>
                    <a:cubicBezTo>
                      <a:pt x="79434" y="184268"/>
                      <a:pt x="80728" y="186888"/>
                      <a:pt x="82021" y="188197"/>
                    </a:cubicBezTo>
                    <a:cubicBezTo>
                      <a:pt x="88489" y="196055"/>
                      <a:pt x="92369" y="205223"/>
                      <a:pt x="94956" y="214391"/>
                    </a:cubicBezTo>
                    <a:cubicBezTo>
                      <a:pt x="94956" y="217010"/>
                      <a:pt x="94956" y="219630"/>
                      <a:pt x="96250" y="222249"/>
                    </a:cubicBezTo>
                    <a:cubicBezTo>
                      <a:pt x="100131" y="222249"/>
                      <a:pt x="101424" y="218320"/>
                      <a:pt x="102718" y="217010"/>
                    </a:cubicBezTo>
                    <a:cubicBezTo>
                      <a:pt x="105305" y="214391"/>
                      <a:pt x="107892" y="211772"/>
                      <a:pt x="109185" y="209152"/>
                    </a:cubicBezTo>
                    <a:cubicBezTo>
                      <a:pt x="111772" y="207843"/>
                      <a:pt x="111772" y="206533"/>
                      <a:pt x="110479" y="205223"/>
                    </a:cubicBezTo>
                    <a:cubicBezTo>
                      <a:pt x="106598" y="199985"/>
                      <a:pt x="102718" y="194746"/>
                      <a:pt x="97544" y="192126"/>
                    </a:cubicBezTo>
                    <a:cubicBezTo>
                      <a:pt x="96250" y="190817"/>
                      <a:pt x="96250" y="189507"/>
                      <a:pt x="96250" y="188197"/>
                    </a:cubicBezTo>
                    <a:cubicBezTo>
                      <a:pt x="97544" y="184268"/>
                      <a:pt x="98837" y="181649"/>
                      <a:pt x="102718" y="180339"/>
                    </a:cubicBezTo>
                    <a:cubicBezTo>
                      <a:pt x="107892" y="179030"/>
                      <a:pt x="111772" y="176410"/>
                      <a:pt x="115653" y="175100"/>
                    </a:cubicBezTo>
                    <a:cubicBezTo>
                      <a:pt x="118240" y="173791"/>
                      <a:pt x="122120" y="172481"/>
                      <a:pt x="124707" y="169862"/>
                    </a:cubicBezTo>
                    <a:cubicBezTo>
                      <a:pt x="129881" y="167242"/>
                      <a:pt x="135056" y="163313"/>
                      <a:pt x="140230" y="160694"/>
                    </a:cubicBezTo>
                    <a:cubicBezTo>
                      <a:pt x="147991" y="154145"/>
                      <a:pt x="155752" y="148907"/>
                      <a:pt x="162219" y="141049"/>
                    </a:cubicBezTo>
                    <a:cubicBezTo>
                      <a:pt x="163513" y="139739"/>
                      <a:pt x="163513" y="139739"/>
                      <a:pt x="163513" y="138429"/>
                    </a:cubicBezTo>
                    <a:cubicBezTo>
                      <a:pt x="155752" y="130571"/>
                      <a:pt x="147991" y="124023"/>
                      <a:pt x="140230" y="118784"/>
                    </a:cubicBezTo>
                    <a:cubicBezTo>
                      <a:pt x="140230" y="117474"/>
                      <a:pt x="138936" y="117474"/>
                      <a:pt x="138936" y="117474"/>
                    </a:cubicBezTo>
                    <a:close/>
                    <a:moveTo>
                      <a:pt x="219220" y="115887"/>
                    </a:moveTo>
                    <a:cubicBezTo>
                      <a:pt x="216622" y="117186"/>
                      <a:pt x="214024" y="118485"/>
                      <a:pt x="212725" y="122382"/>
                    </a:cubicBezTo>
                    <a:cubicBezTo>
                      <a:pt x="212725" y="123680"/>
                      <a:pt x="215323" y="124979"/>
                      <a:pt x="215323" y="126278"/>
                    </a:cubicBezTo>
                    <a:cubicBezTo>
                      <a:pt x="216622" y="128876"/>
                      <a:pt x="219220" y="131474"/>
                      <a:pt x="220518" y="134071"/>
                    </a:cubicBezTo>
                    <a:cubicBezTo>
                      <a:pt x="221817" y="136669"/>
                      <a:pt x="223116" y="140566"/>
                      <a:pt x="224415" y="143163"/>
                    </a:cubicBezTo>
                    <a:cubicBezTo>
                      <a:pt x="224415" y="143163"/>
                      <a:pt x="225714" y="144462"/>
                      <a:pt x="225714" y="144462"/>
                    </a:cubicBezTo>
                    <a:cubicBezTo>
                      <a:pt x="225714" y="143163"/>
                      <a:pt x="225714" y="143163"/>
                      <a:pt x="227013" y="141865"/>
                    </a:cubicBezTo>
                    <a:cubicBezTo>
                      <a:pt x="225714" y="134071"/>
                      <a:pt x="224415" y="124979"/>
                      <a:pt x="221817" y="117186"/>
                    </a:cubicBezTo>
                    <a:cubicBezTo>
                      <a:pt x="220518" y="117186"/>
                      <a:pt x="220518" y="115887"/>
                      <a:pt x="220518" y="115887"/>
                    </a:cubicBezTo>
                    <a:cubicBezTo>
                      <a:pt x="220518" y="115887"/>
                      <a:pt x="219220" y="115887"/>
                      <a:pt x="219220" y="115887"/>
                    </a:cubicBezTo>
                    <a:close/>
                    <a:moveTo>
                      <a:pt x="206375" y="96837"/>
                    </a:moveTo>
                    <a:cubicBezTo>
                      <a:pt x="206375" y="96837"/>
                      <a:pt x="206375" y="98425"/>
                      <a:pt x="206375" y="98425"/>
                    </a:cubicBezTo>
                    <a:cubicBezTo>
                      <a:pt x="206375" y="100013"/>
                      <a:pt x="206375" y="100013"/>
                      <a:pt x="207169" y="101600"/>
                    </a:cubicBezTo>
                    <a:cubicBezTo>
                      <a:pt x="207169" y="101600"/>
                      <a:pt x="207169" y="101600"/>
                      <a:pt x="207963" y="101600"/>
                    </a:cubicBezTo>
                    <a:cubicBezTo>
                      <a:pt x="207963" y="101600"/>
                      <a:pt x="207963" y="101600"/>
                      <a:pt x="207963" y="100013"/>
                    </a:cubicBezTo>
                    <a:cubicBezTo>
                      <a:pt x="207963" y="100013"/>
                      <a:pt x="207963" y="98425"/>
                      <a:pt x="207169" y="98425"/>
                    </a:cubicBezTo>
                    <a:cubicBezTo>
                      <a:pt x="207169" y="96837"/>
                      <a:pt x="207169" y="96837"/>
                      <a:pt x="206375" y="96837"/>
                    </a:cubicBezTo>
                    <a:close/>
                    <a:moveTo>
                      <a:pt x="307146" y="28272"/>
                    </a:moveTo>
                    <a:cubicBezTo>
                      <a:pt x="305851" y="29557"/>
                      <a:pt x="304557" y="30843"/>
                      <a:pt x="303262" y="33413"/>
                    </a:cubicBezTo>
                    <a:cubicBezTo>
                      <a:pt x="290318" y="47549"/>
                      <a:pt x="276079" y="60400"/>
                      <a:pt x="261841" y="74537"/>
                    </a:cubicBezTo>
                    <a:cubicBezTo>
                      <a:pt x="252779" y="82247"/>
                      <a:pt x="245013" y="91243"/>
                      <a:pt x="235952" y="98954"/>
                    </a:cubicBezTo>
                    <a:cubicBezTo>
                      <a:pt x="233363" y="100239"/>
                      <a:pt x="233363" y="102809"/>
                      <a:pt x="234657" y="105380"/>
                    </a:cubicBezTo>
                    <a:cubicBezTo>
                      <a:pt x="238541" y="114375"/>
                      <a:pt x="242424" y="123371"/>
                      <a:pt x="243718" y="133652"/>
                    </a:cubicBezTo>
                    <a:cubicBezTo>
                      <a:pt x="243718" y="134937"/>
                      <a:pt x="245013" y="134937"/>
                      <a:pt x="246307" y="134937"/>
                    </a:cubicBezTo>
                    <a:cubicBezTo>
                      <a:pt x="247602" y="133652"/>
                      <a:pt x="248896" y="132367"/>
                      <a:pt x="250191" y="131082"/>
                    </a:cubicBezTo>
                    <a:cubicBezTo>
                      <a:pt x="264429" y="115660"/>
                      <a:pt x="281257" y="105380"/>
                      <a:pt x="300673" y="97669"/>
                    </a:cubicBezTo>
                    <a:cubicBezTo>
                      <a:pt x="304557" y="95099"/>
                      <a:pt x="308440" y="92528"/>
                      <a:pt x="313618" y="89958"/>
                    </a:cubicBezTo>
                    <a:cubicBezTo>
                      <a:pt x="316207" y="88673"/>
                      <a:pt x="317501" y="86103"/>
                      <a:pt x="317501" y="82247"/>
                    </a:cubicBezTo>
                    <a:cubicBezTo>
                      <a:pt x="317501" y="79677"/>
                      <a:pt x="317501" y="77107"/>
                      <a:pt x="317501" y="74537"/>
                    </a:cubicBezTo>
                    <a:cubicBezTo>
                      <a:pt x="317501" y="70681"/>
                      <a:pt x="317501" y="65541"/>
                      <a:pt x="316207" y="61685"/>
                    </a:cubicBezTo>
                    <a:cubicBezTo>
                      <a:pt x="314912" y="52690"/>
                      <a:pt x="313618" y="42409"/>
                      <a:pt x="311029" y="33413"/>
                    </a:cubicBezTo>
                    <a:cubicBezTo>
                      <a:pt x="311029" y="32128"/>
                      <a:pt x="311029" y="29557"/>
                      <a:pt x="309734" y="28272"/>
                    </a:cubicBezTo>
                    <a:cubicBezTo>
                      <a:pt x="309734" y="26987"/>
                      <a:pt x="308440" y="26987"/>
                      <a:pt x="307146" y="28272"/>
                    </a:cubicBezTo>
                    <a:close/>
                    <a:moveTo>
                      <a:pt x="228600" y="17173"/>
                    </a:moveTo>
                    <a:cubicBezTo>
                      <a:pt x="226020" y="15874"/>
                      <a:pt x="223441" y="18471"/>
                      <a:pt x="220861" y="22368"/>
                    </a:cubicBezTo>
                    <a:cubicBezTo>
                      <a:pt x="220861" y="24966"/>
                      <a:pt x="218281" y="26265"/>
                      <a:pt x="216991" y="27564"/>
                    </a:cubicBezTo>
                    <a:cubicBezTo>
                      <a:pt x="215702" y="30162"/>
                      <a:pt x="214412" y="31461"/>
                      <a:pt x="211832" y="34058"/>
                    </a:cubicBezTo>
                    <a:cubicBezTo>
                      <a:pt x="209252" y="39254"/>
                      <a:pt x="205383" y="45748"/>
                      <a:pt x="201513" y="50944"/>
                    </a:cubicBezTo>
                    <a:cubicBezTo>
                      <a:pt x="198934" y="56139"/>
                      <a:pt x="196354" y="60036"/>
                      <a:pt x="192484" y="63933"/>
                    </a:cubicBezTo>
                    <a:cubicBezTo>
                      <a:pt x="191194" y="65231"/>
                      <a:pt x="189905" y="66530"/>
                      <a:pt x="188615" y="67829"/>
                    </a:cubicBezTo>
                    <a:cubicBezTo>
                      <a:pt x="187325" y="69128"/>
                      <a:pt x="187325" y="70427"/>
                      <a:pt x="188615" y="70427"/>
                    </a:cubicBezTo>
                    <a:cubicBezTo>
                      <a:pt x="200223" y="74324"/>
                      <a:pt x="210542" y="78220"/>
                      <a:pt x="219571" y="86013"/>
                    </a:cubicBezTo>
                    <a:cubicBezTo>
                      <a:pt x="220861" y="87312"/>
                      <a:pt x="222151" y="87312"/>
                      <a:pt x="223441" y="86013"/>
                    </a:cubicBezTo>
                    <a:cubicBezTo>
                      <a:pt x="224730" y="86013"/>
                      <a:pt x="224730" y="86013"/>
                      <a:pt x="226020" y="84715"/>
                    </a:cubicBezTo>
                    <a:cubicBezTo>
                      <a:pt x="238919" y="71726"/>
                      <a:pt x="253107" y="58737"/>
                      <a:pt x="267295" y="45748"/>
                    </a:cubicBezTo>
                    <a:cubicBezTo>
                      <a:pt x="269875" y="43151"/>
                      <a:pt x="269875" y="43151"/>
                      <a:pt x="268585" y="39254"/>
                    </a:cubicBezTo>
                    <a:cubicBezTo>
                      <a:pt x="259556" y="26265"/>
                      <a:pt x="246658" y="19770"/>
                      <a:pt x="228600" y="17173"/>
                    </a:cubicBezTo>
                    <a:close/>
                    <a:moveTo>
                      <a:pt x="223344" y="0"/>
                    </a:moveTo>
                    <a:cubicBezTo>
                      <a:pt x="227217" y="1297"/>
                      <a:pt x="229799" y="1297"/>
                      <a:pt x="233672" y="1297"/>
                    </a:cubicBezTo>
                    <a:cubicBezTo>
                      <a:pt x="237545" y="1297"/>
                      <a:pt x="242709" y="2594"/>
                      <a:pt x="246582" y="3891"/>
                    </a:cubicBezTo>
                    <a:cubicBezTo>
                      <a:pt x="260783" y="9079"/>
                      <a:pt x="272402" y="16861"/>
                      <a:pt x="281439" y="27238"/>
                    </a:cubicBezTo>
                    <a:cubicBezTo>
                      <a:pt x="282730" y="28535"/>
                      <a:pt x="284021" y="28535"/>
                      <a:pt x="285312" y="27238"/>
                    </a:cubicBezTo>
                    <a:cubicBezTo>
                      <a:pt x="290476" y="22049"/>
                      <a:pt x="295640" y="16861"/>
                      <a:pt x="300804" y="11673"/>
                    </a:cubicBezTo>
                    <a:cubicBezTo>
                      <a:pt x="304677" y="7782"/>
                      <a:pt x="311132" y="7782"/>
                      <a:pt x="315005" y="12970"/>
                    </a:cubicBezTo>
                    <a:cubicBezTo>
                      <a:pt x="316296" y="15564"/>
                      <a:pt x="317587" y="18158"/>
                      <a:pt x="318878" y="22049"/>
                    </a:cubicBezTo>
                    <a:cubicBezTo>
                      <a:pt x="324042" y="37614"/>
                      <a:pt x="329206" y="54475"/>
                      <a:pt x="329206" y="71336"/>
                    </a:cubicBezTo>
                    <a:cubicBezTo>
                      <a:pt x="329206" y="72633"/>
                      <a:pt x="329206" y="73930"/>
                      <a:pt x="329206" y="75227"/>
                    </a:cubicBezTo>
                    <a:cubicBezTo>
                      <a:pt x="331788" y="79119"/>
                      <a:pt x="329206" y="84307"/>
                      <a:pt x="330497" y="89495"/>
                    </a:cubicBezTo>
                    <a:cubicBezTo>
                      <a:pt x="330497" y="93386"/>
                      <a:pt x="329206" y="97277"/>
                      <a:pt x="327915" y="101168"/>
                    </a:cubicBezTo>
                    <a:cubicBezTo>
                      <a:pt x="326624" y="102465"/>
                      <a:pt x="326624" y="102465"/>
                      <a:pt x="325333" y="103762"/>
                    </a:cubicBezTo>
                    <a:cubicBezTo>
                      <a:pt x="321460" y="103762"/>
                      <a:pt x="318878" y="107653"/>
                      <a:pt x="316296" y="108950"/>
                    </a:cubicBezTo>
                    <a:cubicBezTo>
                      <a:pt x="312423" y="111544"/>
                      <a:pt x="309841" y="112841"/>
                      <a:pt x="305968" y="114138"/>
                    </a:cubicBezTo>
                    <a:cubicBezTo>
                      <a:pt x="295640" y="116732"/>
                      <a:pt x="286603" y="120623"/>
                      <a:pt x="277566" y="127108"/>
                    </a:cubicBezTo>
                    <a:cubicBezTo>
                      <a:pt x="267238" y="134890"/>
                      <a:pt x="258201" y="143970"/>
                      <a:pt x="247873" y="151752"/>
                    </a:cubicBezTo>
                    <a:cubicBezTo>
                      <a:pt x="246582" y="153049"/>
                      <a:pt x="245291" y="154346"/>
                      <a:pt x="246582" y="155643"/>
                    </a:cubicBezTo>
                    <a:cubicBezTo>
                      <a:pt x="247873" y="156940"/>
                      <a:pt x="247873" y="158237"/>
                      <a:pt x="249164" y="158237"/>
                    </a:cubicBezTo>
                    <a:cubicBezTo>
                      <a:pt x="253037" y="163425"/>
                      <a:pt x="254328" y="169910"/>
                      <a:pt x="253037" y="175098"/>
                    </a:cubicBezTo>
                    <a:cubicBezTo>
                      <a:pt x="253037" y="178989"/>
                      <a:pt x="253037" y="182880"/>
                      <a:pt x="251746" y="186771"/>
                    </a:cubicBezTo>
                    <a:cubicBezTo>
                      <a:pt x="251746" y="190662"/>
                      <a:pt x="251746" y="194553"/>
                      <a:pt x="253037" y="197147"/>
                    </a:cubicBezTo>
                    <a:cubicBezTo>
                      <a:pt x="259492" y="206227"/>
                      <a:pt x="264656" y="215306"/>
                      <a:pt x="273693" y="223088"/>
                    </a:cubicBezTo>
                    <a:cubicBezTo>
                      <a:pt x="278857" y="229573"/>
                      <a:pt x="285312" y="236058"/>
                      <a:pt x="293058" y="239949"/>
                    </a:cubicBezTo>
                    <a:cubicBezTo>
                      <a:pt x="294349" y="241246"/>
                      <a:pt x="295640" y="242543"/>
                      <a:pt x="295640" y="242543"/>
                    </a:cubicBezTo>
                    <a:cubicBezTo>
                      <a:pt x="298222" y="245137"/>
                      <a:pt x="298222" y="247731"/>
                      <a:pt x="296931" y="250325"/>
                    </a:cubicBezTo>
                    <a:cubicBezTo>
                      <a:pt x="296931" y="251622"/>
                      <a:pt x="294349" y="252919"/>
                      <a:pt x="293058" y="252919"/>
                    </a:cubicBezTo>
                    <a:cubicBezTo>
                      <a:pt x="287894" y="252919"/>
                      <a:pt x="284021" y="252919"/>
                      <a:pt x="280148" y="254216"/>
                    </a:cubicBezTo>
                    <a:cubicBezTo>
                      <a:pt x="277566" y="254216"/>
                      <a:pt x="274984" y="252919"/>
                      <a:pt x="273693" y="255513"/>
                    </a:cubicBezTo>
                    <a:cubicBezTo>
                      <a:pt x="273693" y="256810"/>
                      <a:pt x="274984" y="259404"/>
                      <a:pt x="274984" y="260702"/>
                    </a:cubicBezTo>
                    <a:cubicBezTo>
                      <a:pt x="274984" y="265890"/>
                      <a:pt x="272402" y="269781"/>
                      <a:pt x="265947" y="268484"/>
                    </a:cubicBezTo>
                    <a:cubicBezTo>
                      <a:pt x="265947" y="268484"/>
                      <a:pt x="264656" y="268484"/>
                      <a:pt x="263365" y="268484"/>
                    </a:cubicBezTo>
                    <a:cubicBezTo>
                      <a:pt x="263365" y="269781"/>
                      <a:pt x="262074" y="269781"/>
                      <a:pt x="262074" y="269781"/>
                    </a:cubicBezTo>
                    <a:cubicBezTo>
                      <a:pt x="263365" y="271078"/>
                      <a:pt x="264656" y="272375"/>
                      <a:pt x="264656" y="273672"/>
                    </a:cubicBezTo>
                    <a:cubicBezTo>
                      <a:pt x="267238" y="277563"/>
                      <a:pt x="267238" y="280157"/>
                      <a:pt x="265947" y="284048"/>
                    </a:cubicBezTo>
                    <a:cubicBezTo>
                      <a:pt x="263365" y="287939"/>
                      <a:pt x="259492" y="290533"/>
                      <a:pt x="255619" y="287939"/>
                    </a:cubicBezTo>
                    <a:cubicBezTo>
                      <a:pt x="251746" y="286642"/>
                      <a:pt x="247873" y="284048"/>
                      <a:pt x="244000" y="281454"/>
                    </a:cubicBezTo>
                    <a:cubicBezTo>
                      <a:pt x="242709" y="281454"/>
                      <a:pt x="241418" y="280157"/>
                      <a:pt x="240127" y="280157"/>
                    </a:cubicBezTo>
                    <a:cubicBezTo>
                      <a:pt x="240127" y="280157"/>
                      <a:pt x="238836" y="281454"/>
                      <a:pt x="238836" y="281454"/>
                    </a:cubicBezTo>
                    <a:cubicBezTo>
                      <a:pt x="238836" y="282751"/>
                      <a:pt x="238836" y="282751"/>
                      <a:pt x="238836" y="284048"/>
                    </a:cubicBezTo>
                    <a:cubicBezTo>
                      <a:pt x="238836" y="289236"/>
                      <a:pt x="238836" y="293127"/>
                      <a:pt x="238836" y="298315"/>
                    </a:cubicBezTo>
                    <a:cubicBezTo>
                      <a:pt x="238836" y="302206"/>
                      <a:pt x="236254" y="303503"/>
                      <a:pt x="232381" y="304800"/>
                    </a:cubicBezTo>
                    <a:cubicBezTo>
                      <a:pt x="231090" y="304800"/>
                      <a:pt x="228508" y="304800"/>
                      <a:pt x="227217" y="304800"/>
                    </a:cubicBezTo>
                    <a:cubicBezTo>
                      <a:pt x="225926" y="304800"/>
                      <a:pt x="224635" y="304800"/>
                      <a:pt x="223344" y="303503"/>
                    </a:cubicBezTo>
                    <a:cubicBezTo>
                      <a:pt x="219471" y="298315"/>
                      <a:pt x="214307" y="295721"/>
                      <a:pt x="211725" y="289236"/>
                    </a:cubicBezTo>
                    <a:cubicBezTo>
                      <a:pt x="206561" y="281454"/>
                      <a:pt x="202688" y="273672"/>
                      <a:pt x="202688" y="263296"/>
                    </a:cubicBezTo>
                    <a:cubicBezTo>
                      <a:pt x="202688" y="249028"/>
                      <a:pt x="203979" y="233464"/>
                      <a:pt x="209143" y="219197"/>
                    </a:cubicBezTo>
                    <a:cubicBezTo>
                      <a:pt x="209143" y="216603"/>
                      <a:pt x="210434" y="215306"/>
                      <a:pt x="210434" y="214009"/>
                    </a:cubicBezTo>
                    <a:cubicBezTo>
                      <a:pt x="211725" y="211415"/>
                      <a:pt x="210434" y="210118"/>
                      <a:pt x="209143" y="208821"/>
                    </a:cubicBezTo>
                    <a:cubicBezTo>
                      <a:pt x="203979" y="207524"/>
                      <a:pt x="201397" y="206227"/>
                      <a:pt x="198815" y="202336"/>
                    </a:cubicBezTo>
                    <a:cubicBezTo>
                      <a:pt x="197524" y="201039"/>
                      <a:pt x="196233" y="199742"/>
                      <a:pt x="193651" y="201039"/>
                    </a:cubicBezTo>
                    <a:cubicBezTo>
                      <a:pt x="182032" y="210118"/>
                      <a:pt x="171703" y="219197"/>
                      <a:pt x="162666" y="230870"/>
                    </a:cubicBezTo>
                    <a:cubicBezTo>
                      <a:pt x="158793" y="237355"/>
                      <a:pt x="153629" y="243840"/>
                      <a:pt x="148465" y="249028"/>
                    </a:cubicBezTo>
                    <a:cubicBezTo>
                      <a:pt x="140719" y="255513"/>
                      <a:pt x="134264" y="263296"/>
                      <a:pt x="127809" y="269781"/>
                    </a:cubicBezTo>
                    <a:cubicBezTo>
                      <a:pt x="127809" y="271078"/>
                      <a:pt x="126518" y="272375"/>
                      <a:pt x="126518" y="272375"/>
                    </a:cubicBezTo>
                    <a:cubicBezTo>
                      <a:pt x="117481" y="278860"/>
                      <a:pt x="109735" y="287939"/>
                      <a:pt x="100698" y="294424"/>
                    </a:cubicBezTo>
                    <a:cubicBezTo>
                      <a:pt x="99407" y="295721"/>
                      <a:pt x="98116" y="297018"/>
                      <a:pt x="96825" y="297018"/>
                    </a:cubicBezTo>
                    <a:cubicBezTo>
                      <a:pt x="90370" y="302206"/>
                      <a:pt x="81333" y="303503"/>
                      <a:pt x="72296" y="303503"/>
                    </a:cubicBezTo>
                    <a:cubicBezTo>
                      <a:pt x="65841" y="303503"/>
                      <a:pt x="60677" y="302206"/>
                      <a:pt x="54222" y="300909"/>
                    </a:cubicBezTo>
                    <a:cubicBezTo>
                      <a:pt x="50349" y="300909"/>
                      <a:pt x="47767" y="299612"/>
                      <a:pt x="45185" y="298315"/>
                    </a:cubicBezTo>
                    <a:cubicBezTo>
                      <a:pt x="33566" y="291830"/>
                      <a:pt x="23238" y="284048"/>
                      <a:pt x="14201" y="273672"/>
                    </a:cubicBezTo>
                    <a:cubicBezTo>
                      <a:pt x="11619" y="269781"/>
                      <a:pt x="9037" y="265890"/>
                      <a:pt x="6455" y="260702"/>
                    </a:cubicBezTo>
                    <a:cubicBezTo>
                      <a:pt x="3873" y="252919"/>
                      <a:pt x="2582" y="245137"/>
                      <a:pt x="0" y="238652"/>
                    </a:cubicBezTo>
                    <a:cubicBezTo>
                      <a:pt x="0" y="237355"/>
                      <a:pt x="0" y="236058"/>
                      <a:pt x="0" y="236058"/>
                    </a:cubicBezTo>
                    <a:cubicBezTo>
                      <a:pt x="0" y="224385"/>
                      <a:pt x="1291" y="212712"/>
                      <a:pt x="5164" y="202336"/>
                    </a:cubicBezTo>
                    <a:cubicBezTo>
                      <a:pt x="7746" y="197147"/>
                      <a:pt x="11619" y="191959"/>
                      <a:pt x="16783" y="188068"/>
                    </a:cubicBezTo>
                    <a:cubicBezTo>
                      <a:pt x="19365" y="185474"/>
                      <a:pt x="21947" y="182880"/>
                      <a:pt x="24529" y="180286"/>
                    </a:cubicBezTo>
                    <a:cubicBezTo>
                      <a:pt x="25820" y="178989"/>
                      <a:pt x="28402" y="177692"/>
                      <a:pt x="29693" y="176395"/>
                    </a:cubicBezTo>
                    <a:cubicBezTo>
                      <a:pt x="32275" y="175098"/>
                      <a:pt x="34857" y="175098"/>
                      <a:pt x="37439" y="172504"/>
                    </a:cubicBezTo>
                    <a:cubicBezTo>
                      <a:pt x="60677" y="153049"/>
                      <a:pt x="86497" y="134890"/>
                      <a:pt x="112317" y="118029"/>
                    </a:cubicBezTo>
                    <a:cubicBezTo>
                      <a:pt x="121354" y="111544"/>
                      <a:pt x="130391" y="105059"/>
                      <a:pt x="138137" y="95980"/>
                    </a:cubicBezTo>
                    <a:cubicBezTo>
                      <a:pt x="143301" y="90792"/>
                      <a:pt x="148465" y="86901"/>
                      <a:pt x="153629" y="81713"/>
                    </a:cubicBezTo>
                    <a:cubicBezTo>
                      <a:pt x="160084" y="75227"/>
                      <a:pt x="165248" y="70039"/>
                      <a:pt x="171703" y="63554"/>
                    </a:cubicBezTo>
                    <a:cubicBezTo>
                      <a:pt x="175576" y="59663"/>
                      <a:pt x="178158" y="55772"/>
                      <a:pt x="182032" y="51881"/>
                    </a:cubicBezTo>
                    <a:cubicBezTo>
                      <a:pt x="184614" y="49287"/>
                      <a:pt x="185905" y="46693"/>
                      <a:pt x="187196" y="44099"/>
                    </a:cubicBezTo>
                    <a:cubicBezTo>
                      <a:pt x="193651" y="35020"/>
                      <a:pt x="198815" y="25940"/>
                      <a:pt x="205270" y="16861"/>
                    </a:cubicBezTo>
                    <a:cubicBezTo>
                      <a:pt x="206561" y="14267"/>
                      <a:pt x="207852" y="11673"/>
                      <a:pt x="209143" y="9079"/>
                    </a:cubicBezTo>
                    <a:cubicBezTo>
                      <a:pt x="210434" y="6485"/>
                      <a:pt x="211725" y="3891"/>
                      <a:pt x="214307" y="2594"/>
                    </a:cubicBezTo>
                    <a:cubicBezTo>
                      <a:pt x="216889" y="0"/>
                      <a:pt x="219471" y="0"/>
                      <a:pt x="22334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b="1"/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8912E63-FA98-EB07-AD10-56490CA5D219}"/>
              </a:ext>
            </a:extLst>
          </p:cNvPr>
          <p:cNvGrpSpPr/>
          <p:nvPr/>
        </p:nvGrpSpPr>
        <p:grpSpPr>
          <a:xfrm>
            <a:off x="6827014" y="1277983"/>
            <a:ext cx="3264037" cy="770775"/>
            <a:chOff x="5436364" y="1277983"/>
            <a:chExt cx="3264037" cy="77077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8605725-6D68-BA5B-990B-0FF4BC32A894}"/>
                </a:ext>
              </a:extLst>
            </p:cNvPr>
            <p:cNvSpPr/>
            <p:nvPr/>
          </p:nvSpPr>
          <p:spPr>
            <a:xfrm>
              <a:off x="6458427" y="1321738"/>
              <a:ext cx="224197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9D6BAB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执行流程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1C77275-E39B-0325-57AE-BE75443836C5}"/>
                </a:ext>
              </a:extLst>
            </p:cNvPr>
            <p:cNvGrpSpPr/>
            <p:nvPr/>
          </p:nvGrpSpPr>
          <p:grpSpPr>
            <a:xfrm>
              <a:off x="5436364" y="1277983"/>
              <a:ext cx="770775" cy="770775"/>
              <a:chOff x="5436364" y="1438395"/>
              <a:chExt cx="770775" cy="770775"/>
            </a:xfrm>
          </p:grpSpPr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D7E82486-7502-359B-66E9-0F02820CEA70}"/>
                  </a:ext>
                </a:extLst>
              </p:cNvPr>
              <p:cNvSpPr/>
              <p:nvPr/>
            </p:nvSpPr>
            <p:spPr>
              <a:xfrm>
                <a:off x="5436364" y="1438395"/>
                <a:ext cx="770775" cy="770775"/>
              </a:xfrm>
              <a:prstGeom prst="ellipse">
                <a:avLst/>
              </a:prstGeom>
              <a:solidFill>
                <a:srgbClr val="B1B5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14" name="椭圆 24">
                <a:extLst>
                  <a:ext uri="{FF2B5EF4-FFF2-40B4-BE49-F238E27FC236}">
                    <a16:creationId xmlns:a16="http://schemas.microsoft.com/office/drawing/2014/main" id="{28BF945B-ABB3-2C47-D75E-C00A1E1E1194}"/>
                  </a:ext>
                </a:extLst>
              </p:cNvPr>
              <p:cNvSpPr/>
              <p:nvPr/>
            </p:nvSpPr>
            <p:spPr>
              <a:xfrm>
                <a:off x="5591593" y="1659081"/>
                <a:ext cx="460318" cy="329404"/>
              </a:xfrm>
              <a:custGeom>
                <a:avLst/>
                <a:gdLst>
                  <a:gd name="connsiteX0" fmla="*/ 71046 w 330544"/>
                  <a:gd name="connsiteY0" fmla="*/ 161925 h 236538"/>
                  <a:gd name="connsiteX1" fmla="*/ 289130 w 330544"/>
                  <a:gd name="connsiteY1" fmla="*/ 161925 h 236538"/>
                  <a:gd name="connsiteX2" fmla="*/ 295620 w 330544"/>
                  <a:gd name="connsiteY2" fmla="*/ 169644 h 236538"/>
                  <a:gd name="connsiteX3" fmla="*/ 289130 w 330544"/>
                  <a:gd name="connsiteY3" fmla="*/ 177362 h 236538"/>
                  <a:gd name="connsiteX4" fmla="*/ 282639 w 330544"/>
                  <a:gd name="connsiteY4" fmla="*/ 177362 h 236538"/>
                  <a:gd name="connsiteX5" fmla="*/ 282639 w 330544"/>
                  <a:gd name="connsiteY5" fmla="*/ 222387 h 236538"/>
                  <a:gd name="connsiteX6" fmla="*/ 289130 w 330544"/>
                  <a:gd name="connsiteY6" fmla="*/ 222387 h 236538"/>
                  <a:gd name="connsiteX7" fmla="*/ 295620 w 330544"/>
                  <a:gd name="connsiteY7" fmla="*/ 230106 h 236538"/>
                  <a:gd name="connsiteX8" fmla="*/ 289130 w 330544"/>
                  <a:gd name="connsiteY8" fmla="*/ 236538 h 236538"/>
                  <a:gd name="connsiteX9" fmla="*/ 71046 w 330544"/>
                  <a:gd name="connsiteY9" fmla="*/ 236538 h 236538"/>
                  <a:gd name="connsiteX10" fmla="*/ 46382 w 330544"/>
                  <a:gd name="connsiteY10" fmla="*/ 213382 h 236538"/>
                  <a:gd name="connsiteX11" fmla="*/ 46382 w 330544"/>
                  <a:gd name="connsiteY11" fmla="*/ 186367 h 236538"/>
                  <a:gd name="connsiteX12" fmla="*/ 71046 w 330544"/>
                  <a:gd name="connsiteY12" fmla="*/ 161925 h 236538"/>
                  <a:gd name="connsiteX13" fmla="*/ 94007 w 330544"/>
                  <a:gd name="connsiteY13" fmla="*/ 104775 h 236538"/>
                  <a:gd name="connsiteX14" fmla="*/ 94007 w 330544"/>
                  <a:gd name="connsiteY14" fmla="*/ 134938 h 236538"/>
                  <a:gd name="connsiteX15" fmla="*/ 304347 w 330544"/>
                  <a:gd name="connsiteY15" fmla="*/ 134938 h 236538"/>
                  <a:gd name="connsiteX16" fmla="*/ 314670 w 330544"/>
                  <a:gd name="connsiteY16" fmla="*/ 123135 h 236538"/>
                  <a:gd name="connsiteX17" fmla="*/ 314670 w 330544"/>
                  <a:gd name="connsiteY17" fmla="*/ 115267 h 236538"/>
                  <a:gd name="connsiteX18" fmla="*/ 304347 w 330544"/>
                  <a:gd name="connsiteY18" fmla="*/ 104775 h 236538"/>
                  <a:gd name="connsiteX19" fmla="*/ 94007 w 330544"/>
                  <a:gd name="connsiteY19" fmla="*/ 104775 h 236538"/>
                  <a:gd name="connsiteX20" fmla="*/ 74808 w 330544"/>
                  <a:gd name="connsiteY20" fmla="*/ 88900 h 236538"/>
                  <a:gd name="connsiteX21" fmla="*/ 304581 w 330544"/>
                  <a:gd name="connsiteY21" fmla="*/ 88900 h 236538"/>
                  <a:gd name="connsiteX22" fmla="*/ 330544 w 330544"/>
                  <a:gd name="connsiteY22" fmla="*/ 114570 h 236538"/>
                  <a:gd name="connsiteX23" fmla="*/ 330544 w 330544"/>
                  <a:gd name="connsiteY23" fmla="*/ 122271 h 236538"/>
                  <a:gd name="connsiteX24" fmla="*/ 304581 w 330544"/>
                  <a:gd name="connsiteY24" fmla="*/ 149225 h 236538"/>
                  <a:gd name="connsiteX25" fmla="*/ 74808 w 330544"/>
                  <a:gd name="connsiteY25" fmla="*/ 149225 h 236538"/>
                  <a:gd name="connsiteX26" fmla="*/ 67019 w 330544"/>
                  <a:gd name="connsiteY26" fmla="*/ 141524 h 236538"/>
                  <a:gd name="connsiteX27" fmla="*/ 74808 w 330544"/>
                  <a:gd name="connsiteY27" fmla="*/ 133823 h 236538"/>
                  <a:gd name="connsiteX28" fmla="*/ 77404 w 330544"/>
                  <a:gd name="connsiteY28" fmla="*/ 133823 h 236538"/>
                  <a:gd name="connsiteX29" fmla="*/ 77404 w 330544"/>
                  <a:gd name="connsiteY29" fmla="*/ 104302 h 236538"/>
                  <a:gd name="connsiteX30" fmla="*/ 74808 w 330544"/>
                  <a:gd name="connsiteY30" fmla="*/ 104302 h 236538"/>
                  <a:gd name="connsiteX31" fmla="*/ 67019 w 330544"/>
                  <a:gd name="connsiteY31" fmla="*/ 96601 h 236538"/>
                  <a:gd name="connsiteX32" fmla="*/ 74808 w 330544"/>
                  <a:gd name="connsiteY32" fmla="*/ 88900 h 236538"/>
                  <a:gd name="connsiteX33" fmla="*/ 25972 w 330544"/>
                  <a:gd name="connsiteY33" fmla="*/ 0 h 236538"/>
                  <a:gd name="connsiteX34" fmla="*/ 308482 w 330544"/>
                  <a:gd name="connsiteY34" fmla="*/ 0 h 236538"/>
                  <a:gd name="connsiteX35" fmla="*/ 316257 w 330544"/>
                  <a:gd name="connsiteY35" fmla="*/ 7758 h 236538"/>
                  <a:gd name="connsiteX36" fmla="*/ 308482 w 330544"/>
                  <a:gd name="connsiteY36" fmla="*/ 15517 h 236538"/>
                  <a:gd name="connsiteX37" fmla="*/ 252757 w 330544"/>
                  <a:gd name="connsiteY37" fmla="*/ 15517 h 236538"/>
                  <a:gd name="connsiteX38" fmla="*/ 252757 w 330544"/>
                  <a:gd name="connsiteY38" fmla="*/ 69825 h 236538"/>
                  <a:gd name="connsiteX39" fmla="*/ 244982 w 330544"/>
                  <a:gd name="connsiteY39" fmla="*/ 76290 h 236538"/>
                  <a:gd name="connsiteX40" fmla="*/ 89472 w 330544"/>
                  <a:gd name="connsiteY40" fmla="*/ 76290 h 236538"/>
                  <a:gd name="connsiteX41" fmla="*/ 81696 w 330544"/>
                  <a:gd name="connsiteY41" fmla="*/ 69825 h 236538"/>
                  <a:gd name="connsiteX42" fmla="*/ 81696 w 330544"/>
                  <a:gd name="connsiteY42" fmla="*/ 15517 h 236538"/>
                  <a:gd name="connsiteX43" fmla="*/ 33747 w 330544"/>
                  <a:gd name="connsiteY43" fmla="*/ 15517 h 236538"/>
                  <a:gd name="connsiteX44" fmla="*/ 33747 w 330544"/>
                  <a:gd name="connsiteY44" fmla="*/ 107323 h 236538"/>
                  <a:gd name="connsiteX45" fmla="*/ 51890 w 330544"/>
                  <a:gd name="connsiteY45" fmla="*/ 134477 h 236538"/>
                  <a:gd name="connsiteX46" fmla="*/ 50594 w 330544"/>
                  <a:gd name="connsiteY46" fmla="*/ 144822 h 236538"/>
                  <a:gd name="connsiteX47" fmla="*/ 40227 w 330544"/>
                  <a:gd name="connsiteY47" fmla="*/ 143529 h 236538"/>
                  <a:gd name="connsiteX48" fmla="*/ 33747 w 330544"/>
                  <a:gd name="connsiteY48" fmla="*/ 134477 h 236538"/>
                  <a:gd name="connsiteX49" fmla="*/ 33747 w 330544"/>
                  <a:gd name="connsiteY49" fmla="*/ 152580 h 236538"/>
                  <a:gd name="connsiteX50" fmla="*/ 25972 w 330544"/>
                  <a:gd name="connsiteY50" fmla="*/ 160338 h 236538"/>
                  <a:gd name="connsiteX51" fmla="*/ 18196 w 330544"/>
                  <a:gd name="connsiteY51" fmla="*/ 152580 h 236538"/>
                  <a:gd name="connsiteX52" fmla="*/ 18196 w 330544"/>
                  <a:gd name="connsiteY52" fmla="*/ 138356 h 236538"/>
                  <a:gd name="connsiteX53" fmla="*/ 14308 w 330544"/>
                  <a:gd name="connsiteY53" fmla="*/ 146115 h 236538"/>
                  <a:gd name="connsiteX54" fmla="*/ 7829 w 330544"/>
                  <a:gd name="connsiteY54" fmla="*/ 149994 h 236538"/>
                  <a:gd name="connsiteX55" fmla="*/ 3941 w 330544"/>
                  <a:gd name="connsiteY55" fmla="*/ 148701 h 236538"/>
                  <a:gd name="connsiteX56" fmla="*/ 1349 w 330544"/>
                  <a:gd name="connsiteY56" fmla="*/ 138356 h 236538"/>
                  <a:gd name="connsiteX57" fmla="*/ 18196 w 330544"/>
                  <a:gd name="connsiteY57" fmla="*/ 107323 h 236538"/>
                  <a:gd name="connsiteX58" fmla="*/ 18196 w 330544"/>
                  <a:gd name="connsiteY58" fmla="*/ 7758 h 236538"/>
                  <a:gd name="connsiteX59" fmla="*/ 25972 w 330544"/>
                  <a:gd name="connsiteY59" fmla="*/ 0 h 23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330544" h="236538">
                    <a:moveTo>
                      <a:pt x="71046" y="161925"/>
                    </a:moveTo>
                    <a:cubicBezTo>
                      <a:pt x="289130" y="161925"/>
                      <a:pt x="289130" y="161925"/>
                      <a:pt x="289130" y="161925"/>
                    </a:cubicBezTo>
                    <a:cubicBezTo>
                      <a:pt x="293024" y="161925"/>
                      <a:pt x="295620" y="165784"/>
                      <a:pt x="295620" y="169644"/>
                    </a:cubicBezTo>
                    <a:cubicBezTo>
                      <a:pt x="295620" y="173503"/>
                      <a:pt x="293024" y="177362"/>
                      <a:pt x="289130" y="177362"/>
                    </a:cubicBezTo>
                    <a:lnTo>
                      <a:pt x="282639" y="177362"/>
                    </a:lnTo>
                    <a:cubicBezTo>
                      <a:pt x="282639" y="222387"/>
                      <a:pt x="282639" y="222387"/>
                      <a:pt x="282639" y="222387"/>
                    </a:cubicBezTo>
                    <a:cubicBezTo>
                      <a:pt x="289130" y="222387"/>
                      <a:pt x="289130" y="222387"/>
                      <a:pt x="289130" y="222387"/>
                    </a:cubicBezTo>
                    <a:cubicBezTo>
                      <a:pt x="293024" y="222387"/>
                      <a:pt x="295620" y="224960"/>
                      <a:pt x="295620" y="230106"/>
                    </a:cubicBezTo>
                    <a:cubicBezTo>
                      <a:pt x="295620" y="233965"/>
                      <a:pt x="293024" y="236538"/>
                      <a:pt x="289130" y="236538"/>
                    </a:cubicBezTo>
                    <a:cubicBezTo>
                      <a:pt x="71046" y="236538"/>
                      <a:pt x="71046" y="236538"/>
                      <a:pt x="71046" y="236538"/>
                    </a:cubicBezTo>
                    <a:cubicBezTo>
                      <a:pt x="56767" y="236538"/>
                      <a:pt x="46382" y="226247"/>
                      <a:pt x="46382" y="213382"/>
                    </a:cubicBezTo>
                    <a:cubicBezTo>
                      <a:pt x="46382" y="186367"/>
                      <a:pt x="46382" y="186367"/>
                      <a:pt x="46382" y="186367"/>
                    </a:cubicBezTo>
                    <a:cubicBezTo>
                      <a:pt x="46382" y="172217"/>
                      <a:pt x="56767" y="161925"/>
                      <a:pt x="71046" y="161925"/>
                    </a:cubicBezTo>
                    <a:close/>
                    <a:moveTo>
                      <a:pt x="94007" y="104775"/>
                    </a:moveTo>
                    <a:cubicBezTo>
                      <a:pt x="94007" y="134938"/>
                      <a:pt x="94007" y="134938"/>
                      <a:pt x="94007" y="134938"/>
                    </a:cubicBezTo>
                    <a:cubicBezTo>
                      <a:pt x="304347" y="134938"/>
                      <a:pt x="304347" y="134938"/>
                      <a:pt x="304347" y="134938"/>
                    </a:cubicBezTo>
                    <a:cubicBezTo>
                      <a:pt x="310799" y="134938"/>
                      <a:pt x="314670" y="129692"/>
                      <a:pt x="314670" y="123135"/>
                    </a:cubicBezTo>
                    <a:lnTo>
                      <a:pt x="314670" y="115267"/>
                    </a:lnTo>
                    <a:cubicBezTo>
                      <a:pt x="314670" y="108709"/>
                      <a:pt x="310799" y="104775"/>
                      <a:pt x="304347" y="104775"/>
                    </a:cubicBezTo>
                    <a:cubicBezTo>
                      <a:pt x="94007" y="104775"/>
                      <a:pt x="94007" y="104775"/>
                      <a:pt x="94007" y="104775"/>
                    </a:cubicBezTo>
                    <a:close/>
                    <a:moveTo>
                      <a:pt x="74808" y="88900"/>
                    </a:moveTo>
                    <a:cubicBezTo>
                      <a:pt x="304581" y="88900"/>
                      <a:pt x="304581" y="88900"/>
                      <a:pt x="304581" y="88900"/>
                    </a:cubicBezTo>
                    <a:cubicBezTo>
                      <a:pt x="318861" y="88900"/>
                      <a:pt x="330544" y="100452"/>
                      <a:pt x="330544" y="114570"/>
                    </a:cubicBezTo>
                    <a:cubicBezTo>
                      <a:pt x="330544" y="122271"/>
                      <a:pt x="330544" y="122271"/>
                      <a:pt x="330544" y="122271"/>
                    </a:cubicBezTo>
                    <a:cubicBezTo>
                      <a:pt x="330544" y="137674"/>
                      <a:pt x="318861" y="149225"/>
                      <a:pt x="304581" y="149225"/>
                    </a:cubicBezTo>
                    <a:cubicBezTo>
                      <a:pt x="74808" y="149225"/>
                      <a:pt x="74808" y="149225"/>
                      <a:pt x="74808" y="149225"/>
                    </a:cubicBezTo>
                    <a:cubicBezTo>
                      <a:pt x="70914" y="149225"/>
                      <a:pt x="67019" y="145375"/>
                      <a:pt x="67019" y="141524"/>
                    </a:cubicBezTo>
                    <a:cubicBezTo>
                      <a:pt x="67019" y="136390"/>
                      <a:pt x="70914" y="133823"/>
                      <a:pt x="74808" y="133823"/>
                    </a:cubicBezTo>
                    <a:cubicBezTo>
                      <a:pt x="77404" y="133823"/>
                      <a:pt x="77404" y="133823"/>
                      <a:pt x="77404" y="133823"/>
                    </a:cubicBezTo>
                    <a:cubicBezTo>
                      <a:pt x="77404" y="104302"/>
                      <a:pt x="77404" y="104302"/>
                      <a:pt x="77404" y="104302"/>
                    </a:cubicBezTo>
                    <a:cubicBezTo>
                      <a:pt x="74808" y="104302"/>
                      <a:pt x="74808" y="104302"/>
                      <a:pt x="74808" y="104302"/>
                    </a:cubicBezTo>
                    <a:cubicBezTo>
                      <a:pt x="70914" y="104302"/>
                      <a:pt x="67019" y="100452"/>
                      <a:pt x="67019" y="96601"/>
                    </a:cubicBezTo>
                    <a:cubicBezTo>
                      <a:pt x="67019" y="92751"/>
                      <a:pt x="70914" y="88900"/>
                      <a:pt x="74808" y="88900"/>
                    </a:cubicBezTo>
                    <a:close/>
                    <a:moveTo>
                      <a:pt x="25972" y="0"/>
                    </a:moveTo>
                    <a:cubicBezTo>
                      <a:pt x="25972" y="0"/>
                      <a:pt x="25972" y="0"/>
                      <a:pt x="308482" y="0"/>
                    </a:cubicBezTo>
                    <a:cubicBezTo>
                      <a:pt x="312369" y="0"/>
                      <a:pt x="316257" y="3879"/>
                      <a:pt x="316257" y="7758"/>
                    </a:cubicBezTo>
                    <a:cubicBezTo>
                      <a:pt x="316257" y="11638"/>
                      <a:pt x="312369" y="15517"/>
                      <a:pt x="308482" y="15517"/>
                    </a:cubicBezTo>
                    <a:cubicBezTo>
                      <a:pt x="308482" y="15517"/>
                      <a:pt x="308482" y="15517"/>
                      <a:pt x="252757" y="15517"/>
                    </a:cubicBezTo>
                    <a:cubicBezTo>
                      <a:pt x="252757" y="15517"/>
                      <a:pt x="252757" y="15517"/>
                      <a:pt x="252757" y="69825"/>
                    </a:cubicBezTo>
                    <a:cubicBezTo>
                      <a:pt x="252757" y="73704"/>
                      <a:pt x="248869" y="76290"/>
                      <a:pt x="244982" y="76290"/>
                    </a:cubicBezTo>
                    <a:cubicBezTo>
                      <a:pt x="244982" y="76290"/>
                      <a:pt x="244982" y="76290"/>
                      <a:pt x="89472" y="76290"/>
                    </a:cubicBezTo>
                    <a:cubicBezTo>
                      <a:pt x="84288" y="76290"/>
                      <a:pt x="81696" y="73704"/>
                      <a:pt x="81696" y="69825"/>
                    </a:cubicBezTo>
                    <a:cubicBezTo>
                      <a:pt x="81696" y="69825"/>
                      <a:pt x="81696" y="69825"/>
                      <a:pt x="81696" y="15517"/>
                    </a:cubicBezTo>
                    <a:cubicBezTo>
                      <a:pt x="81696" y="15517"/>
                      <a:pt x="81696" y="15517"/>
                      <a:pt x="33747" y="15517"/>
                    </a:cubicBezTo>
                    <a:cubicBezTo>
                      <a:pt x="33747" y="15517"/>
                      <a:pt x="33747" y="15517"/>
                      <a:pt x="33747" y="107323"/>
                    </a:cubicBezTo>
                    <a:cubicBezTo>
                      <a:pt x="33747" y="107323"/>
                      <a:pt x="33747" y="107323"/>
                      <a:pt x="51890" y="134477"/>
                    </a:cubicBezTo>
                    <a:cubicBezTo>
                      <a:pt x="54482" y="138356"/>
                      <a:pt x="54482" y="142235"/>
                      <a:pt x="50594" y="144822"/>
                    </a:cubicBezTo>
                    <a:cubicBezTo>
                      <a:pt x="46706" y="147408"/>
                      <a:pt x="42818" y="146115"/>
                      <a:pt x="40227" y="143529"/>
                    </a:cubicBezTo>
                    <a:cubicBezTo>
                      <a:pt x="40227" y="143529"/>
                      <a:pt x="40227" y="143529"/>
                      <a:pt x="33747" y="134477"/>
                    </a:cubicBezTo>
                    <a:cubicBezTo>
                      <a:pt x="33747" y="134477"/>
                      <a:pt x="33747" y="134477"/>
                      <a:pt x="33747" y="152580"/>
                    </a:cubicBezTo>
                    <a:cubicBezTo>
                      <a:pt x="33747" y="157752"/>
                      <a:pt x="29859" y="160338"/>
                      <a:pt x="25972" y="160338"/>
                    </a:cubicBezTo>
                    <a:cubicBezTo>
                      <a:pt x="22084" y="160338"/>
                      <a:pt x="18196" y="157752"/>
                      <a:pt x="18196" y="152580"/>
                    </a:cubicBezTo>
                    <a:cubicBezTo>
                      <a:pt x="18196" y="152580"/>
                      <a:pt x="18196" y="152580"/>
                      <a:pt x="18196" y="138356"/>
                    </a:cubicBezTo>
                    <a:cubicBezTo>
                      <a:pt x="18196" y="138356"/>
                      <a:pt x="18196" y="138356"/>
                      <a:pt x="14308" y="146115"/>
                    </a:cubicBezTo>
                    <a:cubicBezTo>
                      <a:pt x="13012" y="147408"/>
                      <a:pt x="10421" y="149994"/>
                      <a:pt x="7829" y="149994"/>
                    </a:cubicBezTo>
                    <a:cubicBezTo>
                      <a:pt x="6533" y="149994"/>
                      <a:pt x="5237" y="148701"/>
                      <a:pt x="3941" y="148701"/>
                    </a:cubicBezTo>
                    <a:cubicBezTo>
                      <a:pt x="53" y="146115"/>
                      <a:pt x="-1243" y="142235"/>
                      <a:pt x="1349" y="138356"/>
                    </a:cubicBezTo>
                    <a:cubicBezTo>
                      <a:pt x="1349" y="138356"/>
                      <a:pt x="1349" y="138356"/>
                      <a:pt x="18196" y="107323"/>
                    </a:cubicBezTo>
                    <a:cubicBezTo>
                      <a:pt x="18196" y="107323"/>
                      <a:pt x="18196" y="107323"/>
                      <a:pt x="18196" y="7758"/>
                    </a:cubicBezTo>
                    <a:cubicBezTo>
                      <a:pt x="18196" y="3879"/>
                      <a:pt x="22084" y="0"/>
                      <a:pt x="2597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b="1"/>
              </a:p>
            </p:txBody>
          </p:sp>
        </p:grpSp>
      </p:grp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2BD0DD13-7EAC-AAE2-314D-5C30E3A527B2}"/>
              </a:ext>
            </a:extLst>
          </p:cNvPr>
          <p:cNvSpPr txBox="1">
            <a:spLocks/>
          </p:cNvSpPr>
          <p:nvPr/>
        </p:nvSpPr>
        <p:spPr>
          <a:xfrm>
            <a:off x="435421" y="2087023"/>
            <a:ext cx="5383160" cy="4602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switch(</a:t>
            </a: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整型变量或字符型变量</a:t>
            </a: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)</a:t>
            </a:r>
            <a:endParaRPr lang="zh-CN" altLang="en-US" sz="2000" b="1" dirty="0">
              <a:latin typeface="碳纤维大黑简体" panose="02010601030101010101" pitchFamily="2" charset="-122"/>
              <a:ea typeface="碳纤维大黑简体" panose="02010601030101010101" pitchFamily="2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{</a:t>
            </a:r>
            <a:endParaRPr lang="zh-CN" altLang="en-US" sz="2000" b="1" dirty="0">
              <a:latin typeface="碳纤维大黑简体" panose="02010601030101010101" pitchFamily="2" charset="-122"/>
              <a:ea typeface="碳纤维大黑简体" panose="02010601030101010101" pitchFamily="2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    case </a:t>
            </a: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常量表达式</a:t>
            </a: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1 </a:t>
            </a: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：</a:t>
            </a:r>
            <a:endParaRPr lang="en-US" altLang="zh-CN" sz="2000" b="1" dirty="0">
              <a:latin typeface="碳纤维大黑简体" panose="02010601030101010101" pitchFamily="2" charset="-122"/>
              <a:ea typeface="碳纤维大黑简体" panose="02010601030101010101" pitchFamily="2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        分支语句序列一</a:t>
            </a: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;break; </a:t>
            </a:r>
            <a:endParaRPr lang="zh-CN" altLang="en-US" sz="2000" b="1" dirty="0">
              <a:latin typeface="碳纤维大黑简体" panose="02010601030101010101" pitchFamily="2" charset="-122"/>
              <a:ea typeface="碳纤维大黑简体" panose="02010601030101010101" pitchFamily="2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    case </a:t>
            </a: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常量表达式</a:t>
            </a: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2 </a:t>
            </a: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：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        分支语句序列二</a:t>
            </a: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;break;  </a:t>
            </a:r>
            <a:endParaRPr lang="zh-CN" altLang="en-US" sz="2000" b="1" dirty="0">
              <a:latin typeface="碳纤维大黑简体" panose="02010601030101010101" pitchFamily="2" charset="-122"/>
              <a:ea typeface="碳纤维大黑简体" panose="02010601030101010101" pitchFamily="2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    ......</a:t>
            </a:r>
            <a:endParaRPr lang="zh-CN" altLang="en-US" sz="2000" b="1" dirty="0">
              <a:latin typeface="碳纤维大黑简体" panose="02010601030101010101" pitchFamily="2" charset="-122"/>
              <a:ea typeface="碳纤维大黑简体" panose="02010601030101010101" pitchFamily="2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    case </a:t>
            </a: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常量表达式</a:t>
            </a: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n</a:t>
            </a: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：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        分支语句序列</a:t>
            </a: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n; break;</a:t>
            </a:r>
            <a:endParaRPr lang="zh-CN" altLang="en-US" sz="2000" b="1" dirty="0">
              <a:latin typeface="碳纤维大黑简体" panose="02010601030101010101" pitchFamily="2" charset="-122"/>
              <a:ea typeface="碳纤维大黑简体" panose="02010601030101010101" pitchFamily="2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    default :</a:t>
            </a: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最后分支语句序列</a:t>
            </a: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; </a:t>
            </a:r>
            <a:endParaRPr lang="zh-CN" altLang="en-US" sz="2000" b="1" dirty="0">
              <a:latin typeface="碳纤维大黑简体" panose="02010601030101010101" pitchFamily="2" charset="-122"/>
              <a:ea typeface="碳纤维大黑简体" panose="02010601030101010101" pitchFamily="2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｝</a:t>
            </a: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    //</a:t>
            </a: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此右大括号</a:t>
            </a: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}</a:t>
            </a: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为</a:t>
            </a:r>
            <a:r>
              <a:rPr 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switch</a:t>
            </a:r>
            <a:r>
              <a:rPr lang="zh-CN" altLang="en-US" sz="2000" b="1" dirty="0">
                <a:latin typeface="碳纤维大黑简体" panose="02010601030101010101" pitchFamily="2" charset="-122"/>
                <a:ea typeface="碳纤维大黑简体" panose="02010601030101010101" pitchFamily="2" charset="-122"/>
              </a:rPr>
              <a:t>语句的结束符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35A7A8A3-564D-E825-FBFE-899FE457882A}"/>
              </a:ext>
            </a:extLst>
          </p:cNvPr>
          <p:cNvSpPr txBox="1"/>
          <p:nvPr/>
        </p:nvSpPr>
        <p:spPr>
          <a:xfrm>
            <a:off x="5638800" y="2286000"/>
            <a:ext cx="6172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用</a:t>
            </a:r>
            <a:r>
              <a:rPr lang="en-US" altLang="zh-CN" b="1" dirty="0">
                <a:solidFill>
                  <a:srgbClr val="432664"/>
                </a:solidFill>
              </a:rPr>
              <a:t>switch</a:t>
            </a:r>
            <a:r>
              <a:rPr lang="zh-CN" altLang="en-US" b="1" dirty="0">
                <a:solidFill>
                  <a:srgbClr val="432664"/>
                </a:solidFill>
              </a:rPr>
              <a:t>后的变量</a:t>
            </a:r>
            <a:r>
              <a:rPr lang="zh-CN" altLang="en-US" b="1" dirty="0"/>
              <a:t>与</a:t>
            </a:r>
            <a:r>
              <a:rPr lang="en-US" altLang="zh-CN" b="1" dirty="0">
                <a:solidFill>
                  <a:srgbClr val="432664"/>
                </a:solidFill>
              </a:rPr>
              <a:t>case </a:t>
            </a:r>
            <a:r>
              <a:rPr lang="zh-CN" altLang="en-US" b="1" dirty="0">
                <a:solidFill>
                  <a:srgbClr val="432664"/>
                </a:solidFill>
              </a:rPr>
              <a:t>后的常量表达式</a:t>
            </a:r>
            <a:r>
              <a:rPr lang="zh-CN" altLang="en-US" b="1" dirty="0"/>
              <a:t>匹配，当找到一个</a:t>
            </a:r>
            <a:r>
              <a:rPr lang="zh-CN" altLang="en-US" b="1" dirty="0">
                <a:solidFill>
                  <a:srgbClr val="432664"/>
                </a:solidFill>
              </a:rPr>
              <a:t>相等</a:t>
            </a:r>
            <a:r>
              <a:rPr lang="zh-CN" altLang="en-US" b="1" dirty="0"/>
              <a:t>值时，执行该</a:t>
            </a:r>
            <a:r>
              <a:rPr lang="en-US" altLang="zh-CN" b="1" dirty="0">
                <a:solidFill>
                  <a:srgbClr val="432664"/>
                </a:solidFill>
              </a:rPr>
              <a:t>case</a:t>
            </a:r>
            <a:r>
              <a:rPr lang="zh-CN" altLang="en-US" b="1" dirty="0">
                <a:solidFill>
                  <a:srgbClr val="432664"/>
                </a:solidFill>
              </a:rPr>
              <a:t>下的语句</a:t>
            </a:r>
            <a:r>
              <a:rPr lang="zh-CN" altLang="en-US" b="1" dirty="0"/>
              <a:t>，如果遇到</a:t>
            </a:r>
            <a:r>
              <a:rPr lang="en-US" altLang="zh-CN" b="1" dirty="0">
                <a:solidFill>
                  <a:srgbClr val="432664"/>
                </a:solidFill>
              </a:rPr>
              <a:t>break</a:t>
            </a:r>
            <a:r>
              <a:rPr lang="zh-CN" altLang="en-US" b="1" dirty="0"/>
              <a:t>则整个</a:t>
            </a:r>
            <a:r>
              <a:rPr lang="en-US" altLang="zh-CN" b="1" dirty="0"/>
              <a:t>switch case</a:t>
            </a:r>
            <a:r>
              <a:rPr lang="zh-CN" altLang="en-US" b="1" dirty="0"/>
              <a:t>结构结束，如果没有遇到</a:t>
            </a:r>
            <a:r>
              <a:rPr lang="en-US" altLang="zh-CN" b="1" dirty="0"/>
              <a:t>break,</a:t>
            </a:r>
            <a:r>
              <a:rPr lang="zh-CN" altLang="en-US" b="1" dirty="0"/>
              <a:t>继续执行下面的</a:t>
            </a:r>
            <a:r>
              <a:rPr lang="en-US" altLang="zh-CN" b="1" dirty="0"/>
              <a:t>case</a:t>
            </a:r>
            <a:r>
              <a:rPr lang="zh-CN" altLang="en-US" b="1" dirty="0"/>
              <a:t>后的语句或</a:t>
            </a:r>
            <a:r>
              <a:rPr lang="en-US" altLang="zh-CN" b="1" dirty="0"/>
              <a:t>default</a:t>
            </a:r>
            <a:r>
              <a:rPr lang="zh-CN" altLang="en-US" b="1" dirty="0"/>
              <a:t>后的语句，直到遇到</a:t>
            </a:r>
            <a:r>
              <a:rPr lang="en-US" altLang="zh-CN" b="1" dirty="0">
                <a:solidFill>
                  <a:srgbClr val="432664"/>
                </a:solidFill>
              </a:rPr>
              <a:t>break</a:t>
            </a:r>
            <a:r>
              <a:rPr lang="zh-CN" altLang="en-US" b="1" dirty="0"/>
              <a:t>语句或者</a:t>
            </a:r>
            <a:r>
              <a:rPr lang="zh-CN" altLang="en-US" b="1" dirty="0">
                <a:solidFill>
                  <a:srgbClr val="432664"/>
                </a:solidFill>
              </a:rPr>
              <a:t>反括号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r>
              <a:rPr lang="zh-CN" altLang="en-US" b="1" dirty="0"/>
              <a:t>如果</a:t>
            </a:r>
            <a:r>
              <a:rPr lang="en-US" altLang="zh-CN" b="1" dirty="0"/>
              <a:t>switch</a:t>
            </a:r>
            <a:r>
              <a:rPr lang="zh-CN" altLang="en-US" b="1" dirty="0"/>
              <a:t>后的变量和所有的</a:t>
            </a:r>
            <a:r>
              <a:rPr lang="en-US" altLang="zh-CN" b="1" dirty="0"/>
              <a:t>case</a:t>
            </a:r>
            <a:r>
              <a:rPr lang="zh-CN" altLang="en-US" b="1" dirty="0"/>
              <a:t>后的常量都</a:t>
            </a:r>
            <a:r>
              <a:rPr lang="zh-CN" altLang="en-US" b="1" dirty="0">
                <a:solidFill>
                  <a:srgbClr val="432664"/>
                </a:solidFill>
              </a:rPr>
              <a:t>不相等</a:t>
            </a:r>
            <a:r>
              <a:rPr lang="zh-CN" altLang="en-US" b="1" dirty="0"/>
              <a:t>，执行</a:t>
            </a:r>
            <a:r>
              <a:rPr lang="en-US" altLang="zh-CN" b="1" dirty="0">
                <a:solidFill>
                  <a:srgbClr val="432664"/>
                </a:solidFill>
              </a:rPr>
              <a:t>default</a:t>
            </a:r>
            <a:r>
              <a:rPr lang="zh-CN" altLang="en-US" b="1" dirty="0"/>
              <a:t>后的语句</a:t>
            </a:r>
          </a:p>
        </p:txBody>
      </p:sp>
    </p:spTree>
    <p:extLst>
      <p:ext uri="{BB962C8B-B14F-4D97-AF65-F5344CB8AC3E}">
        <p14:creationId xmlns:p14="http://schemas.microsoft.com/office/powerpoint/2010/main" val="26259224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1C6DB4B-3540-B4E3-405E-B77232BDDA62}"/>
              </a:ext>
            </a:extLst>
          </p:cNvPr>
          <p:cNvGrpSpPr/>
          <p:nvPr/>
        </p:nvGrpSpPr>
        <p:grpSpPr>
          <a:xfrm>
            <a:off x="569083" y="369186"/>
            <a:ext cx="5517316" cy="584775"/>
            <a:chOff x="569083" y="369186"/>
            <a:chExt cx="5517316" cy="58477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01EA625-7459-0EE1-A955-BE62AF1548CD}"/>
                </a:ext>
              </a:extLst>
            </p:cNvPr>
            <p:cNvSpPr txBox="1"/>
            <p:nvPr/>
          </p:nvSpPr>
          <p:spPr>
            <a:xfrm>
              <a:off x="569083" y="430741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74E3494-D4FD-8311-6C11-A347B83A7B33}"/>
                </a:ext>
              </a:extLst>
            </p:cNvPr>
            <p:cNvSpPr txBox="1"/>
            <p:nvPr/>
          </p:nvSpPr>
          <p:spPr>
            <a:xfrm>
              <a:off x="1301499" y="369186"/>
              <a:ext cx="47849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switch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结构应用程序举例</a:t>
              </a: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D756F611-48F5-0F19-8B14-D9A686DB530F}"/>
              </a:ext>
            </a:extLst>
          </p:cNvPr>
          <p:cNvSpPr/>
          <p:nvPr/>
        </p:nvSpPr>
        <p:spPr>
          <a:xfrm>
            <a:off x="336914" y="1063525"/>
            <a:ext cx="947383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3.5</a:t>
            </a:r>
            <a:r>
              <a:rPr lang="zh-CN" altLang="en-US" sz="2800" b="1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输入一个完整的四则运算的表达式并计算出结果，然后以整个表达式等于计算结果的形式输出。</a:t>
            </a:r>
            <a:endParaRPr lang="en-US" altLang="zh-CN" sz="2800" b="1" dirty="0">
              <a:solidFill>
                <a:srgbClr val="432664"/>
              </a:solidFill>
              <a:latin typeface="楷体" pitchFamily="49" charset="-122"/>
              <a:ea typeface="楷体" pitchFamily="49" charset="-122"/>
            </a:endParaRPr>
          </a:p>
          <a:p>
            <a:endParaRPr lang="zh-CN" altLang="en-US" b="1" dirty="0">
              <a:solidFill>
                <a:schemeClr val="accent2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88B1D3ED-A7CC-97C7-C66C-7010A37F239C}"/>
              </a:ext>
            </a:extLst>
          </p:cNvPr>
          <p:cNvSpPr txBox="1"/>
          <p:nvPr/>
        </p:nvSpPr>
        <p:spPr>
          <a:xfrm>
            <a:off x="528566" y="2178903"/>
            <a:ext cx="106894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算法设计：</a:t>
            </a:r>
            <a:endParaRPr lang="en-US" altLang="zh-CN" sz="2400" b="1" dirty="0">
              <a:latin typeface="+mn-ea"/>
            </a:endParaRPr>
          </a:p>
          <a:p>
            <a:r>
              <a:rPr lang="en-US" altLang="zh-CN" sz="2400" b="1" dirty="0"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）数据定义</a:t>
            </a:r>
            <a:endParaRPr lang="en-US" altLang="zh-CN" sz="2400" b="1" dirty="0">
              <a:latin typeface="+mn-ea"/>
            </a:endParaRPr>
          </a:p>
          <a:p>
            <a:r>
              <a:rPr lang="en-US" altLang="zh-CN" sz="2400" b="1" dirty="0">
                <a:latin typeface="+mn-ea"/>
              </a:rPr>
              <a:t>   </a:t>
            </a:r>
            <a:r>
              <a:rPr lang="zh-CN" altLang="en-US" sz="2400" b="1" dirty="0">
                <a:latin typeface="+mn-ea"/>
              </a:rPr>
              <a:t>两个运算量，</a:t>
            </a:r>
            <a:r>
              <a:rPr lang="en-US" altLang="zh-CN" sz="2400" b="1" dirty="0">
                <a:latin typeface="+mn-ea"/>
              </a:rPr>
              <a:t>double;</a:t>
            </a:r>
            <a:r>
              <a:rPr lang="zh-CN" altLang="en-US" sz="2400" b="1" dirty="0">
                <a:latin typeface="+mn-ea"/>
              </a:rPr>
              <a:t>一个运算符，</a:t>
            </a:r>
            <a:r>
              <a:rPr lang="en-US" altLang="zh-CN" sz="2400" b="1" dirty="0">
                <a:latin typeface="+mn-ea"/>
              </a:rPr>
              <a:t>char;</a:t>
            </a:r>
            <a:r>
              <a:rPr lang="zh-CN" altLang="en-US" sz="2400" b="1" dirty="0">
                <a:latin typeface="+mn-ea"/>
              </a:rPr>
              <a:t>都是已知量</a:t>
            </a:r>
            <a:endParaRPr lang="en-US" altLang="zh-CN" sz="2400" b="1" dirty="0">
              <a:latin typeface="+mn-ea"/>
            </a:endParaRPr>
          </a:p>
          <a:p>
            <a:r>
              <a:rPr lang="en-US" altLang="zh-CN" sz="2400" b="1" dirty="0">
                <a:latin typeface="+mn-ea"/>
              </a:rPr>
              <a:t>  double </a:t>
            </a:r>
            <a:r>
              <a:rPr lang="en-US" altLang="zh-CN" sz="2400" b="1" dirty="0" err="1">
                <a:latin typeface="+mn-ea"/>
              </a:rPr>
              <a:t>a,b;char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en-US" altLang="zh-CN" sz="2400" b="1" dirty="0" err="1">
                <a:latin typeface="+mn-ea"/>
              </a:rPr>
              <a:t>oper</a:t>
            </a:r>
            <a:r>
              <a:rPr lang="en-US" altLang="zh-CN" sz="2400" b="1" dirty="0">
                <a:latin typeface="+mn-ea"/>
              </a:rPr>
              <a:t>;</a:t>
            </a:r>
          </a:p>
          <a:p>
            <a:r>
              <a:rPr lang="en-US" altLang="zh-CN" sz="2400" b="1" dirty="0">
                <a:latin typeface="+mn-ea"/>
              </a:rPr>
              <a:t>2)</a:t>
            </a:r>
            <a:r>
              <a:rPr lang="zh-CN" altLang="en-US" sz="2400" b="1" dirty="0">
                <a:latin typeface="+mn-ea"/>
              </a:rPr>
              <a:t>已知量获得值</a:t>
            </a:r>
            <a:endParaRPr lang="en-US" altLang="zh-CN" sz="2400" b="1" dirty="0">
              <a:latin typeface="+mn-ea"/>
            </a:endParaRPr>
          </a:p>
          <a:p>
            <a:r>
              <a:rPr lang="en-US" altLang="zh-CN" sz="2400" b="1" dirty="0">
                <a:latin typeface="+mn-ea"/>
              </a:rPr>
              <a:t>   </a:t>
            </a:r>
            <a:r>
              <a:rPr lang="en-US" altLang="zh-CN" sz="2400" b="1" dirty="0" err="1">
                <a:latin typeface="+mn-ea"/>
              </a:rPr>
              <a:t>scanf</a:t>
            </a:r>
            <a:r>
              <a:rPr lang="en-US" altLang="zh-CN" sz="2400" b="1" dirty="0">
                <a:latin typeface="+mn-ea"/>
              </a:rPr>
              <a:t>(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en-US" altLang="zh-CN" sz="2400" b="1" dirty="0">
                <a:latin typeface="+mn-ea"/>
              </a:rPr>
              <a:t>%</a:t>
            </a:r>
            <a:r>
              <a:rPr lang="en-US" altLang="zh-CN" sz="2400" b="1" dirty="0" err="1">
                <a:latin typeface="+mn-ea"/>
              </a:rPr>
              <a:t>d%c%d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"</a:t>
            </a:r>
            <a:r>
              <a:rPr lang="en-US" altLang="zh-CN" sz="2400" b="1" dirty="0">
                <a:latin typeface="+mn-ea"/>
              </a:rPr>
              <a:t>,&amp;a, &amp;</a:t>
            </a:r>
            <a:r>
              <a:rPr lang="en-US" altLang="zh-CN" sz="2400" b="1" dirty="0" err="1">
                <a:latin typeface="+mn-ea"/>
              </a:rPr>
              <a:t>oper</a:t>
            </a:r>
            <a:r>
              <a:rPr lang="en-US" altLang="zh-CN" sz="2400" b="1" dirty="0">
                <a:latin typeface="+mn-ea"/>
              </a:rPr>
              <a:t>, &amp;b);</a:t>
            </a:r>
          </a:p>
          <a:p>
            <a:r>
              <a:rPr lang="en-US" altLang="zh-CN" sz="2400" b="1" dirty="0">
                <a:latin typeface="+mn-ea"/>
              </a:rPr>
              <a:t>3</a:t>
            </a:r>
            <a:r>
              <a:rPr lang="zh-CN" altLang="en-US" sz="2400" b="1" dirty="0">
                <a:latin typeface="+mn-ea"/>
              </a:rPr>
              <a:t>）数据处理</a:t>
            </a:r>
            <a:endParaRPr lang="en-US" altLang="zh-CN" sz="2400" b="1" dirty="0">
              <a:latin typeface="+mn-ea"/>
            </a:endParaRPr>
          </a:p>
          <a:p>
            <a:r>
              <a:rPr lang="en-US" altLang="zh-CN" sz="2400" b="1" dirty="0">
                <a:latin typeface="+mn-ea"/>
              </a:rPr>
              <a:t>4</a:t>
            </a:r>
            <a:r>
              <a:rPr lang="zh-CN" altLang="en-US" sz="2400" b="1" dirty="0">
                <a:latin typeface="+mn-ea"/>
              </a:rPr>
              <a:t>）输出结果</a:t>
            </a:r>
            <a:endParaRPr lang="en-US" altLang="zh-CN" sz="2400" b="1" dirty="0">
              <a:latin typeface="+mn-ea"/>
            </a:endParaRPr>
          </a:p>
          <a:p>
            <a:r>
              <a:rPr lang="zh-CN" altLang="en-US" sz="2400" b="1" dirty="0">
                <a:latin typeface="+mn-ea"/>
              </a:rPr>
              <a:t>采用</a:t>
            </a:r>
            <a:r>
              <a:rPr lang="en-US" altLang="zh-CN" sz="2400" b="1" dirty="0">
                <a:latin typeface="+mn-ea"/>
              </a:rPr>
              <a:t>switch- case</a:t>
            </a:r>
            <a:r>
              <a:rPr lang="zh-CN" altLang="en-US" sz="2400" b="1" dirty="0">
                <a:latin typeface="+mn-ea"/>
              </a:rPr>
              <a:t>结构，边判断、边输出</a:t>
            </a:r>
            <a:endParaRPr lang="en-US" altLang="zh-CN" sz="2400" b="1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7" name="动作按钮: 自定义 11">
            <a:hlinkClick r:id="rId2" action="ppaction://program" highlightClick="1"/>
            <a:extLst>
              <a:ext uri="{FF2B5EF4-FFF2-40B4-BE49-F238E27FC236}">
                <a16:creationId xmlns:a16="http://schemas.microsoft.com/office/drawing/2014/main" id="{5DAB9AE6-861B-8C13-950E-5B893551D01E}"/>
              </a:ext>
            </a:extLst>
          </p:cNvPr>
          <p:cNvSpPr/>
          <p:nvPr/>
        </p:nvSpPr>
        <p:spPr>
          <a:xfrm>
            <a:off x="8616280" y="2386266"/>
            <a:ext cx="1736923" cy="460475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3_5</a:t>
            </a:r>
            <a:r>
              <a:rPr lang="zh-CN" altLang="en-US" dirty="0"/>
              <a:t>源代码</a:t>
            </a:r>
          </a:p>
        </p:txBody>
      </p:sp>
    </p:spTree>
    <p:extLst>
      <p:ext uri="{BB962C8B-B14F-4D97-AF65-F5344CB8AC3E}">
        <p14:creationId xmlns:p14="http://schemas.microsoft.com/office/powerpoint/2010/main" val="182385549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211CF94-7BF0-2B3C-6E5A-D6019D840444}"/>
              </a:ext>
            </a:extLst>
          </p:cNvPr>
          <p:cNvGrpSpPr/>
          <p:nvPr/>
        </p:nvGrpSpPr>
        <p:grpSpPr>
          <a:xfrm>
            <a:off x="5098999" y="1740360"/>
            <a:ext cx="1524239" cy="1396844"/>
            <a:chOff x="2202008" y="436205"/>
            <a:chExt cx="1787563" cy="1638160"/>
          </a:xfrm>
        </p:grpSpPr>
        <p:sp>
          <p:nvSpPr>
            <p:cNvPr id="3" name="Freeform 3301">
              <a:extLst>
                <a:ext uri="{FF2B5EF4-FFF2-40B4-BE49-F238E27FC236}">
                  <a16:creationId xmlns:a16="http://schemas.microsoft.com/office/drawing/2014/main" id="{F0F9C5B9-6B63-A1C2-4050-B98F59E6B858}"/>
                </a:ext>
              </a:extLst>
            </p:cNvPr>
            <p:cNvSpPr/>
            <p:nvPr/>
          </p:nvSpPr>
          <p:spPr bwMode="auto">
            <a:xfrm>
              <a:off x="2202008" y="436205"/>
              <a:ext cx="1636640" cy="1638160"/>
            </a:xfrm>
            <a:custGeom>
              <a:avLst/>
              <a:gdLst>
                <a:gd name="T0" fmla="*/ 1617 w 3233"/>
                <a:gd name="T1" fmla="*/ 3236 h 3236"/>
                <a:gd name="T2" fmla="*/ 0 w 3233"/>
                <a:gd name="T3" fmla="*/ 1619 h 3236"/>
                <a:gd name="T4" fmla="*/ 1617 w 3233"/>
                <a:gd name="T5" fmla="*/ 0 h 3236"/>
                <a:gd name="T6" fmla="*/ 3233 w 3233"/>
                <a:gd name="T7" fmla="*/ 1619 h 3236"/>
                <a:gd name="T8" fmla="*/ 1617 w 3233"/>
                <a:gd name="T9" fmla="*/ 3236 h 3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3" h="3236">
                  <a:moveTo>
                    <a:pt x="1617" y="3236"/>
                  </a:moveTo>
                  <a:lnTo>
                    <a:pt x="0" y="1619"/>
                  </a:lnTo>
                  <a:lnTo>
                    <a:pt x="1617" y="0"/>
                  </a:lnTo>
                  <a:lnTo>
                    <a:pt x="3233" y="1619"/>
                  </a:lnTo>
                  <a:lnTo>
                    <a:pt x="1617" y="323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DBA450A-7FAB-B559-CFC7-A153D96716EC}"/>
                </a:ext>
              </a:extLst>
            </p:cNvPr>
            <p:cNvSpPr/>
            <p:nvPr/>
          </p:nvSpPr>
          <p:spPr>
            <a:xfrm>
              <a:off x="2522008" y="726714"/>
              <a:ext cx="1467563" cy="1070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5333" spc="400" dirty="0">
                  <a:solidFill>
                    <a:schemeClr val="bg1"/>
                  </a:solidFill>
                  <a:latin typeface="Agency FB" panose="020B0503020202020204" pitchFamily="34" charset="0"/>
                  <a:cs typeface="+mn-ea"/>
                  <a:sym typeface="+mn-lt"/>
                </a:rPr>
                <a:t>四</a:t>
              </a:r>
            </a:p>
          </p:txBody>
        </p:sp>
      </p:grpSp>
      <p:sp>
        <p:nvSpPr>
          <p:cNvPr id="5" name="TextBox 35">
            <a:extLst>
              <a:ext uri="{FF2B5EF4-FFF2-40B4-BE49-F238E27FC236}">
                <a16:creationId xmlns:a16="http://schemas.microsoft.com/office/drawing/2014/main" id="{5242A824-D6BB-3E1B-81B4-7741EB964B82}"/>
              </a:ext>
            </a:extLst>
          </p:cNvPr>
          <p:cNvSpPr txBox="1"/>
          <p:nvPr/>
        </p:nvSpPr>
        <p:spPr>
          <a:xfrm>
            <a:off x="5997549" y="2695797"/>
            <a:ext cx="3962575" cy="809599"/>
          </a:xfrm>
          <a:prstGeom prst="rect">
            <a:avLst/>
          </a:prstGeom>
          <a:noFill/>
        </p:spPr>
        <p:txBody>
          <a:bodyPr wrap="none" lIns="480000" tIns="0" rIns="0" bIns="0" anchor="b" anchorCtr="0">
            <a:normAutofit/>
          </a:bodyPr>
          <a:lstStyle/>
          <a:p>
            <a:r>
              <a:rPr lang="zh-CN" altLang="en-US" sz="4800" b="1" dirty="0">
                <a:solidFill>
                  <a:srgbClr val="333333"/>
                </a:solidFill>
                <a:cs typeface="+mn-ea"/>
              </a:rPr>
              <a:t>综合举例</a:t>
            </a:r>
          </a:p>
        </p:txBody>
      </p:sp>
      <p:sp>
        <p:nvSpPr>
          <p:cNvPr id="6" name="Freeform 3297">
            <a:extLst>
              <a:ext uri="{FF2B5EF4-FFF2-40B4-BE49-F238E27FC236}">
                <a16:creationId xmlns:a16="http://schemas.microsoft.com/office/drawing/2014/main" id="{962FBB91-241E-9539-2F14-1688E121D7C2}"/>
              </a:ext>
            </a:extLst>
          </p:cNvPr>
          <p:cNvSpPr/>
          <p:nvPr/>
        </p:nvSpPr>
        <p:spPr bwMode="auto">
          <a:xfrm>
            <a:off x="1583505" y="1412777"/>
            <a:ext cx="3729089" cy="3731396"/>
          </a:xfrm>
          <a:custGeom>
            <a:avLst/>
            <a:gdLst>
              <a:gd name="T0" fmla="*/ 1619 w 3239"/>
              <a:gd name="T1" fmla="*/ 3241 h 3241"/>
              <a:gd name="T2" fmla="*/ 0 w 3239"/>
              <a:gd name="T3" fmla="*/ 1620 h 3241"/>
              <a:gd name="T4" fmla="*/ 1619 w 3239"/>
              <a:gd name="T5" fmla="*/ 0 h 3241"/>
              <a:gd name="T6" fmla="*/ 3239 w 3239"/>
              <a:gd name="T7" fmla="*/ 1620 h 3241"/>
              <a:gd name="T8" fmla="*/ 1619 w 3239"/>
              <a:gd name="T9" fmla="*/ 3241 h 3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39" h="3241">
                <a:moveTo>
                  <a:pt x="1619" y="3241"/>
                </a:moveTo>
                <a:lnTo>
                  <a:pt x="0" y="1620"/>
                </a:lnTo>
                <a:lnTo>
                  <a:pt x="1619" y="0"/>
                </a:lnTo>
                <a:lnTo>
                  <a:pt x="3239" y="1620"/>
                </a:lnTo>
                <a:lnTo>
                  <a:pt x="1619" y="32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7F3135-0FCF-0469-E568-B3AD56BBF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78" y="1599404"/>
            <a:ext cx="3358142" cy="335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04773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AC65F39-AC25-756C-0619-AD2452421BFE}"/>
              </a:ext>
            </a:extLst>
          </p:cNvPr>
          <p:cNvGrpSpPr/>
          <p:nvPr/>
        </p:nvGrpSpPr>
        <p:grpSpPr>
          <a:xfrm>
            <a:off x="569083" y="369186"/>
            <a:ext cx="4200032" cy="584775"/>
            <a:chOff x="569083" y="369186"/>
            <a:chExt cx="4200032" cy="58477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C38B4E5-72C1-7926-52F4-C62D1F870C2F}"/>
                </a:ext>
              </a:extLst>
            </p:cNvPr>
            <p:cNvSpPr txBox="1"/>
            <p:nvPr/>
          </p:nvSpPr>
          <p:spPr>
            <a:xfrm>
              <a:off x="569083" y="430741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616B2AE-F6A7-5820-7E3E-283CA53FEF3E}"/>
                </a:ext>
              </a:extLst>
            </p:cNvPr>
            <p:cNvSpPr txBox="1"/>
            <p:nvPr/>
          </p:nvSpPr>
          <p:spPr>
            <a:xfrm>
              <a:off x="1301499" y="369186"/>
              <a:ext cx="34676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综合应用程序举例</a:t>
              </a: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4E314899-24D1-C307-05B4-E64B552504A2}"/>
              </a:ext>
            </a:extLst>
          </p:cNvPr>
          <p:cNvSpPr/>
          <p:nvPr/>
        </p:nvSpPr>
        <p:spPr>
          <a:xfrm>
            <a:off x="569082" y="953961"/>
            <a:ext cx="6218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432664"/>
                </a:solidFill>
                <a:latin typeface="华文楷体" pitchFamily="2" charset="-122"/>
                <a:ea typeface="华文楷体" pitchFamily="2" charset="-122"/>
              </a:rPr>
              <a:t>3.6</a:t>
            </a:r>
            <a:r>
              <a:rPr lang="zh-CN" altLang="en-US" sz="2800" b="1" dirty="0">
                <a:solidFill>
                  <a:srgbClr val="432664"/>
                </a:solidFill>
                <a:latin typeface="华文楷体" pitchFamily="2" charset="-122"/>
                <a:ea typeface="华文楷体" pitchFamily="2" charset="-122"/>
              </a:rPr>
              <a:t>一元二次方程求解问题的程序设计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zh-CN" altLang="en-US" dirty="0">
              <a:solidFill>
                <a:srgbClr val="002060"/>
              </a:solidFill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D63D38-2B9E-F801-0366-3B4805B07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454551"/>
            <a:ext cx="10696938" cy="5348469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73CD1FFB-6C9B-7FAD-641D-B8BD07092DEE}"/>
              </a:ext>
            </a:extLst>
          </p:cNvPr>
          <p:cNvSpPr txBox="1"/>
          <p:nvPr/>
        </p:nvSpPr>
        <p:spPr>
          <a:xfrm>
            <a:off x="2181225" y="2028825"/>
            <a:ext cx="56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if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A7EFB335-8E20-B0C8-45A3-A9C115C567DE}"/>
              </a:ext>
            </a:extLst>
          </p:cNvPr>
          <p:cNvSpPr txBox="1"/>
          <p:nvPr/>
        </p:nvSpPr>
        <p:spPr>
          <a:xfrm>
            <a:off x="2333625" y="4333875"/>
            <a:ext cx="70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else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DF4A6506-9E6B-2E94-C852-42E0C5ADD502}"/>
              </a:ext>
            </a:extLst>
          </p:cNvPr>
          <p:cNvSpPr txBox="1"/>
          <p:nvPr/>
        </p:nvSpPr>
        <p:spPr>
          <a:xfrm>
            <a:off x="5092707" y="1844159"/>
            <a:ext cx="56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if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99B8190D-DC66-DF5E-6A57-20E2BB04F2B6}"/>
              </a:ext>
            </a:extLst>
          </p:cNvPr>
          <p:cNvSpPr txBox="1"/>
          <p:nvPr/>
        </p:nvSpPr>
        <p:spPr>
          <a:xfrm>
            <a:off x="4953000" y="2933700"/>
            <a:ext cx="70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else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38FA5AB5-79FD-4632-6F1B-EDA8C5C9F490}"/>
              </a:ext>
            </a:extLst>
          </p:cNvPr>
          <p:cNvSpPr txBox="1"/>
          <p:nvPr/>
        </p:nvSpPr>
        <p:spPr>
          <a:xfrm>
            <a:off x="5514975" y="3608720"/>
            <a:ext cx="56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if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225DAC7E-EC72-07BB-66DF-01D7A44D068A}"/>
              </a:ext>
            </a:extLst>
          </p:cNvPr>
          <p:cNvSpPr txBox="1"/>
          <p:nvPr/>
        </p:nvSpPr>
        <p:spPr>
          <a:xfrm>
            <a:off x="4883146" y="6057900"/>
            <a:ext cx="70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else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0C70B2EC-81C0-51F0-612B-F260F5168BC4}"/>
              </a:ext>
            </a:extLst>
          </p:cNvPr>
          <p:cNvSpPr txBox="1"/>
          <p:nvPr/>
        </p:nvSpPr>
        <p:spPr>
          <a:xfrm>
            <a:off x="4997627" y="4943475"/>
            <a:ext cx="87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else  if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0023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353EF10-7189-7D27-EFB8-3413C7BF7016}"/>
              </a:ext>
            </a:extLst>
          </p:cNvPr>
          <p:cNvGrpSpPr/>
          <p:nvPr/>
        </p:nvGrpSpPr>
        <p:grpSpPr>
          <a:xfrm>
            <a:off x="569083" y="369186"/>
            <a:ext cx="4200032" cy="584775"/>
            <a:chOff x="569083" y="369186"/>
            <a:chExt cx="4200032" cy="58477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9B2AE6D-C708-A6E6-B599-DDE8681A3602}"/>
                </a:ext>
              </a:extLst>
            </p:cNvPr>
            <p:cNvSpPr txBox="1"/>
            <p:nvPr/>
          </p:nvSpPr>
          <p:spPr>
            <a:xfrm>
              <a:off x="569083" y="430741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E667774-82A1-4357-09F8-7107DDC84E4F}"/>
                </a:ext>
              </a:extLst>
            </p:cNvPr>
            <p:cNvSpPr txBox="1"/>
            <p:nvPr/>
          </p:nvSpPr>
          <p:spPr>
            <a:xfrm>
              <a:off x="1301499" y="369186"/>
              <a:ext cx="34676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综合应用程序举例</a:t>
              </a: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F19CF044-AC57-BC35-0D51-F8E81BDE4C89}"/>
              </a:ext>
            </a:extLst>
          </p:cNvPr>
          <p:cNvSpPr/>
          <p:nvPr/>
        </p:nvSpPr>
        <p:spPr>
          <a:xfrm>
            <a:off x="569082" y="973011"/>
            <a:ext cx="6218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432664"/>
                </a:solidFill>
                <a:latin typeface="华文楷体" pitchFamily="2" charset="-122"/>
                <a:ea typeface="华文楷体" pitchFamily="2" charset="-122"/>
              </a:rPr>
              <a:t>3.6</a:t>
            </a:r>
            <a:r>
              <a:rPr lang="zh-CN" altLang="en-US" sz="2800" b="1" dirty="0">
                <a:solidFill>
                  <a:srgbClr val="432664"/>
                </a:solidFill>
                <a:latin typeface="华文楷体" pitchFamily="2" charset="-122"/>
                <a:ea typeface="华文楷体" pitchFamily="2" charset="-122"/>
              </a:rPr>
              <a:t>一元二次方程求解问题的程序设计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zh-CN" altLang="en-US" dirty="0">
              <a:solidFill>
                <a:srgbClr val="00206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E119EE80-124A-E02B-4A58-43C1E2BAE2E1}"/>
              </a:ext>
            </a:extLst>
          </p:cNvPr>
          <p:cNvSpPr txBox="1"/>
          <p:nvPr/>
        </p:nvSpPr>
        <p:spPr>
          <a:xfrm>
            <a:off x="8491842" y="4412631"/>
            <a:ext cx="70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else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8E10C03-8067-C0FA-915D-BC0A18C1E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" y="2273417"/>
            <a:ext cx="9934575" cy="3409950"/>
          </a:xfrm>
          <a:prstGeom prst="rect">
            <a:avLst/>
          </a:prstGeom>
        </p:spPr>
      </p:pic>
      <p:sp>
        <p:nvSpPr>
          <p:cNvPr id="7" name="动作按钮: 自定义 11">
            <a:hlinkClick r:id="rId3" action="ppaction://program" highlightClick="1"/>
            <a:extLst>
              <a:ext uri="{FF2B5EF4-FFF2-40B4-BE49-F238E27FC236}">
                <a16:creationId xmlns:a16="http://schemas.microsoft.com/office/drawing/2014/main" id="{0C797819-66BD-87BC-B114-F485DE4488B0}"/>
              </a:ext>
            </a:extLst>
          </p:cNvPr>
          <p:cNvSpPr/>
          <p:nvPr/>
        </p:nvSpPr>
        <p:spPr>
          <a:xfrm>
            <a:off x="8688288" y="757365"/>
            <a:ext cx="1736923" cy="460475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3_6</a:t>
            </a:r>
            <a:r>
              <a:rPr lang="zh-CN" altLang="en-US" dirty="0"/>
              <a:t>源代码</a:t>
            </a:r>
          </a:p>
        </p:txBody>
      </p:sp>
    </p:spTree>
    <p:extLst>
      <p:ext uri="{BB962C8B-B14F-4D97-AF65-F5344CB8AC3E}">
        <p14:creationId xmlns:p14="http://schemas.microsoft.com/office/powerpoint/2010/main" val="37909296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69083" y="369186"/>
            <a:ext cx="11622964" cy="584775"/>
            <a:chOff x="569083" y="369186"/>
            <a:chExt cx="11622964" cy="584775"/>
          </a:xfrm>
        </p:grpSpPr>
        <p:sp>
          <p:nvSpPr>
            <p:cNvPr id="4" name="文本框 3"/>
            <p:cNvSpPr txBox="1"/>
            <p:nvPr/>
          </p:nvSpPr>
          <p:spPr>
            <a:xfrm>
              <a:off x="569083" y="430741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01499" y="369186"/>
              <a:ext cx="34676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综合应用程序举例</a:t>
              </a:r>
            </a:p>
          </p:txBody>
        </p:sp>
        <p:cxnSp>
          <p:nvCxnSpPr>
            <p:cNvPr id="6" name="直接连接符 5"/>
            <p:cNvCxnSpPr>
              <a:cxnSpLocks/>
              <a:endCxn id="5" idx="3"/>
            </p:cNvCxnSpPr>
            <p:nvPr/>
          </p:nvCxnSpPr>
          <p:spPr>
            <a:xfrm flipH="1" flipV="1">
              <a:off x="4769115" y="661574"/>
              <a:ext cx="7422932" cy="2738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rgbClr val="9D6BAB">
                      <a:alpha val="0"/>
                    </a:srgbClr>
                  </a:gs>
                  <a:gs pos="100000">
                    <a:srgbClr val="9D6BAB"/>
                  </a:gs>
                </a:gsLst>
                <a:lin ang="0" scaled="1"/>
                <a:tileRect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内容占位符 2"/>
          <p:cNvSpPr txBox="1">
            <a:spLocks/>
          </p:cNvSpPr>
          <p:nvPr/>
        </p:nvSpPr>
        <p:spPr>
          <a:xfrm>
            <a:off x="457200" y="1524000"/>
            <a:ext cx="11734800" cy="4602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3.7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中国有句俗语叫</a:t>
            </a:r>
            <a:r>
              <a:rPr 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"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三天打渔两天晒网</a:t>
            </a:r>
            <a:r>
              <a:rPr 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"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。某人从</a:t>
            </a:r>
            <a:r>
              <a:rPr 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2011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年</a:t>
            </a:r>
            <a:r>
              <a:rPr 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月</a:t>
            </a:r>
            <a:r>
              <a:rPr 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日起开始</a:t>
            </a:r>
            <a:r>
              <a:rPr 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"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三天打渔两天晒网</a:t>
            </a:r>
            <a:r>
              <a:rPr 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"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，问这个人在以后的某一天中是</a:t>
            </a:r>
            <a:r>
              <a:rPr 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"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打渔</a:t>
            </a:r>
            <a:r>
              <a:rPr 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"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还是</a:t>
            </a:r>
            <a:r>
              <a:rPr 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"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晒网</a:t>
            </a:r>
            <a:r>
              <a:rPr 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"</a:t>
            </a:r>
            <a:r>
              <a:rPr lang="zh-CN" altLang="en-US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en-US" altLang="zh-CN" dirty="0">
              <a:solidFill>
                <a:srgbClr val="432664"/>
              </a:solidFill>
              <a:latin typeface="楷体" pitchFamily="49" charset="-122"/>
              <a:ea typeface="楷体" pitchFamily="49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latin typeface="+mn-ea"/>
              </a:rPr>
              <a:t>问题分解：</a:t>
            </a:r>
            <a:endParaRPr lang="en-US" altLang="zh-CN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latin typeface="+mn-ea"/>
              </a:rPr>
              <a:t>１．某一天是当年的第几天（ｗｈｉｃｈｄａｙ）</a:t>
            </a:r>
            <a:endParaRPr lang="en-US" altLang="zh-CN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latin typeface="+mn-ea"/>
              </a:rPr>
              <a:t>２</a:t>
            </a:r>
            <a:r>
              <a:rPr lang="en-US" altLang="zh-CN" dirty="0">
                <a:latin typeface="+mn-ea"/>
              </a:rPr>
              <a:t>.</a:t>
            </a:r>
            <a:r>
              <a:rPr lang="zh-CN" altLang="en-US" dirty="0">
                <a:latin typeface="+mn-ea"/>
              </a:rPr>
              <a:t>某一天的年份与２０１１年之间有多少个闰年（</a:t>
            </a:r>
            <a:r>
              <a:rPr lang="en-US" altLang="zh-CN" dirty="0">
                <a:latin typeface="+mn-ea"/>
              </a:rPr>
              <a:t>nu</a:t>
            </a:r>
            <a:r>
              <a:rPr lang="zh-CN" altLang="en-US" dirty="0">
                <a:latin typeface="+mn-ea"/>
              </a:rPr>
              <a:t>ｍ）</a:t>
            </a:r>
            <a:endParaRPr lang="en-US" altLang="zh-CN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latin typeface="+mn-ea"/>
              </a:rPr>
              <a:t>３</a:t>
            </a:r>
            <a:r>
              <a:rPr lang="en-US" altLang="zh-CN" dirty="0">
                <a:latin typeface="+mn-ea"/>
              </a:rPr>
              <a:t>.</a:t>
            </a: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nu</a:t>
            </a:r>
            <a:r>
              <a:rPr lang="zh-CN" altLang="en-US" dirty="0">
                <a:latin typeface="+mn-ea"/>
              </a:rPr>
              <a:t>ｍ＋ｗｈｉｃｈｄａｙ）％５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016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69083" y="369186"/>
            <a:ext cx="11622964" cy="584775"/>
            <a:chOff x="569083" y="369186"/>
            <a:chExt cx="11622964" cy="584775"/>
          </a:xfrm>
        </p:grpSpPr>
        <p:sp>
          <p:nvSpPr>
            <p:cNvPr id="4" name="文本框 3"/>
            <p:cNvSpPr txBox="1"/>
            <p:nvPr/>
          </p:nvSpPr>
          <p:spPr>
            <a:xfrm>
              <a:off x="569083" y="430741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01499" y="369186"/>
              <a:ext cx="34676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综合应用程序举例</a:t>
              </a:r>
            </a:p>
          </p:txBody>
        </p:sp>
        <p:cxnSp>
          <p:nvCxnSpPr>
            <p:cNvPr id="6" name="直接连接符 5"/>
            <p:cNvCxnSpPr>
              <a:cxnSpLocks/>
              <a:endCxn id="5" idx="3"/>
            </p:cNvCxnSpPr>
            <p:nvPr/>
          </p:nvCxnSpPr>
          <p:spPr>
            <a:xfrm flipH="1" flipV="1">
              <a:off x="4769115" y="661574"/>
              <a:ext cx="7422932" cy="2738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rgbClr val="9D6BAB">
                      <a:alpha val="0"/>
                    </a:srgbClr>
                  </a:gs>
                  <a:gs pos="100000">
                    <a:srgbClr val="9D6BAB"/>
                  </a:gs>
                </a:gsLst>
                <a:lin ang="0" scaled="1"/>
                <a:tileRect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内容占位符 2"/>
          <p:cNvSpPr txBox="1">
            <a:spLocks/>
          </p:cNvSpPr>
          <p:nvPr/>
        </p:nvSpPr>
        <p:spPr>
          <a:xfrm>
            <a:off x="457200" y="1524000"/>
            <a:ext cx="11734800" cy="4602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）数据定义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某一天，已知，用年</a:t>
            </a:r>
            <a:r>
              <a:rPr lang="en-US" altLang="zh-CN" dirty="0"/>
              <a:t>/</a:t>
            </a:r>
            <a:r>
              <a:rPr lang="zh-CN" altLang="en-US" dirty="0"/>
              <a:t>月</a:t>
            </a:r>
            <a:r>
              <a:rPr lang="en-US" altLang="zh-CN" dirty="0"/>
              <a:t>/</a:t>
            </a:r>
            <a:r>
              <a:rPr lang="zh-CN" altLang="en-US" dirty="0"/>
              <a:t>日三个整数组成 </a:t>
            </a:r>
            <a:r>
              <a:rPr lang="en-US" altLang="zh-CN" dirty="0"/>
              <a:t>: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dirty="0" err="1"/>
              <a:t>year,month,day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zh-CN" altLang="en-US" dirty="0"/>
              <a:t>某一天是当年的第几天，几</a:t>
            </a:r>
            <a:r>
              <a:rPr lang="en-US" altLang="zh-CN" dirty="0"/>
              <a:t>-</a:t>
            </a:r>
            <a:r>
              <a:rPr lang="zh-CN" altLang="en-US" dirty="0"/>
              <a:t>未知</a:t>
            </a:r>
            <a:r>
              <a:rPr lang="en-US" altLang="zh-CN" dirty="0"/>
              <a:t>,</a:t>
            </a:r>
            <a:r>
              <a:rPr lang="zh-CN" altLang="en-US" dirty="0"/>
              <a:t>整数</a:t>
            </a:r>
            <a:r>
              <a:rPr lang="en-US" altLang="zh-CN" dirty="0"/>
              <a:t>: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whichday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某一天的年份与２０１１年之间有多少个闰年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未知，整数：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num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某一年是否闰年，计算式比较复杂，用一个变量存储：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runnian</a:t>
            </a:r>
            <a:r>
              <a:rPr lang="en-US" altLang="zh-CN" dirty="0">
                <a:latin typeface="+mn-ea"/>
              </a:rPr>
              <a:t>;(1/0)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其他为中间变量，例如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num+whichday</a:t>
            </a:r>
            <a:r>
              <a:rPr lang="en-US" altLang="zh-CN" dirty="0">
                <a:latin typeface="+mn-ea"/>
              </a:rPr>
              <a:t>)%5</a:t>
            </a:r>
            <a:r>
              <a:rPr lang="zh-CN" altLang="en-US" dirty="0">
                <a:latin typeface="+mn-ea"/>
              </a:rPr>
              <a:t>可以用一个整型变量存储；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yushu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）已知量获得值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 err="1">
                <a:latin typeface="+mn-ea"/>
              </a:rPr>
              <a:t>cin</a:t>
            </a:r>
            <a:r>
              <a:rPr lang="en-US" altLang="zh-CN" dirty="0">
                <a:latin typeface="+mn-ea"/>
              </a:rPr>
              <a:t>&gt;&gt;year&gt;&gt;month&gt;&gt;day;</a:t>
            </a:r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630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69083" y="369186"/>
            <a:ext cx="11622964" cy="584775"/>
            <a:chOff x="569083" y="369186"/>
            <a:chExt cx="11622964" cy="584775"/>
          </a:xfrm>
        </p:grpSpPr>
        <p:sp>
          <p:nvSpPr>
            <p:cNvPr id="4" name="文本框 3"/>
            <p:cNvSpPr txBox="1"/>
            <p:nvPr/>
          </p:nvSpPr>
          <p:spPr>
            <a:xfrm>
              <a:off x="569083" y="430741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01499" y="369186"/>
              <a:ext cx="34676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综合应用程序举例</a:t>
              </a:r>
            </a:p>
          </p:txBody>
        </p:sp>
        <p:cxnSp>
          <p:nvCxnSpPr>
            <p:cNvPr id="6" name="直接连接符 5"/>
            <p:cNvCxnSpPr>
              <a:cxnSpLocks/>
              <a:endCxn id="5" idx="3"/>
            </p:cNvCxnSpPr>
            <p:nvPr/>
          </p:nvCxnSpPr>
          <p:spPr>
            <a:xfrm flipH="1" flipV="1">
              <a:off x="4769115" y="661574"/>
              <a:ext cx="7422932" cy="2738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rgbClr val="9D6BAB">
                      <a:alpha val="0"/>
                    </a:srgbClr>
                  </a:gs>
                  <a:gs pos="100000">
                    <a:srgbClr val="9D6BAB"/>
                  </a:gs>
                </a:gsLst>
                <a:lin ang="0" scaled="1"/>
                <a:tileRect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内容占位符 2"/>
          <p:cNvSpPr txBox="1">
            <a:spLocks/>
          </p:cNvSpPr>
          <p:nvPr/>
        </p:nvSpPr>
        <p:spPr>
          <a:xfrm>
            <a:off x="457200" y="1063524"/>
            <a:ext cx="11734800" cy="5794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）数据处理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①</a:t>
            </a:r>
            <a:r>
              <a:rPr lang="zh-CN" altLang="en-US" dirty="0"/>
              <a:t>计算</a:t>
            </a:r>
            <a:r>
              <a:rPr lang="en-US" altLang="zh-CN" dirty="0" err="1"/>
              <a:t>whichday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已知： </a:t>
            </a:r>
            <a:r>
              <a:rPr lang="en-US" altLang="zh-CN" dirty="0" err="1"/>
              <a:t>year,month,day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12</a:t>
            </a:r>
            <a:r>
              <a:rPr lang="zh-CN" altLang="en-US" dirty="0"/>
              <a:t>个月：</a:t>
            </a:r>
            <a:r>
              <a:rPr lang="en-US" altLang="zh-CN" dirty="0"/>
              <a:t>31,28,31,30,31,30,31,31,30,31,30,31</a:t>
            </a:r>
          </a:p>
          <a:p>
            <a:pPr marL="0" indent="0">
              <a:buNone/>
            </a:pPr>
            <a:r>
              <a:rPr lang="en-US" altLang="zh-CN" dirty="0"/>
              <a:t>                </a:t>
            </a:r>
            <a:r>
              <a:rPr lang="zh-CN" altLang="en-US" dirty="0"/>
              <a:t>闰年，</a:t>
            </a:r>
            <a:r>
              <a:rPr lang="en-US" altLang="zh-CN" dirty="0"/>
              <a:t>month&gt;2,whichday=whichday+1</a:t>
            </a:r>
          </a:p>
          <a:p>
            <a:pPr marL="0" indent="0">
              <a:buNone/>
            </a:pPr>
            <a:r>
              <a:rPr lang="en-US" altLang="zh-CN" dirty="0"/>
              <a:t>                </a:t>
            </a:r>
            <a:r>
              <a:rPr lang="zh-CN" altLang="en-US" dirty="0"/>
              <a:t>闰年判断规则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if(year%4==0&amp;&amp;year%100!=0||year%400==0)</a:t>
            </a:r>
          </a:p>
          <a:p>
            <a:pPr marL="0" indent="0">
              <a:buNone/>
            </a:pPr>
            <a:r>
              <a:rPr lang="en-US" altLang="zh-CN" dirty="0"/>
              <a:t>                            </a:t>
            </a:r>
            <a:r>
              <a:rPr lang="en-US" altLang="zh-CN" dirty="0" err="1"/>
              <a:t>runnian</a:t>
            </a:r>
            <a:r>
              <a:rPr lang="en-US" altLang="zh-CN" dirty="0"/>
              <a:t>=1;</a:t>
            </a:r>
          </a:p>
          <a:p>
            <a:pPr marL="0" indent="0">
              <a:buNone/>
            </a:pPr>
            <a:r>
              <a:rPr lang="zh-CN" altLang="en-US" dirty="0"/>
              <a:t>如何计算</a:t>
            </a:r>
            <a:r>
              <a:rPr lang="en-US" altLang="zh-CN" dirty="0" err="1"/>
              <a:t>whichday</a:t>
            </a:r>
            <a:r>
              <a:rPr lang="en-US" altLang="zh-CN" dirty="0"/>
              <a:t>? </a:t>
            </a:r>
          </a:p>
          <a:p>
            <a:pPr marL="0" indent="0">
              <a:buNone/>
            </a:pPr>
            <a:r>
              <a:rPr lang="en-US" altLang="zh-CN" dirty="0" err="1"/>
              <a:t>whichday</a:t>
            </a:r>
            <a:r>
              <a:rPr lang="en-US" altLang="zh-CN" dirty="0"/>
              <a:t>=day;</a:t>
            </a:r>
          </a:p>
          <a:p>
            <a:pPr marL="0" indent="0">
              <a:buNone/>
            </a:pPr>
            <a:r>
              <a:rPr lang="zh-CN" altLang="en-US" dirty="0"/>
              <a:t>利用没有</a:t>
            </a:r>
            <a:r>
              <a:rPr lang="en-US" altLang="zh-CN" dirty="0"/>
              <a:t>break</a:t>
            </a:r>
            <a:r>
              <a:rPr lang="zh-CN" altLang="en-US" dirty="0"/>
              <a:t>的</a:t>
            </a:r>
            <a:r>
              <a:rPr lang="en-US" altLang="zh-CN" dirty="0"/>
              <a:t>switch</a:t>
            </a:r>
            <a:r>
              <a:rPr lang="zh-CN" altLang="en-US" dirty="0"/>
              <a:t>语句层层叠加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</a:t>
            </a:r>
          </a:p>
          <a:p>
            <a:pPr marL="0" indent="0">
              <a:buNone/>
            </a:pPr>
            <a:r>
              <a:rPr lang="en-US" altLang="zh-CN" dirty="0"/>
              <a:t>     </a:t>
            </a:r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890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69083" y="369186"/>
            <a:ext cx="11622964" cy="584775"/>
            <a:chOff x="569083" y="369186"/>
            <a:chExt cx="11622964" cy="584775"/>
          </a:xfrm>
        </p:grpSpPr>
        <p:sp>
          <p:nvSpPr>
            <p:cNvPr id="4" name="文本框 3"/>
            <p:cNvSpPr txBox="1"/>
            <p:nvPr/>
          </p:nvSpPr>
          <p:spPr>
            <a:xfrm>
              <a:off x="569083" y="430741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01499" y="369186"/>
              <a:ext cx="34676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综合应用程序举例</a:t>
              </a:r>
            </a:p>
          </p:txBody>
        </p:sp>
        <p:cxnSp>
          <p:nvCxnSpPr>
            <p:cNvPr id="6" name="直接连接符 5"/>
            <p:cNvCxnSpPr>
              <a:cxnSpLocks/>
              <a:endCxn id="5" idx="3"/>
            </p:cNvCxnSpPr>
            <p:nvPr/>
          </p:nvCxnSpPr>
          <p:spPr>
            <a:xfrm flipH="1" flipV="1">
              <a:off x="4769115" y="661574"/>
              <a:ext cx="7422932" cy="2738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rgbClr val="9D6BAB">
                      <a:alpha val="0"/>
                    </a:srgbClr>
                  </a:gs>
                  <a:gs pos="100000">
                    <a:srgbClr val="9D6BAB"/>
                  </a:gs>
                </a:gsLst>
                <a:lin ang="0" scaled="1"/>
                <a:tileRect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26129" y="953961"/>
            <a:ext cx="12165871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//</a:t>
            </a:r>
            <a:r>
              <a:rPr lang="zh-CN" altLang="en-US" sz="2800" dirty="0"/>
              <a:t>首先用</a:t>
            </a:r>
            <a:r>
              <a:rPr lang="en-US" altLang="zh-CN" sz="2800" dirty="0" err="1"/>
              <a:t>whichday</a:t>
            </a:r>
            <a:r>
              <a:rPr lang="zh-CN" altLang="en-US" sz="2800" dirty="0"/>
              <a:t>计算输入的日期是当年的哪一天，不考虑当年是否为闰年</a:t>
            </a:r>
          </a:p>
          <a:p>
            <a:r>
              <a:rPr lang="zh-CN" altLang="en-US" sz="2800" dirty="0"/>
              <a:t>	</a:t>
            </a:r>
            <a:r>
              <a:rPr lang="en-US" altLang="zh-CN" sz="2800" dirty="0"/>
              <a:t>switch(month)</a:t>
            </a:r>
            <a:r>
              <a:rPr lang="zh-CN" altLang="en-US" sz="2800" dirty="0"/>
              <a:t>｛</a:t>
            </a:r>
            <a:endParaRPr lang="en-US" altLang="zh-CN" sz="2800" dirty="0"/>
          </a:p>
          <a:p>
            <a:r>
              <a:rPr lang="en-US" altLang="zh-CN" sz="2800" dirty="0"/>
              <a:t>	case 12:whichday=whichday+30;</a:t>
            </a:r>
          </a:p>
          <a:p>
            <a:r>
              <a:rPr lang="en-US" altLang="zh-CN" sz="2800" dirty="0"/>
              <a:t>	case 11:whichday=whichday+31;</a:t>
            </a:r>
          </a:p>
          <a:p>
            <a:r>
              <a:rPr lang="en-US" altLang="zh-CN" sz="2800" dirty="0"/>
              <a:t>	case 10:whichday=whichday+30;</a:t>
            </a:r>
          </a:p>
          <a:p>
            <a:r>
              <a:rPr lang="en-US" altLang="zh-CN" sz="2800" dirty="0"/>
              <a:t>	case 9:whichday=whichday+31;</a:t>
            </a:r>
          </a:p>
          <a:p>
            <a:r>
              <a:rPr lang="en-US" altLang="zh-CN" sz="2800" dirty="0"/>
              <a:t>	case 8:whichday=whichday+31;</a:t>
            </a:r>
          </a:p>
          <a:p>
            <a:r>
              <a:rPr lang="en-US" altLang="zh-CN" sz="2800" dirty="0"/>
              <a:t>	case 7:whichday=whichday+30;</a:t>
            </a:r>
          </a:p>
          <a:p>
            <a:r>
              <a:rPr lang="en-US" altLang="zh-CN" sz="2800" dirty="0"/>
              <a:t>	case 6:whichday=whichday+31;</a:t>
            </a:r>
          </a:p>
          <a:p>
            <a:r>
              <a:rPr lang="en-US" altLang="zh-CN" sz="2800" dirty="0"/>
              <a:t>	case 5:whichday=whichday+30;</a:t>
            </a:r>
          </a:p>
          <a:p>
            <a:r>
              <a:rPr lang="en-US" altLang="zh-CN" sz="2800" dirty="0"/>
              <a:t>	case 4:whichday=whichday+31;</a:t>
            </a:r>
          </a:p>
          <a:p>
            <a:r>
              <a:rPr lang="en-US" altLang="zh-CN" sz="2800" dirty="0"/>
              <a:t>	case 3:whichday=whichday+28;</a:t>
            </a:r>
          </a:p>
          <a:p>
            <a:r>
              <a:rPr lang="en-US" altLang="zh-CN" sz="2800" dirty="0"/>
              <a:t>	case 2:whichday=whichday+31;		</a:t>
            </a:r>
          </a:p>
          <a:p>
            <a:r>
              <a:rPr lang="en-US" altLang="zh-CN" sz="2800" dirty="0"/>
              <a:t>	}</a:t>
            </a:r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7592520" y="3754728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432664"/>
                </a:solidFill>
                <a:latin typeface="楷体" pitchFamily="49" charset="-122"/>
                <a:ea typeface="楷体" pitchFamily="49" charset="-122"/>
              </a:rPr>
              <a:t>然后考虑闰年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0939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69083" y="369186"/>
            <a:ext cx="11622964" cy="584775"/>
            <a:chOff x="569083" y="369186"/>
            <a:chExt cx="11622964" cy="584775"/>
          </a:xfrm>
        </p:grpSpPr>
        <p:sp>
          <p:nvSpPr>
            <p:cNvPr id="4" name="文本框 3"/>
            <p:cNvSpPr txBox="1"/>
            <p:nvPr/>
          </p:nvSpPr>
          <p:spPr>
            <a:xfrm>
              <a:off x="569083" y="430741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01499" y="369186"/>
              <a:ext cx="34676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综合应用程序举例</a:t>
              </a:r>
            </a:p>
          </p:txBody>
        </p:sp>
        <p:cxnSp>
          <p:nvCxnSpPr>
            <p:cNvPr id="6" name="直接连接符 5"/>
            <p:cNvCxnSpPr>
              <a:cxnSpLocks/>
              <a:endCxn id="5" idx="3"/>
            </p:cNvCxnSpPr>
            <p:nvPr/>
          </p:nvCxnSpPr>
          <p:spPr>
            <a:xfrm flipH="1" flipV="1">
              <a:off x="4769115" y="661574"/>
              <a:ext cx="7422932" cy="2738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rgbClr val="9D6BAB">
                      <a:alpha val="0"/>
                    </a:srgbClr>
                  </a:gs>
                  <a:gs pos="100000">
                    <a:srgbClr val="9D6BAB"/>
                  </a:gs>
                </a:gsLst>
                <a:lin ang="0" scaled="1"/>
                <a:tileRect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29433" y="1063525"/>
            <a:ext cx="1115291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3</a:t>
            </a:r>
            <a:r>
              <a:rPr lang="zh-CN" altLang="en-US" sz="2800" dirty="0"/>
              <a:t>）数据处理</a:t>
            </a:r>
            <a:endParaRPr lang="en-US" altLang="zh-CN" sz="2800" dirty="0"/>
          </a:p>
          <a:p>
            <a:r>
              <a:rPr lang="en-US" altLang="zh-CN" sz="2800" dirty="0"/>
              <a:t>②</a:t>
            </a:r>
            <a:r>
              <a:rPr lang="zh-CN" altLang="en-US" sz="2800" dirty="0"/>
              <a:t>计算从起始日期到终止日期中间有多少个闰年（不包括当年）</a:t>
            </a:r>
            <a:endParaRPr lang="en-US" altLang="zh-CN" sz="2800" dirty="0"/>
          </a:p>
          <a:p>
            <a:r>
              <a:rPr lang="en-US" altLang="zh-CN" sz="2800" dirty="0"/>
              <a:t>        </a:t>
            </a:r>
            <a:r>
              <a:rPr lang="zh-CN" altLang="en-US" sz="2800" dirty="0"/>
              <a:t>寻找起始日期附近的一个闰年</a:t>
            </a:r>
            <a:r>
              <a:rPr lang="en-US" altLang="zh-CN" sz="2800" dirty="0"/>
              <a:t>,2008/2012</a:t>
            </a:r>
            <a:endParaRPr lang="zh-CN" altLang="en-US" sz="2800" dirty="0"/>
          </a:p>
          <a:p>
            <a:r>
              <a:rPr lang="zh-CN" altLang="en-US" sz="2800" dirty="0"/>
              <a:t>	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=(year-1-2008)/4;</a:t>
            </a:r>
          </a:p>
          <a:p>
            <a:r>
              <a:rPr lang="en-US" altLang="zh-CN" sz="2800" dirty="0"/>
              <a:t>         </a:t>
            </a:r>
            <a:r>
              <a:rPr lang="en-US" altLang="zh-CN" sz="2800" dirty="0" err="1"/>
              <a:t>whichday</a:t>
            </a:r>
            <a:r>
              <a:rPr lang="en-US" altLang="zh-CN" sz="2800" dirty="0"/>
              <a:t>=</a:t>
            </a:r>
            <a:r>
              <a:rPr lang="en-US" altLang="zh-CN" sz="2800" dirty="0" err="1"/>
              <a:t>whichday+num</a:t>
            </a:r>
            <a:r>
              <a:rPr lang="en-US" altLang="zh-CN" sz="2800" dirty="0"/>
              <a:t>;</a:t>
            </a:r>
          </a:p>
          <a:p>
            <a:r>
              <a:rPr lang="zh-CN" altLang="en-US" sz="2800" dirty="0"/>
              <a:t>③求余：</a:t>
            </a:r>
            <a:r>
              <a:rPr lang="en-US" altLang="zh-CN" sz="2800" dirty="0" err="1"/>
              <a:t>yushu</a:t>
            </a:r>
            <a:r>
              <a:rPr lang="en-US" altLang="zh-CN" sz="2800" dirty="0"/>
              <a:t>=whichday%5</a:t>
            </a:r>
          </a:p>
          <a:p>
            <a:r>
              <a:rPr lang="en-US" altLang="zh-CN" sz="2800" dirty="0"/>
              <a:t>4</a:t>
            </a:r>
            <a:r>
              <a:rPr lang="zh-CN" altLang="en-US" sz="2800" dirty="0"/>
              <a:t>）输出结果</a:t>
            </a:r>
            <a:endParaRPr lang="en-US" altLang="zh-CN" sz="2800" dirty="0"/>
          </a:p>
          <a:p>
            <a:r>
              <a:rPr lang="en-US" altLang="zh-CN" sz="2800" dirty="0"/>
              <a:t>   </a:t>
            </a:r>
            <a:r>
              <a:rPr lang="en-US" altLang="zh-CN" sz="2800" dirty="0" err="1"/>
              <a:t>yushu</a:t>
            </a:r>
            <a:r>
              <a:rPr lang="en-US" altLang="zh-CN" sz="2800" dirty="0"/>
              <a:t>=(1,2,3):</a:t>
            </a:r>
            <a:r>
              <a:rPr lang="zh-CN" altLang="en-US" sz="2800" dirty="0"/>
              <a:t>打渔；</a:t>
            </a:r>
            <a:r>
              <a:rPr lang="en-US" altLang="zh-CN" sz="2800" dirty="0" err="1"/>
              <a:t>yushu</a:t>
            </a:r>
            <a:r>
              <a:rPr lang="en-US" altLang="zh-CN" sz="2800" dirty="0"/>
              <a:t>=(4,0):</a:t>
            </a:r>
            <a:r>
              <a:rPr lang="zh-CN" altLang="en-US" sz="2800" dirty="0"/>
              <a:t>晒网</a:t>
            </a:r>
          </a:p>
        </p:txBody>
      </p:sp>
      <p:sp>
        <p:nvSpPr>
          <p:cNvPr id="9" name="动作按钮: 自定义 8">
            <a:hlinkClick r:id="rId3" action="ppaction://program" highlightClick="1"/>
          </p:cNvPr>
          <p:cNvSpPr/>
          <p:nvPr/>
        </p:nvSpPr>
        <p:spPr>
          <a:xfrm>
            <a:off x="1291771" y="4746170"/>
            <a:ext cx="2394858" cy="943429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3_7</a:t>
            </a:r>
            <a:r>
              <a:rPr lang="zh-CN" altLang="en-US" sz="2800" dirty="0"/>
              <a:t>源代码</a:t>
            </a:r>
          </a:p>
        </p:txBody>
      </p:sp>
    </p:spTree>
    <p:extLst>
      <p:ext uri="{BB962C8B-B14F-4D97-AF65-F5344CB8AC3E}">
        <p14:creationId xmlns:p14="http://schemas.microsoft.com/office/powerpoint/2010/main" val="26480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>
            <a:off x="2827880" y="2679706"/>
            <a:ext cx="6518441" cy="956511"/>
          </a:xfrm>
          <a:prstGeom prst="parallelogram">
            <a:avLst>
              <a:gd name="adj" fmla="val 3055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numCol="1" rtlCol="0" anchor="ctr">
            <a:prstTxWarp prst="textPlain">
              <a:avLst/>
            </a:prstTxWarp>
          </a:bodyPr>
          <a:lstStyle/>
          <a:p>
            <a:pPr algn="ctr"/>
            <a:r>
              <a:rPr lang="en-US" altLang="zh-CN" sz="6400" b="1" dirty="0">
                <a:solidFill>
                  <a:srgbClr val="FFFF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THANKYOU</a:t>
            </a:r>
            <a:endParaRPr lang="zh-CN" altLang="en-US" sz="6400" b="1" dirty="0">
              <a:solidFill>
                <a:srgbClr val="FFFF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" name="平行四边形 3"/>
          <p:cNvSpPr/>
          <p:nvPr/>
        </p:nvSpPr>
        <p:spPr>
          <a:xfrm>
            <a:off x="3654484" y="3689356"/>
            <a:ext cx="8537520" cy="336549"/>
          </a:xfrm>
          <a:prstGeom prst="parallelogram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33" spc="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2026</a:t>
            </a:r>
            <a:r>
              <a:rPr lang="zh-CN" altLang="en-US" sz="2133" spc="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年</a:t>
            </a:r>
            <a:r>
              <a:rPr lang="en-US" altLang="zh-CN" sz="2133" spc="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3</a:t>
            </a:r>
            <a:r>
              <a:rPr lang="zh-CN" altLang="en-US" sz="2133" spc="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月</a:t>
            </a:r>
            <a:r>
              <a:rPr lang="en-US" altLang="zh-CN" sz="2133" spc="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23</a:t>
            </a:r>
            <a:r>
              <a:rPr lang="zh-CN" altLang="en-US" sz="2133" spc="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42363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6630</TotalTime>
  <Words>2229</Words>
  <Application>Microsoft Office PowerPoint</Application>
  <PresentationFormat>宽屏</PresentationFormat>
  <Paragraphs>392</Paragraphs>
  <Slides>30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47" baseType="lpstr">
      <vt:lpstr>Agency FB</vt:lpstr>
      <vt:lpstr>Wingdings</vt:lpstr>
      <vt:lpstr>隶书</vt:lpstr>
      <vt:lpstr>幼圆</vt:lpstr>
      <vt:lpstr>Calibri</vt:lpstr>
      <vt:lpstr>碳纤维大黑简体</vt:lpstr>
      <vt:lpstr>Arial</vt:lpstr>
      <vt:lpstr>楷体</vt:lpstr>
      <vt:lpstr>方正兰亭特黑_GBK</vt:lpstr>
      <vt:lpstr>Bell MT</vt:lpstr>
      <vt:lpstr>黑体</vt:lpstr>
      <vt:lpstr>宋体</vt:lpstr>
      <vt:lpstr>微软雅黑</vt:lpstr>
      <vt:lpstr>华文楷体</vt:lpstr>
      <vt:lpstr>Office 主题​​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黄庆凤</dc:creator>
  <cp:lastModifiedBy>huang</cp:lastModifiedBy>
  <cp:revision>289</cp:revision>
  <dcterms:created xsi:type="dcterms:W3CDTF">2015-01-19T04:21:24Z</dcterms:created>
  <dcterms:modified xsi:type="dcterms:W3CDTF">2026-10-12T00:41:15Z</dcterms:modified>
</cp:coreProperties>
</file>