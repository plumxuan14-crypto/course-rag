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72" r:id="rId2"/>
    <p:sldMasterId id="2147483660" r:id="rId3"/>
  </p:sldMasterIdLst>
  <p:notesMasterIdLst>
    <p:notesMasterId r:id="rId49"/>
  </p:notesMasterIdLst>
  <p:sldIdLst>
    <p:sldId id="343" r:id="rId4"/>
    <p:sldId id="320" r:id="rId5"/>
    <p:sldId id="282" r:id="rId6"/>
    <p:sldId id="392" r:id="rId7"/>
    <p:sldId id="393" r:id="rId8"/>
    <p:sldId id="394" r:id="rId9"/>
    <p:sldId id="395" r:id="rId10"/>
    <p:sldId id="353" r:id="rId11"/>
    <p:sldId id="354" r:id="rId12"/>
    <p:sldId id="355" r:id="rId13"/>
    <p:sldId id="328" r:id="rId14"/>
    <p:sldId id="358" r:id="rId15"/>
    <p:sldId id="359" r:id="rId16"/>
    <p:sldId id="356" r:id="rId17"/>
    <p:sldId id="357" r:id="rId18"/>
    <p:sldId id="339" r:id="rId19"/>
    <p:sldId id="360" r:id="rId20"/>
    <p:sldId id="361" r:id="rId21"/>
    <p:sldId id="340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91" r:id="rId32"/>
    <p:sldId id="397" r:id="rId33"/>
    <p:sldId id="376" r:id="rId34"/>
    <p:sldId id="378" r:id="rId35"/>
    <p:sldId id="379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81" r:id="rId44"/>
    <p:sldId id="382" r:id="rId45"/>
    <p:sldId id="383" r:id="rId46"/>
    <p:sldId id="396" r:id="rId47"/>
    <p:sldId id="287" r:id="rId48"/>
  </p:sldIdLst>
  <p:sldSz cx="9144000" cy="5143500" type="screen16x9"/>
  <p:notesSz cx="6858000" cy="9144000"/>
  <p:embeddedFontLst>
    <p:embeddedFont>
      <p:font typeface="方正兰亭特黑_GBK" panose="02010600030101010101" charset="-122"/>
      <p:regular r:id="rId50"/>
    </p:embeddedFont>
    <p:embeddedFont>
      <p:font typeface="方正胖娃简体" panose="02010600030101010101" charset="-122"/>
      <p:regular r:id="rId51"/>
    </p:embeddedFont>
    <p:embeddedFont>
      <p:font typeface="Agency FB" panose="020B0503020202020204" pitchFamily="34" charset="0"/>
      <p:regular r:id="rId52"/>
      <p:bold r:id="rId53"/>
    </p:embeddedFont>
    <p:embeddedFont>
      <p:font typeface="Bell MT" panose="02020503060305020303" pitchFamily="18" charset="0"/>
      <p:regular r:id="rId54"/>
      <p:bold r:id="rId55"/>
      <p:italic r:id="rId56"/>
    </p:embeddedFon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Cambria Math" panose="02040503050406030204" pitchFamily="18" charset="0"/>
      <p:regular r:id="rId61"/>
    </p:embeddedFont>
    <p:embeddedFont>
      <p:font typeface="Verdana" panose="020B0604030504040204" pitchFamily="34" charset="0"/>
      <p:regular r:id="rId62"/>
      <p:bold r:id="rId63"/>
      <p:italic r:id="rId64"/>
      <p:boldItalic r:id="rId65"/>
    </p:embeddedFont>
    <p:embeddedFont>
      <p:font typeface="楷体" panose="02010609060101010101" pitchFamily="49" charset="-122"/>
      <p:regular r:id="rId66"/>
    </p:embeddedFont>
    <p:embeddedFont>
      <p:font typeface="微软雅黑" panose="020B0503020204020204" pitchFamily="34" charset="-122"/>
      <p:regular r:id="rId67"/>
      <p:bold r:id="rId68"/>
    </p:embeddedFont>
    <p:embeddedFont>
      <p:font typeface="幼圆" panose="02010509060101010101" pitchFamily="49" charset="-122"/>
      <p:regular r:id="rId6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807"/>
    <a:srgbClr val="FFFFFF"/>
    <a:srgbClr val="996633"/>
    <a:srgbClr val="993300"/>
    <a:srgbClr val="FFCCCC"/>
    <a:srgbClr val="FFFF66"/>
    <a:srgbClr val="C98A0D"/>
    <a:srgbClr val="BC810C"/>
    <a:srgbClr val="990000"/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07" autoAdjust="0"/>
    <p:restoredTop sz="94660"/>
  </p:normalViewPr>
  <p:slideViewPr>
    <p:cSldViewPr snapToObjects="1">
      <p:cViewPr varScale="1">
        <p:scale>
          <a:sx n="100" d="100"/>
          <a:sy n="100" d="100"/>
        </p:scale>
        <p:origin x="509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5" Type="http://schemas.openxmlformats.org/officeDocument/2006/relationships/slide" Target="slides/slide2.xml"/><Relationship Id="rId61" Type="http://schemas.openxmlformats.org/officeDocument/2006/relationships/font" Target="fonts/font12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5.xml"/><Relationship Id="rId51" Type="http://schemas.openxmlformats.org/officeDocument/2006/relationships/font" Target="fonts/font2.fntdata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D156E1-CCBD-43C2-9D7B-F24DE39C5B4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70EF201-5409-4313-AB96-01A8A21B4F52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程序设计</a:t>
          </a:r>
          <a:endParaRPr lang="en-US" dirty="0"/>
        </a:p>
      </dgm:t>
    </dgm:pt>
    <dgm:pt modelId="{66D6D195-318B-46EC-BF10-1166CFCA33EA}" type="parTrans" cxnId="{7245496A-56D3-4E6B-A6BF-EF2FFB5BB157}">
      <dgm:prSet/>
      <dgm:spPr/>
      <dgm:t>
        <a:bodyPr/>
        <a:lstStyle/>
        <a:p>
          <a:endParaRPr lang="zh-CN" altLang="en-US"/>
        </a:p>
      </dgm:t>
    </dgm:pt>
    <dgm:pt modelId="{1DFFA66E-86BE-46AB-8C8D-4F7F12531718}" type="sibTrans" cxnId="{7245496A-56D3-4E6B-A6BF-EF2FFB5BB157}">
      <dgm:prSet/>
      <dgm:spPr/>
      <dgm:t>
        <a:bodyPr/>
        <a:lstStyle/>
        <a:p>
          <a:endParaRPr lang="zh-CN" altLang="en-US"/>
        </a:p>
      </dgm:t>
    </dgm:pt>
    <dgm:pt modelId="{21791937-98F8-400F-8624-DDCFE57398CA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程序设计语言的分类</a:t>
          </a:r>
        </a:p>
      </dgm:t>
    </dgm:pt>
    <dgm:pt modelId="{8D421727-7D57-41EE-A76B-02332BF84A3F}" type="parTrans" cxnId="{1616D9D8-523F-4182-AA11-28BE7CBF587D}">
      <dgm:prSet/>
      <dgm:spPr/>
      <dgm:t>
        <a:bodyPr/>
        <a:lstStyle/>
        <a:p>
          <a:endParaRPr lang="zh-CN" altLang="en-US"/>
        </a:p>
      </dgm:t>
    </dgm:pt>
    <dgm:pt modelId="{D46F1A9D-CF34-428C-A4B5-0A0CA1CBC47A}" type="sibTrans" cxnId="{1616D9D8-523F-4182-AA11-28BE7CBF587D}">
      <dgm:prSet/>
      <dgm:spPr/>
      <dgm:t>
        <a:bodyPr/>
        <a:lstStyle/>
        <a:p>
          <a:endParaRPr lang="zh-CN" altLang="en-US"/>
        </a:p>
      </dgm:t>
    </dgm:pt>
    <dgm:pt modelId="{900EFDFC-2E74-4629-8183-EDDFA4EB28AC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机器语言</a:t>
          </a:r>
        </a:p>
      </dgm:t>
    </dgm:pt>
    <dgm:pt modelId="{1E433D90-2577-4A51-9C24-FE210831A47D}" type="parTrans" cxnId="{1E81E162-FA3E-40F2-8169-F7B7A7275FE6}">
      <dgm:prSet/>
      <dgm:spPr>
        <a:ln>
          <a:solidFill>
            <a:srgbClr val="3268B5"/>
          </a:solidFill>
        </a:ln>
      </dgm:spPr>
      <dgm:t>
        <a:bodyPr/>
        <a:lstStyle/>
        <a:p>
          <a:endParaRPr lang="zh-CN" altLang="en-US"/>
        </a:p>
      </dgm:t>
    </dgm:pt>
    <dgm:pt modelId="{2563C14C-56C6-4C87-81B4-C892C59528BC}" type="sibTrans" cxnId="{1E81E162-FA3E-40F2-8169-F7B7A7275FE6}">
      <dgm:prSet/>
      <dgm:spPr/>
      <dgm:t>
        <a:bodyPr/>
        <a:lstStyle/>
        <a:p>
          <a:endParaRPr lang="zh-CN" altLang="en-US"/>
        </a:p>
      </dgm:t>
    </dgm:pt>
    <dgm:pt modelId="{0F65C654-E36F-448E-8F92-87A18FBF1CA6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汇编语言</a:t>
          </a:r>
        </a:p>
      </dgm:t>
    </dgm:pt>
    <dgm:pt modelId="{CA5F6950-2698-4F09-85E7-C5604B661F7D}" type="parTrans" cxnId="{0F46EF1C-A578-417A-A7B4-0C3693A0952A}">
      <dgm:prSet/>
      <dgm:spPr/>
      <dgm:t>
        <a:bodyPr/>
        <a:lstStyle/>
        <a:p>
          <a:endParaRPr lang="zh-CN" altLang="en-US"/>
        </a:p>
      </dgm:t>
    </dgm:pt>
    <dgm:pt modelId="{39894642-E8F9-4BB5-A699-3D31DBAA6EA5}" type="sibTrans" cxnId="{0F46EF1C-A578-417A-A7B4-0C3693A0952A}">
      <dgm:prSet/>
      <dgm:spPr/>
      <dgm:t>
        <a:bodyPr/>
        <a:lstStyle/>
        <a:p>
          <a:endParaRPr lang="zh-CN" altLang="en-US"/>
        </a:p>
      </dgm:t>
    </dgm:pt>
    <dgm:pt modelId="{5114FBA0-0D75-497E-9B9C-972CE625C3F7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高级语言</a:t>
          </a:r>
        </a:p>
      </dgm:t>
    </dgm:pt>
    <dgm:pt modelId="{59C89C57-6882-401A-8385-C20E8B1E498C}" type="parTrans" cxnId="{CBB290AB-D6B6-43B0-A3B9-A096F3DD7954}">
      <dgm:prSet/>
      <dgm:spPr>
        <a:ln>
          <a:solidFill>
            <a:srgbClr val="3268B5"/>
          </a:solidFill>
        </a:ln>
      </dgm:spPr>
      <dgm:t>
        <a:bodyPr/>
        <a:lstStyle/>
        <a:p>
          <a:endParaRPr lang="zh-CN" altLang="en-US"/>
        </a:p>
      </dgm:t>
    </dgm:pt>
    <dgm:pt modelId="{B9299D52-2B50-4EC9-ABA4-6DBD7565E426}" type="sibTrans" cxnId="{CBB290AB-D6B6-43B0-A3B9-A096F3DD7954}">
      <dgm:prSet/>
      <dgm:spPr/>
      <dgm:t>
        <a:bodyPr/>
        <a:lstStyle/>
        <a:p>
          <a:endParaRPr lang="zh-CN" altLang="en-US"/>
        </a:p>
      </dgm:t>
    </dgm:pt>
    <dgm:pt modelId="{AC60B9F7-AB8C-4047-9949-72C6E39423C0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程序设计语言</a:t>
          </a:r>
          <a:endParaRPr lang="en-US" dirty="0"/>
        </a:p>
      </dgm:t>
    </dgm:pt>
    <dgm:pt modelId="{6D70F3C1-BFB0-4C5D-A7C6-1F828DBCB379}" type="sibTrans" cxnId="{56AA26B2-D5AE-45C6-BC5B-05CFA4A35022}">
      <dgm:prSet/>
      <dgm:spPr/>
      <dgm:t>
        <a:bodyPr/>
        <a:lstStyle/>
        <a:p>
          <a:endParaRPr lang="zh-CN" altLang="en-US"/>
        </a:p>
      </dgm:t>
    </dgm:pt>
    <dgm:pt modelId="{1CB809A9-104E-46F4-B679-27C8761C5FC4}" type="parTrans" cxnId="{56AA26B2-D5AE-45C6-BC5B-05CFA4A35022}">
      <dgm:prSet/>
      <dgm:spPr/>
      <dgm:t>
        <a:bodyPr/>
        <a:lstStyle/>
        <a:p>
          <a:endParaRPr lang="zh-CN" altLang="en-US"/>
        </a:p>
      </dgm:t>
    </dgm:pt>
    <dgm:pt modelId="{DAC64446-57A4-48DF-8801-0BE9544A88F4}" type="pres">
      <dgm:prSet presAssocID="{1AD156E1-CCBD-43C2-9D7B-F24DE39C5B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7BEB13-5628-48C1-B222-A2841D9B2405}" type="pres">
      <dgm:prSet presAssocID="{970EF201-5409-4313-AB96-01A8A21B4F52}" presName="hierRoot1" presStyleCnt="0"/>
      <dgm:spPr/>
    </dgm:pt>
    <dgm:pt modelId="{77E1D6AC-22AF-464A-8AC7-0E1FE37C594D}" type="pres">
      <dgm:prSet presAssocID="{970EF201-5409-4313-AB96-01A8A21B4F52}" presName="composite" presStyleCnt="0"/>
      <dgm:spPr/>
    </dgm:pt>
    <dgm:pt modelId="{AEB49EB7-36B3-4DBB-A522-9C9A0562CA6C}" type="pres">
      <dgm:prSet presAssocID="{970EF201-5409-4313-AB96-01A8A21B4F52}" presName="background" presStyleLbl="node0" presStyleIdx="0" presStyleCnt="3"/>
      <dgm:spPr>
        <a:solidFill>
          <a:srgbClr val="3268B5"/>
        </a:solidFill>
      </dgm:spPr>
    </dgm:pt>
    <dgm:pt modelId="{62121DDF-D457-4837-BCD8-0713F787F0D9}" type="pres">
      <dgm:prSet presAssocID="{970EF201-5409-4313-AB96-01A8A21B4F52}" presName="text" presStyleLbl="fgAcc0" presStyleIdx="0" presStyleCnt="3">
        <dgm:presLayoutVars>
          <dgm:chPref val="3"/>
        </dgm:presLayoutVars>
      </dgm:prSet>
      <dgm:spPr/>
    </dgm:pt>
    <dgm:pt modelId="{33F89EB3-6A6B-475A-8DF6-4EB140CD6333}" type="pres">
      <dgm:prSet presAssocID="{970EF201-5409-4313-AB96-01A8A21B4F52}" presName="hierChild2" presStyleCnt="0"/>
      <dgm:spPr/>
    </dgm:pt>
    <dgm:pt modelId="{DA6120DA-AF76-4389-A731-826942DAB6EB}" type="pres">
      <dgm:prSet presAssocID="{AC60B9F7-AB8C-4047-9949-72C6E39423C0}" presName="hierRoot1" presStyleCnt="0"/>
      <dgm:spPr/>
    </dgm:pt>
    <dgm:pt modelId="{7FD8DE27-6454-478A-B0CE-B268F19FA2D9}" type="pres">
      <dgm:prSet presAssocID="{AC60B9F7-AB8C-4047-9949-72C6E39423C0}" presName="composite" presStyleCnt="0"/>
      <dgm:spPr/>
    </dgm:pt>
    <dgm:pt modelId="{46F1F982-5728-4AD6-998C-1D078FFD1A27}" type="pres">
      <dgm:prSet presAssocID="{AC60B9F7-AB8C-4047-9949-72C6E39423C0}" presName="background" presStyleLbl="node0" presStyleIdx="1" presStyleCnt="3"/>
      <dgm:spPr>
        <a:solidFill>
          <a:srgbClr val="3268B5"/>
        </a:solidFill>
      </dgm:spPr>
    </dgm:pt>
    <dgm:pt modelId="{5D70AB54-11C0-4AB3-AFA7-79EFFF8A9BD6}" type="pres">
      <dgm:prSet presAssocID="{AC60B9F7-AB8C-4047-9949-72C6E39423C0}" presName="text" presStyleLbl="fgAcc0" presStyleIdx="1" presStyleCnt="3">
        <dgm:presLayoutVars>
          <dgm:chPref val="3"/>
        </dgm:presLayoutVars>
      </dgm:prSet>
      <dgm:spPr/>
    </dgm:pt>
    <dgm:pt modelId="{8F3408FC-CB3A-4913-A9B0-EE95621571BF}" type="pres">
      <dgm:prSet presAssocID="{AC60B9F7-AB8C-4047-9949-72C6E39423C0}" presName="hierChild2" presStyleCnt="0"/>
      <dgm:spPr/>
    </dgm:pt>
    <dgm:pt modelId="{FAF55F10-ADDB-4A19-AA52-4CF84BF61EF7}" type="pres">
      <dgm:prSet presAssocID="{21791937-98F8-400F-8624-DDCFE57398CA}" presName="hierRoot1" presStyleCnt="0"/>
      <dgm:spPr/>
    </dgm:pt>
    <dgm:pt modelId="{46F55A2C-08C4-4194-BF29-740CF7F831BE}" type="pres">
      <dgm:prSet presAssocID="{21791937-98F8-400F-8624-DDCFE57398CA}" presName="composite" presStyleCnt="0"/>
      <dgm:spPr/>
    </dgm:pt>
    <dgm:pt modelId="{EBC1DE7F-A233-4D09-AA12-0146943D8821}" type="pres">
      <dgm:prSet presAssocID="{21791937-98F8-400F-8624-DDCFE57398CA}" presName="background" presStyleLbl="node0" presStyleIdx="2" presStyleCnt="3"/>
      <dgm:spPr>
        <a:solidFill>
          <a:srgbClr val="3268B5"/>
        </a:solidFill>
      </dgm:spPr>
    </dgm:pt>
    <dgm:pt modelId="{75A21C40-A9CD-4BE2-A12D-C756035EE01F}" type="pres">
      <dgm:prSet presAssocID="{21791937-98F8-400F-8624-DDCFE57398CA}" presName="text" presStyleLbl="fgAcc0" presStyleIdx="2" presStyleCnt="3">
        <dgm:presLayoutVars>
          <dgm:chPref val="3"/>
        </dgm:presLayoutVars>
      </dgm:prSet>
      <dgm:spPr/>
    </dgm:pt>
    <dgm:pt modelId="{B696CB52-D9C9-48E6-A63B-0CF996C7A454}" type="pres">
      <dgm:prSet presAssocID="{21791937-98F8-400F-8624-DDCFE57398CA}" presName="hierChild2" presStyleCnt="0"/>
      <dgm:spPr/>
    </dgm:pt>
    <dgm:pt modelId="{F9AFD06A-0DCA-4262-BF3C-E15E1FAE56A9}" type="pres">
      <dgm:prSet presAssocID="{1E433D90-2577-4A51-9C24-FE210831A47D}" presName="Name10" presStyleLbl="parChTrans1D2" presStyleIdx="0" presStyleCnt="3"/>
      <dgm:spPr/>
    </dgm:pt>
    <dgm:pt modelId="{45E8119A-6029-455F-A658-5924940AA245}" type="pres">
      <dgm:prSet presAssocID="{900EFDFC-2E74-4629-8183-EDDFA4EB28AC}" presName="hierRoot2" presStyleCnt="0"/>
      <dgm:spPr/>
    </dgm:pt>
    <dgm:pt modelId="{2B9D2EBA-B339-499B-9F6F-C081CB044208}" type="pres">
      <dgm:prSet presAssocID="{900EFDFC-2E74-4629-8183-EDDFA4EB28AC}" presName="composite2" presStyleCnt="0"/>
      <dgm:spPr/>
    </dgm:pt>
    <dgm:pt modelId="{73CF8785-B746-46DB-A1B0-478F15B4E909}" type="pres">
      <dgm:prSet presAssocID="{900EFDFC-2E74-4629-8183-EDDFA4EB28AC}" presName="background2" presStyleLbl="node2" presStyleIdx="0" presStyleCnt="3"/>
      <dgm:spPr>
        <a:solidFill>
          <a:srgbClr val="3268B5"/>
        </a:solidFill>
      </dgm:spPr>
    </dgm:pt>
    <dgm:pt modelId="{00506B95-AFF0-4153-8E9B-18BE572C33D4}" type="pres">
      <dgm:prSet presAssocID="{900EFDFC-2E74-4629-8183-EDDFA4EB28AC}" presName="text2" presStyleLbl="fgAcc2" presStyleIdx="0" presStyleCnt="3">
        <dgm:presLayoutVars>
          <dgm:chPref val="3"/>
        </dgm:presLayoutVars>
      </dgm:prSet>
      <dgm:spPr/>
    </dgm:pt>
    <dgm:pt modelId="{A8088342-02F7-4C0E-9E96-5F4A171D3807}" type="pres">
      <dgm:prSet presAssocID="{900EFDFC-2E74-4629-8183-EDDFA4EB28AC}" presName="hierChild3" presStyleCnt="0"/>
      <dgm:spPr/>
    </dgm:pt>
    <dgm:pt modelId="{06B08FFC-DD8B-41CA-B75B-C1405AED87AB}" type="pres">
      <dgm:prSet presAssocID="{CA5F6950-2698-4F09-85E7-C5604B661F7D}" presName="Name10" presStyleLbl="parChTrans1D2" presStyleIdx="1" presStyleCnt="3"/>
      <dgm:spPr/>
    </dgm:pt>
    <dgm:pt modelId="{71D8D5BE-1029-4D4F-A9A9-B93C62C36D6E}" type="pres">
      <dgm:prSet presAssocID="{0F65C654-E36F-448E-8F92-87A18FBF1CA6}" presName="hierRoot2" presStyleCnt="0"/>
      <dgm:spPr/>
    </dgm:pt>
    <dgm:pt modelId="{9F1A5F55-8EB0-4EC6-AB4B-B6DBCDB306BD}" type="pres">
      <dgm:prSet presAssocID="{0F65C654-E36F-448E-8F92-87A18FBF1CA6}" presName="composite2" presStyleCnt="0"/>
      <dgm:spPr/>
    </dgm:pt>
    <dgm:pt modelId="{82331EC0-A39C-4833-A282-91495F655DE2}" type="pres">
      <dgm:prSet presAssocID="{0F65C654-E36F-448E-8F92-87A18FBF1CA6}" presName="background2" presStyleLbl="node2" presStyleIdx="1" presStyleCnt="3"/>
      <dgm:spPr>
        <a:solidFill>
          <a:srgbClr val="3268B5"/>
        </a:solidFill>
      </dgm:spPr>
    </dgm:pt>
    <dgm:pt modelId="{C83C4B32-6AA6-4BDD-947D-9DBBA8813329}" type="pres">
      <dgm:prSet presAssocID="{0F65C654-E36F-448E-8F92-87A18FBF1CA6}" presName="text2" presStyleLbl="fgAcc2" presStyleIdx="1" presStyleCnt="3">
        <dgm:presLayoutVars>
          <dgm:chPref val="3"/>
        </dgm:presLayoutVars>
      </dgm:prSet>
      <dgm:spPr/>
    </dgm:pt>
    <dgm:pt modelId="{FD373F0F-B33E-47B7-8548-386EE46DC517}" type="pres">
      <dgm:prSet presAssocID="{0F65C654-E36F-448E-8F92-87A18FBF1CA6}" presName="hierChild3" presStyleCnt="0"/>
      <dgm:spPr/>
    </dgm:pt>
    <dgm:pt modelId="{C63086F8-806C-4B65-98F3-3B9EC5344356}" type="pres">
      <dgm:prSet presAssocID="{59C89C57-6882-401A-8385-C20E8B1E498C}" presName="Name10" presStyleLbl="parChTrans1D2" presStyleIdx="2" presStyleCnt="3"/>
      <dgm:spPr/>
    </dgm:pt>
    <dgm:pt modelId="{DBDB4A87-9706-43D1-B17E-8B1A9835FE2E}" type="pres">
      <dgm:prSet presAssocID="{5114FBA0-0D75-497E-9B9C-972CE625C3F7}" presName="hierRoot2" presStyleCnt="0"/>
      <dgm:spPr/>
    </dgm:pt>
    <dgm:pt modelId="{C8090280-02F6-4BDF-AD8C-1AD18B4649F7}" type="pres">
      <dgm:prSet presAssocID="{5114FBA0-0D75-497E-9B9C-972CE625C3F7}" presName="composite2" presStyleCnt="0"/>
      <dgm:spPr/>
    </dgm:pt>
    <dgm:pt modelId="{1FE6C8AA-9057-485F-9781-95B0C2D7D9D8}" type="pres">
      <dgm:prSet presAssocID="{5114FBA0-0D75-497E-9B9C-972CE625C3F7}" presName="background2" presStyleLbl="node2" presStyleIdx="2" presStyleCnt="3"/>
      <dgm:spPr>
        <a:solidFill>
          <a:srgbClr val="3268B5"/>
        </a:solidFill>
      </dgm:spPr>
    </dgm:pt>
    <dgm:pt modelId="{941771D6-624C-4693-A2EE-A5C377DD9BC9}" type="pres">
      <dgm:prSet presAssocID="{5114FBA0-0D75-497E-9B9C-972CE625C3F7}" presName="text2" presStyleLbl="fgAcc2" presStyleIdx="2" presStyleCnt="3">
        <dgm:presLayoutVars>
          <dgm:chPref val="3"/>
        </dgm:presLayoutVars>
      </dgm:prSet>
      <dgm:spPr/>
    </dgm:pt>
    <dgm:pt modelId="{1E264A36-D3EC-44D1-95B8-DC01ADA61B5E}" type="pres">
      <dgm:prSet presAssocID="{5114FBA0-0D75-497E-9B9C-972CE625C3F7}" presName="hierChild3" presStyleCnt="0"/>
      <dgm:spPr/>
    </dgm:pt>
  </dgm:ptLst>
  <dgm:cxnLst>
    <dgm:cxn modelId="{01313308-FD88-473A-901A-DF3E555A1109}" type="presOf" srcId="{970EF201-5409-4313-AB96-01A8A21B4F52}" destId="{62121DDF-D457-4837-BCD8-0713F787F0D9}" srcOrd="0" destOrd="0" presId="urn:microsoft.com/office/officeart/2005/8/layout/hierarchy1"/>
    <dgm:cxn modelId="{0F46EF1C-A578-417A-A7B4-0C3693A0952A}" srcId="{21791937-98F8-400F-8624-DDCFE57398CA}" destId="{0F65C654-E36F-448E-8F92-87A18FBF1CA6}" srcOrd="1" destOrd="0" parTransId="{CA5F6950-2698-4F09-85E7-C5604B661F7D}" sibTransId="{39894642-E8F9-4BB5-A699-3D31DBAA6EA5}"/>
    <dgm:cxn modelId="{6EBB1536-1E2F-44ED-82B1-EBF8632AC401}" type="presOf" srcId="{59C89C57-6882-401A-8385-C20E8B1E498C}" destId="{C63086F8-806C-4B65-98F3-3B9EC5344356}" srcOrd="0" destOrd="0" presId="urn:microsoft.com/office/officeart/2005/8/layout/hierarchy1"/>
    <dgm:cxn modelId="{5A9E735E-DAF6-45A9-8C2C-BF5DE3A210E6}" type="presOf" srcId="{900EFDFC-2E74-4629-8183-EDDFA4EB28AC}" destId="{00506B95-AFF0-4153-8E9B-18BE572C33D4}" srcOrd="0" destOrd="0" presId="urn:microsoft.com/office/officeart/2005/8/layout/hierarchy1"/>
    <dgm:cxn modelId="{1E81E162-FA3E-40F2-8169-F7B7A7275FE6}" srcId="{21791937-98F8-400F-8624-DDCFE57398CA}" destId="{900EFDFC-2E74-4629-8183-EDDFA4EB28AC}" srcOrd="0" destOrd="0" parTransId="{1E433D90-2577-4A51-9C24-FE210831A47D}" sibTransId="{2563C14C-56C6-4C87-81B4-C892C59528BC}"/>
    <dgm:cxn modelId="{4A120044-96C9-440C-90FD-57938E9825CA}" type="presOf" srcId="{1AD156E1-CCBD-43C2-9D7B-F24DE39C5B47}" destId="{DAC64446-57A4-48DF-8801-0BE9544A88F4}" srcOrd="0" destOrd="0" presId="urn:microsoft.com/office/officeart/2005/8/layout/hierarchy1"/>
    <dgm:cxn modelId="{7245496A-56D3-4E6B-A6BF-EF2FFB5BB157}" srcId="{1AD156E1-CCBD-43C2-9D7B-F24DE39C5B47}" destId="{970EF201-5409-4313-AB96-01A8A21B4F52}" srcOrd="0" destOrd="0" parTransId="{66D6D195-318B-46EC-BF10-1166CFCA33EA}" sibTransId="{1DFFA66E-86BE-46AB-8C8D-4F7F12531718}"/>
    <dgm:cxn modelId="{974D4C71-C90E-4062-8623-7BDBFF4D820E}" type="presOf" srcId="{5114FBA0-0D75-497E-9B9C-972CE625C3F7}" destId="{941771D6-624C-4693-A2EE-A5C377DD9BC9}" srcOrd="0" destOrd="0" presId="urn:microsoft.com/office/officeart/2005/8/layout/hierarchy1"/>
    <dgm:cxn modelId="{E522CD74-AEA8-4DDA-AAC8-07A102C781B8}" type="presOf" srcId="{CA5F6950-2698-4F09-85E7-C5604B661F7D}" destId="{06B08FFC-DD8B-41CA-B75B-C1405AED87AB}" srcOrd="0" destOrd="0" presId="urn:microsoft.com/office/officeart/2005/8/layout/hierarchy1"/>
    <dgm:cxn modelId="{D766A98E-6035-4EC4-BB2C-3C348FF005BB}" type="presOf" srcId="{21791937-98F8-400F-8624-DDCFE57398CA}" destId="{75A21C40-A9CD-4BE2-A12D-C756035EE01F}" srcOrd="0" destOrd="0" presId="urn:microsoft.com/office/officeart/2005/8/layout/hierarchy1"/>
    <dgm:cxn modelId="{D73B0395-A324-4753-B8C9-16B2C27DB4DB}" type="presOf" srcId="{1E433D90-2577-4A51-9C24-FE210831A47D}" destId="{F9AFD06A-0DCA-4262-BF3C-E15E1FAE56A9}" srcOrd="0" destOrd="0" presId="urn:microsoft.com/office/officeart/2005/8/layout/hierarchy1"/>
    <dgm:cxn modelId="{CBB290AB-D6B6-43B0-A3B9-A096F3DD7954}" srcId="{21791937-98F8-400F-8624-DDCFE57398CA}" destId="{5114FBA0-0D75-497E-9B9C-972CE625C3F7}" srcOrd="2" destOrd="0" parTransId="{59C89C57-6882-401A-8385-C20E8B1E498C}" sibTransId="{B9299D52-2B50-4EC9-ABA4-6DBD7565E426}"/>
    <dgm:cxn modelId="{56AA26B2-D5AE-45C6-BC5B-05CFA4A35022}" srcId="{1AD156E1-CCBD-43C2-9D7B-F24DE39C5B47}" destId="{AC60B9F7-AB8C-4047-9949-72C6E39423C0}" srcOrd="1" destOrd="0" parTransId="{1CB809A9-104E-46F4-B679-27C8761C5FC4}" sibTransId="{6D70F3C1-BFB0-4C5D-A7C6-1F828DBCB379}"/>
    <dgm:cxn modelId="{1616D9D8-523F-4182-AA11-28BE7CBF587D}" srcId="{1AD156E1-CCBD-43C2-9D7B-F24DE39C5B47}" destId="{21791937-98F8-400F-8624-DDCFE57398CA}" srcOrd="2" destOrd="0" parTransId="{8D421727-7D57-41EE-A76B-02332BF84A3F}" sibTransId="{D46F1A9D-CF34-428C-A4B5-0A0CA1CBC47A}"/>
    <dgm:cxn modelId="{AFDCAEEE-EE56-4012-BE45-1A332CB19661}" type="presOf" srcId="{AC60B9F7-AB8C-4047-9949-72C6E39423C0}" destId="{5D70AB54-11C0-4AB3-AFA7-79EFFF8A9BD6}" srcOrd="0" destOrd="0" presId="urn:microsoft.com/office/officeart/2005/8/layout/hierarchy1"/>
    <dgm:cxn modelId="{11A74CFE-BCDF-4DFF-91BA-467250F9A473}" type="presOf" srcId="{0F65C654-E36F-448E-8F92-87A18FBF1CA6}" destId="{C83C4B32-6AA6-4BDD-947D-9DBBA8813329}" srcOrd="0" destOrd="0" presId="urn:microsoft.com/office/officeart/2005/8/layout/hierarchy1"/>
    <dgm:cxn modelId="{B2C057B1-28EF-4921-AB8A-176D64E84E08}" type="presParOf" srcId="{DAC64446-57A4-48DF-8801-0BE9544A88F4}" destId="{767BEB13-5628-48C1-B222-A2841D9B2405}" srcOrd="0" destOrd="0" presId="urn:microsoft.com/office/officeart/2005/8/layout/hierarchy1"/>
    <dgm:cxn modelId="{397202C4-F086-4A9F-9124-C72D3A5EBD12}" type="presParOf" srcId="{767BEB13-5628-48C1-B222-A2841D9B2405}" destId="{77E1D6AC-22AF-464A-8AC7-0E1FE37C594D}" srcOrd="0" destOrd="0" presId="urn:microsoft.com/office/officeart/2005/8/layout/hierarchy1"/>
    <dgm:cxn modelId="{B83F0B37-4BE1-4BC8-ADF8-0D1BDF35AAB5}" type="presParOf" srcId="{77E1D6AC-22AF-464A-8AC7-0E1FE37C594D}" destId="{AEB49EB7-36B3-4DBB-A522-9C9A0562CA6C}" srcOrd="0" destOrd="0" presId="urn:microsoft.com/office/officeart/2005/8/layout/hierarchy1"/>
    <dgm:cxn modelId="{3EA64CEF-7775-4C54-B345-DF4413486159}" type="presParOf" srcId="{77E1D6AC-22AF-464A-8AC7-0E1FE37C594D}" destId="{62121DDF-D457-4837-BCD8-0713F787F0D9}" srcOrd="1" destOrd="0" presId="urn:microsoft.com/office/officeart/2005/8/layout/hierarchy1"/>
    <dgm:cxn modelId="{80532632-7308-4EEB-A45D-55C22BEE5BC1}" type="presParOf" srcId="{767BEB13-5628-48C1-B222-A2841D9B2405}" destId="{33F89EB3-6A6B-475A-8DF6-4EB140CD6333}" srcOrd="1" destOrd="0" presId="urn:microsoft.com/office/officeart/2005/8/layout/hierarchy1"/>
    <dgm:cxn modelId="{586968BE-0D6E-4B98-938D-BD6755571DB0}" type="presParOf" srcId="{DAC64446-57A4-48DF-8801-0BE9544A88F4}" destId="{DA6120DA-AF76-4389-A731-826942DAB6EB}" srcOrd="1" destOrd="0" presId="urn:microsoft.com/office/officeart/2005/8/layout/hierarchy1"/>
    <dgm:cxn modelId="{DE000931-36B6-4CE4-9C6C-E69F17694F5B}" type="presParOf" srcId="{DA6120DA-AF76-4389-A731-826942DAB6EB}" destId="{7FD8DE27-6454-478A-B0CE-B268F19FA2D9}" srcOrd="0" destOrd="0" presId="urn:microsoft.com/office/officeart/2005/8/layout/hierarchy1"/>
    <dgm:cxn modelId="{FB803F07-ACFE-4DFA-93ED-317CEDAC48C9}" type="presParOf" srcId="{7FD8DE27-6454-478A-B0CE-B268F19FA2D9}" destId="{46F1F982-5728-4AD6-998C-1D078FFD1A27}" srcOrd="0" destOrd="0" presId="urn:microsoft.com/office/officeart/2005/8/layout/hierarchy1"/>
    <dgm:cxn modelId="{8FF323C7-BEB8-4584-B586-BAE65DB102AB}" type="presParOf" srcId="{7FD8DE27-6454-478A-B0CE-B268F19FA2D9}" destId="{5D70AB54-11C0-4AB3-AFA7-79EFFF8A9BD6}" srcOrd="1" destOrd="0" presId="urn:microsoft.com/office/officeart/2005/8/layout/hierarchy1"/>
    <dgm:cxn modelId="{B44D21BB-76F6-4C20-AE3A-DC1AE384B0A1}" type="presParOf" srcId="{DA6120DA-AF76-4389-A731-826942DAB6EB}" destId="{8F3408FC-CB3A-4913-A9B0-EE95621571BF}" srcOrd="1" destOrd="0" presId="urn:microsoft.com/office/officeart/2005/8/layout/hierarchy1"/>
    <dgm:cxn modelId="{ED64C8FE-F507-4315-90D6-520C2CF97740}" type="presParOf" srcId="{DAC64446-57A4-48DF-8801-0BE9544A88F4}" destId="{FAF55F10-ADDB-4A19-AA52-4CF84BF61EF7}" srcOrd="2" destOrd="0" presId="urn:microsoft.com/office/officeart/2005/8/layout/hierarchy1"/>
    <dgm:cxn modelId="{AC9C083C-7A31-41FA-9CCD-8D5DC7D5BA71}" type="presParOf" srcId="{FAF55F10-ADDB-4A19-AA52-4CF84BF61EF7}" destId="{46F55A2C-08C4-4194-BF29-740CF7F831BE}" srcOrd="0" destOrd="0" presId="urn:microsoft.com/office/officeart/2005/8/layout/hierarchy1"/>
    <dgm:cxn modelId="{12C8EE48-7560-4CE2-B06D-BB575195B660}" type="presParOf" srcId="{46F55A2C-08C4-4194-BF29-740CF7F831BE}" destId="{EBC1DE7F-A233-4D09-AA12-0146943D8821}" srcOrd="0" destOrd="0" presId="urn:microsoft.com/office/officeart/2005/8/layout/hierarchy1"/>
    <dgm:cxn modelId="{960101F6-122B-465C-83B0-CED65DFB5A76}" type="presParOf" srcId="{46F55A2C-08C4-4194-BF29-740CF7F831BE}" destId="{75A21C40-A9CD-4BE2-A12D-C756035EE01F}" srcOrd="1" destOrd="0" presId="urn:microsoft.com/office/officeart/2005/8/layout/hierarchy1"/>
    <dgm:cxn modelId="{55B2A424-F047-4CC0-8DBE-9FF3DA77BD27}" type="presParOf" srcId="{FAF55F10-ADDB-4A19-AA52-4CF84BF61EF7}" destId="{B696CB52-D9C9-48E6-A63B-0CF996C7A454}" srcOrd="1" destOrd="0" presId="urn:microsoft.com/office/officeart/2005/8/layout/hierarchy1"/>
    <dgm:cxn modelId="{150BBD1D-1B06-4B8D-B0C2-E3048B11E3BC}" type="presParOf" srcId="{B696CB52-D9C9-48E6-A63B-0CF996C7A454}" destId="{F9AFD06A-0DCA-4262-BF3C-E15E1FAE56A9}" srcOrd="0" destOrd="0" presId="urn:microsoft.com/office/officeart/2005/8/layout/hierarchy1"/>
    <dgm:cxn modelId="{31EA01DF-81FB-4AF1-BFAF-8F54C2F90C10}" type="presParOf" srcId="{B696CB52-D9C9-48E6-A63B-0CF996C7A454}" destId="{45E8119A-6029-455F-A658-5924940AA245}" srcOrd="1" destOrd="0" presId="urn:microsoft.com/office/officeart/2005/8/layout/hierarchy1"/>
    <dgm:cxn modelId="{A7100731-A357-4932-B8F9-746D251F1A7E}" type="presParOf" srcId="{45E8119A-6029-455F-A658-5924940AA245}" destId="{2B9D2EBA-B339-499B-9F6F-C081CB044208}" srcOrd="0" destOrd="0" presId="urn:microsoft.com/office/officeart/2005/8/layout/hierarchy1"/>
    <dgm:cxn modelId="{33318678-C851-46F9-8DC6-0A126F0F73CA}" type="presParOf" srcId="{2B9D2EBA-B339-499B-9F6F-C081CB044208}" destId="{73CF8785-B746-46DB-A1B0-478F15B4E909}" srcOrd="0" destOrd="0" presId="urn:microsoft.com/office/officeart/2005/8/layout/hierarchy1"/>
    <dgm:cxn modelId="{913D40BA-C2EE-4E64-939E-59CE518CCA6F}" type="presParOf" srcId="{2B9D2EBA-B339-499B-9F6F-C081CB044208}" destId="{00506B95-AFF0-4153-8E9B-18BE572C33D4}" srcOrd="1" destOrd="0" presId="urn:microsoft.com/office/officeart/2005/8/layout/hierarchy1"/>
    <dgm:cxn modelId="{D83DAFB2-1D83-4A60-8402-238E30B58463}" type="presParOf" srcId="{45E8119A-6029-455F-A658-5924940AA245}" destId="{A8088342-02F7-4C0E-9E96-5F4A171D3807}" srcOrd="1" destOrd="0" presId="urn:microsoft.com/office/officeart/2005/8/layout/hierarchy1"/>
    <dgm:cxn modelId="{DA96D612-F295-4EEA-85A4-F4569233082C}" type="presParOf" srcId="{B696CB52-D9C9-48E6-A63B-0CF996C7A454}" destId="{06B08FFC-DD8B-41CA-B75B-C1405AED87AB}" srcOrd="2" destOrd="0" presId="urn:microsoft.com/office/officeart/2005/8/layout/hierarchy1"/>
    <dgm:cxn modelId="{F5E64B46-FC87-4A5E-9233-A0744652ADBF}" type="presParOf" srcId="{B696CB52-D9C9-48E6-A63B-0CF996C7A454}" destId="{71D8D5BE-1029-4D4F-A9A9-B93C62C36D6E}" srcOrd="3" destOrd="0" presId="urn:microsoft.com/office/officeart/2005/8/layout/hierarchy1"/>
    <dgm:cxn modelId="{01CCB579-760A-4E4D-B638-482DF56E4A8F}" type="presParOf" srcId="{71D8D5BE-1029-4D4F-A9A9-B93C62C36D6E}" destId="{9F1A5F55-8EB0-4EC6-AB4B-B6DBCDB306BD}" srcOrd="0" destOrd="0" presId="urn:microsoft.com/office/officeart/2005/8/layout/hierarchy1"/>
    <dgm:cxn modelId="{1B514EEE-75D4-44CE-B471-7E41406A5CBD}" type="presParOf" srcId="{9F1A5F55-8EB0-4EC6-AB4B-B6DBCDB306BD}" destId="{82331EC0-A39C-4833-A282-91495F655DE2}" srcOrd="0" destOrd="0" presId="urn:microsoft.com/office/officeart/2005/8/layout/hierarchy1"/>
    <dgm:cxn modelId="{F69721B1-B6EF-4F93-B1A0-13C697A319A4}" type="presParOf" srcId="{9F1A5F55-8EB0-4EC6-AB4B-B6DBCDB306BD}" destId="{C83C4B32-6AA6-4BDD-947D-9DBBA8813329}" srcOrd="1" destOrd="0" presId="urn:microsoft.com/office/officeart/2005/8/layout/hierarchy1"/>
    <dgm:cxn modelId="{D8C3AE6D-BB7E-4D06-93F0-5C9D14337C09}" type="presParOf" srcId="{71D8D5BE-1029-4D4F-A9A9-B93C62C36D6E}" destId="{FD373F0F-B33E-47B7-8548-386EE46DC517}" srcOrd="1" destOrd="0" presId="urn:microsoft.com/office/officeart/2005/8/layout/hierarchy1"/>
    <dgm:cxn modelId="{6B84DD88-8E81-4B2F-A11A-ED71EBBB0CDA}" type="presParOf" srcId="{B696CB52-D9C9-48E6-A63B-0CF996C7A454}" destId="{C63086F8-806C-4B65-98F3-3B9EC5344356}" srcOrd="4" destOrd="0" presId="urn:microsoft.com/office/officeart/2005/8/layout/hierarchy1"/>
    <dgm:cxn modelId="{F154DEC9-7B75-4315-A57C-2B763C4280EF}" type="presParOf" srcId="{B696CB52-D9C9-48E6-A63B-0CF996C7A454}" destId="{DBDB4A87-9706-43D1-B17E-8B1A9835FE2E}" srcOrd="5" destOrd="0" presId="urn:microsoft.com/office/officeart/2005/8/layout/hierarchy1"/>
    <dgm:cxn modelId="{D8D87629-5CAF-4F58-BFBF-9C1CF96D6FC6}" type="presParOf" srcId="{DBDB4A87-9706-43D1-B17E-8B1A9835FE2E}" destId="{C8090280-02F6-4BDF-AD8C-1AD18B4649F7}" srcOrd="0" destOrd="0" presId="urn:microsoft.com/office/officeart/2005/8/layout/hierarchy1"/>
    <dgm:cxn modelId="{635D7E96-8620-46F9-ABC2-40ED43F46CD1}" type="presParOf" srcId="{C8090280-02F6-4BDF-AD8C-1AD18B4649F7}" destId="{1FE6C8AA-9057-485F-9781-95B0C2D7D9D8}" srcOrd="0" destOrd="0" presId="urn:microsoft.com/office/officeart/2005/8/layout/hierarchy1"/>
    <dgm:cxn modelId="{7B40B446-D2AC-4601-80BB-E756A2D24EE2}" type="presParOf" srcId="{C8090280-02F6-4BDF-AD8C-1AD18B4649F7}" destId="{941771D6-624C-4693-A2EE-A5C377DD9BC9}" srcOrd="1" destOrd="0" presId="urn:microsoft.com/office/officeart/2005/8/layout/hierarchy1"/>
    <dgm:cxn modelId="{009D5AAA-3E3B-4292-AA40-EE085BF1C12A}" type="presParOf" srcId="{DBDB4A87-9706-43D1-B17E-8B1A9835FE2E}" destId="{1E264A36-D3EC-44D1-95B8-DC01ADA61B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B04CB6-AE7B-464E-9463-497EEB1C6769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F99F776-21A1-4E20-8E1C-1486E0FCAFF1}">
      <dgm:prSet/>
      <dgm:spPr>
        <a:solidFill>
          <a:srgbClr val="3268B5"/>
        </a:solidFill>
      </dgm:spPr>
      <dgm:t>
        <a:bodyPr/>
        <a:lstStyle/>
        <a:p>
          <a:pPr rtl="0"/>
          <a:r>
            <a:rPr lang="zh-CN" altLang="zh-CN" dirty="0"/>
            <a:t>语言处理程序</a:t>
          </a:r>
          <a:endParaRPr lang="en-US" dirty="0"/>
        </a:p>
      </dgm:t>
    </dgm:pt>
    <dgm:pt modelId="{163D3B0E-87FC-460E-B445-C38A7F738533}" type="parTrans" cxnId="{BDB4F871-58C7-49A2-98FF-116171D1DA31}">
      <dgm:prSet/>
      <dgm:spPr/>
      <dgm:t>
        <a:bodyPr/>
        <a:lstStyle/>
        <a:p>
          <a:endParaRPr lang="zh-CN" altLang="en-US"/>
        </a:p>
      </dgm:t>
    </dgm:pt>
    <dgm:pt modelId="{DD8C5E2F-475E-4D42-9DB9-83CA9B3AC8F2}" type="sibTrans" cxnId="{BDB4F871-58C7-49A2-98FF-116171D1DA31}">
      <dgm:prSet/>
      <dgm:spPr/>
      <dgm:t>
        <a:bodyPr/>
        <a:lstStyle/>
        <a:p>
          <a:endParaRPr lang="zh-CN" altLang="en-US"/>
        </a:p>
      </dgm:t>
    </dgm:pt>
    <dgm:pt modelId="{A5C235E4-E849-49E9-AC8E-144CE1C55A70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解释程序</a:t>
          </a:r>
          <a:r>
            <a:rPr lang="zh-CN" altLang="en-US" dirty="0"/>
            <a:t>：</a:t>
          </a:r>
          <a:r>
            <a:rPr lang="en-US" altLang="zh-CN" dirty="0" err="1"/>
            <a:t>BASIC,python</a:t>
          </a:r>
          <a:r>
            <a:rPr lang="en-US" altLang="zh-CN" dirty="0"/>
            <a:t>?</a:t>
          </a:r>
          <a:endParaRPr lang="en-US" dirty="0"/>
        </a:p>
      </dgm:t>
    </dgm:pt>
    <dgm:pt modelId="{F27ECFC4-DD67-41CB-9CA1-83E4A26407F7}" type="parTrans" cxnId="{0A300CD3-1001-4F87-B4FE-4812BB365CFE}">
      <dgm:prSet/>
      <dgm:spPr>
        <a:ln>
          <a:solidFill>
            <a:srgbClr val="3268B5"/>
          </a:solidFill>
        </a:ln>
      </dgm:spPr>
      <dgm:t>
        <a:bodyPr/>
        <a:lstStyle/>
        <a:p>
          <a:endParaRPr lang="zh-CN" altLang="en-US"/>
        </a:p>
      </dgm:t>
    </dgm:pt>
    <dgm:pt modelId="{7B715E94-352F-43E2-8C84-16963BB0A05F}" type="sibTrans" cxnId="{0A300CD3-1001-4F87-B4FE-4812BB365CFE}">
      <dgm:prSet/>
      <dgm:spPr/>
      <dgm:t>
        <a:bodyPr/>
        <a:lstStyle/>
        <a:p>
          <a:endParaRPr lang="zh-CN" altLang="en-US"/>
        </a:p>
      </dgm:t>
    </dgm:pt>
    <dgm:pt modelId="{A94D7CC7-AFCD-4889-800D-F9D612759976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编译程序</a:t>
          </a:r>
          <a:r>
            <a:rPr lang="zh-CN" altLang="en-US" dirty="0"/>
            <a:t>：</a:t>
          </a:r>
          <a:r>
            <a:rPr lang="en-US" altLang="zh-CN" dirty="0"/>
            <a:t>C</a:t>
          </a:r>
          <a:r>
            <a:rPr lang="zh-CN" altLang="en-US" dirty="0"/>
            <a:t>，</a:t>
          </a:r>
          <a:r>
            <a:rPr lang="en-US" altLang="zh-CN" dirty="0"/>
            <a:t>C++</a:t>
          </a:r>
          <a:r>
            <a:rPr lang="zh-CN" altLang="en-US" dirty="0"/>
            <a:t>，</a:t>
          </a:r>
          <a:r>
            <a:rPr lang="en-US" altLang="zh-CN" dirty="0"/>
            <a:t>C#</a:t>
          </a:r>
          <a:r>
            <a:rPr lang="zh-CN" altLang="en-US" dirty="0"/>
            <a:t>，</a:t>
          </a:r>
          <a:r>
            <a:rPr lang="en-US" altLang="zh-CN" dirty="0"/>
            <a:t>JAVA</a:t>
          </a:r>
          <a:r>
            <a:rPr lang="zh-CN" altLang="en-US" dirty="0"/>
            <a:t>等</a:t>
          </a:r>
          <a:endParaRPr lang="zh-CN" dirty="0"/>
        </a:p>
      </dgm:t>
    </dgm:pt>
    <dgm:pt modelId="{A732B62F-DD86-422B-AB19-F24F54C43458}" type="parTrans" cxnId="{B88E5F33-AABD-453C-92CA-DBD37CC330E4}">
      <dgm:prSet/>
      <dgm:spPr>
        <a:ln>
          <a:solidFill>
            <a:srgbClr val="3268B5"/>
          </a:solidFill>
        </a:ln>
      </dgm:spPr>
      <dgm:t>
        <a:bodyPr/>
        <a:lstStyle/>
        <a:p>
          <a:endParaRPr lang="zh-CN" altLang="en-US"/>
        </a:p>
      </dgm:t>
    </dgm:pt>
    <dgm:pt modelId="{14C04BEE-F289-43B4-A2C7-7C907924F7C9}" type="sibTrans" cxnId="{B88E5F33-AABD-453C-92CA-DBD37CC330E4}">
      <dgm:prSet/>
      <dgm:spPr/>
      <dgm:t>
        <a:bodyPr/>
        <a:lstStyle/>
        <a:p>
          <a:endParaRPr lang="zh-CN" altLang="en-US"/>
        </a:p>
      </dgm:t>
    </dgm:pt>
    <dgm:pt modelId="{8BBB4A43-D9CD-447F-944E-DCFBC344A7D8}">
      <dgm:prSet/>
      <dgm:spPr>
        <a:ln>
          <a:solidFill>
            <a:srgbClr val="3268B5"/>
          </a:solidFill>
        </a:ln>
      </dgm:spPr>
      <dgm:t>
        <a:bodyPr/>
        <a:lstStyle/>
        <a:p>
          <a:pPr rtl="0"/>
          <a:r>
            <a:rPr lang="zh-CN" dirty="0"/>
            <a:t>汇编程序</a:t>
          </a:r>
          <a:r>
            <a:rPr lang="zh-CN" altLang="en-US" dirty="0"/>
            <a:t>：</a:t>
          </a:r>
          <a:r>
            <a:rPr lang="en-US" altLang="zh-CN" dirty="0"/>
            <a:t>ASM</a:t>
          </a:r>
          <a:endParaRPr lang="en-US" dirty="0"/>
        </a:p>
      </dgm:t>
    </dgm:pt>
    <dgm:pt modelId="{947AEA31-5F4C-4BC5-9E5C-E2B830FAD62A}" type="parTrans" cxnId="{B9541EB0-00DE-47FF-AA1F-4BCA5E1535E9}">
      <dgm:prSet/>
      <dgm:spPr>
        <a:ln>
          <a:solidFill>
            <a:srgbClr val="3268B5"/>
          </a:solidFill>
        </a:ln>
      </dgm:spPr>
      <dgm:t>
        <a:bodyPr/>
        <a:lstStyle/>
        <a:p>
          <a:endParaRPr lang="zh-CN" altLang="en-US"/>
        </a:p>
      </dgm:t>
    </dgm:pt>
    <dgm:pt modelId="{D60C9BFE-7F0B-4CDA-8708-BC99B8239AA2}" type="sibTrans" cxnId="{B9541EB0-00DE-47FF-AA1F-4BCA5E1535E9}">
      <dgm:prSet/>
      <dgm:spPr/>
      <dgm:t>
        <a:bodyPr/>
        <a:lstStyle/>
        <a:p>
          <a:endParaRPr lang="zh-CN" altLang="en-US"/>
        </a:p>
      </dgm:t>
    </dgm:pt>
    <dgm:pt modelId="{BAD35C45-1B37-4198-B264-0361A755A7FD}" type="pres">
      <dgm:prSet presAssocID="{27B04CB6-AE7B-464E-9463-497EEB1C676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8BC36DC-A390-4616-9CF8-4AB45DA2F9E1}" type="pres">
      <dgm:prSet presAssocID="{CF99F776-21A1-4E20-8E1C-1486E0FCAFF1}" presName="root" presStyleCnt="0"/>
      <dgm:spPr/>
    </dgm:pt>
    <dgm:pt modelId="{0527D538-FC0C-4075-88C8-7E621457F582}" type="pres">
      <dgm:prSet presAssocID="{CF99F776-21A1-4E20-8E1C-1486E0FCAFF1}" presName="rootComposite" presStyleCnt="0"/>
      <dgm:spPr/>
    </dgm:pt>
    <dgm:pt modelId="{C09C0CAF-DB78-493F-A77E-A1005A58A680}" type="pres">
      <dgm:prSet presAssocID="{CF99F776-21A1-4E20-8E1C-1486E0FCAFF1}" presName="rootText" presStyleLbl="node1" presStyleIdx="0" presStyleCnt="1" custScaleX="230503"/>
      <dgm:spPr/>
    </dgm:pt>
    <dgm:pt modelId="{659DDCFD-3FCC-48CB-BF78-8AFC52B6B92E}" type="pres">
      <dgm:prSet presAssocID="{CF99F776-21A1-4E20-8E1C-1486E0FCAFF1}" presName="rootConnector" presStyleLbl="node1" presStyleIdx="0" presStyleCnt="1"/>
      <dgm:spPr/>
    </dgm:pt>
    <dgm:pt modelId="{5F3BCAC6-085E-473F-8BB5-66B14E6C68D0}" type="pres">
      <dgm:prSet presAssocID="{CF99F776-21A1-4E20-8E1C-1486E0FCAFF1}" presName="childShape" presStyleCnt="0"/>
      <dgm:spPr/>
    </dgm:pt>
    <dgm:pt modelId="{E8C8204A-9278-48E1-BB23-2C1D96762392}" type="pres">
      <dgm:prSet presAssocID="{947AEA31-5F4C-4BC5-9E5C-E2B830FAD62A}" presName="Name13" presStyleLbl="parChTrans1D2" presStyleIdx="0" presStyleCnt="3"/>
      <dgm:spPr/>
    </dgm:pt>
    <dgm:pt modelId="{90EAE080-DAC8-4421-9CDF-CD5E9B9FACA5}" type="pres">
      <dgm:prSet presAssocID="{8BBB4A43-D9CD-447F-944E-DCFBC344A7D8}" presName="childText" presStyleLbl="bgAcc1" presStyleIdx="0" presStyleCnt="3" custScaleX="303143">
        <dgm:presLayoutVars>
          <dgm:bulletEnabled val="1"/>
        </dgm:presLayoutVars>
      </dgm:prSet>
      <dgm:spPr/>
    </dgm:pt>
    <dgm:pt modelId="{F774429F-B97B-42D2-85FA-C75E3871C18B}" type="pres">
      <dgm:prSet presAssocID="{F27ECFC4-DD67-41CB-9CA1-83E4A26407F7}" presName="Name13" presStyleLbl="parChTrans1D2" presStyleIdx="1" presStyleCnt="3"/>
      <dgm:spPr/>
    </dgm:pt>
    <dgm:pt modelId="{85CECCAA-A6A0-4F39-8F94-C7A8D6F4E486}" type="pres">
      <dgm:prSet presAssocID="{A5C235E4-E849-49E9-AC8E-144CE1C55A70}" presName="childText" presStyleLbl="bgAcc1" presStyleIdx="1" presStyleCnt="3" custScaleX="303524">
        <dgm:presLayoutVars>
          <dgm:bulletEnabled val="1"/>
        </dgm:presLayoutVars>
      </dgm:prSet>
      <dgm:spPr/>
    </dgm:pt>
    <dgm:pt modelId="{68DA1135-402E-4311-96E7-73434362CC0A}" type="pres">
      <dgm:prSet presAssocID="{A732B62F-DD86-422B-AB19-F24F54C43458}" presName="Name13" presStyleLbl="parChTrans1D2" presStyleIdx="2" presStyleCnt="3"/>
      <dgm:spPr/>
    </dgm:pt>
    <dgm:pt modelId="{DB95420B-A989-4DB5-ADC8-9B7DFF724E06}" type="pres">
      <dgm:prSet presAssocID="{A94D7CC7-AFCD-4889-800D-F9D612759976}" presName="childText" presStyleLbl="bgAcc1" presStyleIdx="2" presStyleCnt="3" custScaleX="301808" custLinFactNeighborX="1453" custLinFactNeighborY="4104">
        <dgm:presLayoutVars>
          <dgm:bulletEnabled val="1"/>
        </dgm:presLayoutVars>
      </dgm:prSet>
      <dgm:spPr/>
    </dgm:pt>
  </dgm:ptLst>
  <dgm:cxnLst>
    <dgm:cxn modelId="{6F954E2D-1F19-4764-9860-E4FA06176EE5}" type="presOf" srcId="{CF99F776-21A1-4E20-8E1C-1486E0FCAFF1}" destId="{C09C0CAF-DB78-493F-A77E-A1005A58A680}" srcOrd="0" destOrd="0" presId="urn:microsoft.com/office/officeart/2005/8/layout/hierarchy3"/>
    <dgm:cxn modelId="{B88E5F33-AABD-453C-92CA-DBD37CC330E4}" srcId="{CF99F776-21A1-4E20-8E1C-1486E0FCAFF1}" destId="{A94D7CC7-AFCD-4889-800D-F9D612759976}" srcOrd="2" destOrd="0" parTransId="{A732B62F-DD86-422B-AB19-F24F54C43458}" sibTransId="{14C04BEE-F289-43B4-A2C7-7C907924F7C9}"/>
    <dgm:cxn modelId="{CC6D363B-7E57-4177-998D-C6C02BF8517E}" type="presOf" srcId="{A5C235E4-E849-49E9-AC8E-144CE1C55A70}" destId="{85CECCAA-A6A0-4F39-8F94-C7A8D6F4E486}" srcOrd="0" destOrd="0" presId="urn:microsoft.com/office/officeart/2005/8/layout/hierarchy3"/>
    <dgm:cxn modelId="{37AA5E42-1CAB-4F5D-8FCF-4BAB895F4FF9}" type="presOf" srcId="{A732B62F-DD86-422B-AB19-F24F54C43458}" destId="{68DA1135-402E-4311-96E7-73434362CC0A}" srcOrd="0" destOrd="0" presId="urn:microsoft.com/office/officeart/2005/8/layout/hierarchy3"/>
    <dgm:cxn modelId="{B922074E-BB4E-49B8-BCE7-C3AF815683A3}" type="presOf" srcId="{A94D7CC7-AFCD-4889-800D-F9D612759976}" destId="{DB95420B-A989-4DB5-ADC8-9B7DFF724E06}" srcOrd="0" destOrd="0" presId="urn:microsoft.com/office/officeart/2005/8/layout/hierarchy3"/>
    <dgm:cxn modelId="{BDB4F871-58C7-49A2-98FF-116171D1DA31}" srcId="{27B04CB6-AE7B-464E-9463-497EEB1C6769}" destId="{CF99F776-21A1-4E20-8E1C-1486E0FCAFF1}" srcOrd="0" destOrd="0" parTransId="{163D3B0E-87FC-460E-B445-C38A7F738533}" sibTransId="{DD8C5E2F-475E-4D42-9DB9-83CA9B3AC8F2}"/>
    <dgm:cxn modelId="{EFF74B52-31E8-47CE-8FB6-83BC6A15CC4B}" type="presOf" srcId="{8BBB4A43-D9CD-447F-944E-DCFBC344A7D8}" destId="{90EAE080-DAC8-4421-9CDF-CD5E9B9FACA5}" srcOrd="0" destOrd="0" presId="urn:microsoft.com/office/officeart/2005/8/layout/hierarchy3"/>
    <dgm:cxn modelId="{B9541EB0-00DE-47FF-AA1F-4BCA5E1535E9}" srcId="{CF99F776-21A1-4E20-8E1C-1486E0FCAFF1}" destId="{8BBB4A43-D9CD-447F-944E-DCFBC344A7D8}" srcOrd="0" destOrd="0" parTransId="{947AEA31-5F4C-4BC5-9E5C-E2B830FAD62A}" sibTransId="{D60C9BFE-7F0B-4CDA-8708-BC99B8239AA2}"/>
    <dgm:cxn modelId="{EA1802C4-34F9-45E5-9257-BDD4BC5F0D79}" type="presOf" srcId="{F27ECFC4-DD67-41CB-9CA1-83E4A26407F7}" destId="{F774429F-B97B-42D2-85FA-C75E3871C18B}" srcOrd="0" destOrd="0" presId="urn:microsoft.com/office/officeart/2005/8/layout/hierarchy3"/>
    <dgm:cxn modelId="{569D94C7-F829-494D-9D70-F937F3F7ADC6}" type="presOf" srcId="{947AEA31-5F4C-4BC5-9E5C-E2B830FAD62A}" destId="{E8C8204A-9278-48E1-BB23-2C1D96762392}" srcOrd="0" destOrd="0" presId="urn:microsoft.com/office/officeart/2005/8/layout/hierarchy3"/>
    <dgm:cxn modelId="{0A300CD3-1001-4F87-B4FE-4812BB365CFE}" srcId="{CF99F776-21A1-4E20-8E1C-1486E0FCAFF1}" destId="{A5C235E4-E849-49E9-AC8E-144CE1C55A70}" srcOrd="1" destOrd="0" parTransId="{F27ECFC4-DD67-41CB-9CA1-83E4A26407F7}" sibTransId="{7B715E94-352F-43E2-8C84-16963BB0A05F}"/>
    <dgm:cxn modelId="{2E7285E3-EDF3-4992-A470-BE65B9FB03D6}" type="presOf" srcId="{CF99F776-21A1-4E20-8E1C-1486E0FCAFF1}" destId="{659DDCFD-3FCC-48CB-BF78-8AFC52B6B92E}" srcOrd="1" destOrd="0" presId="urn:microsoft.com/office/officeart/2005/8/layout/hierarchy3"/>
    <dgm:cxn modelId="{52ABAFE9-C242-45F7-ABE7-31CDAEE155EF}" type="presOf" srcId="{27B04CB6-AE7B-464E-9463-497EEB1C6769}" destId="{BAD35C45-1B37-4198-B264-0361A755A7FD}" srcOrd="0" destOrd="0" presId="urn:microsoft.com/office/officeart/2005/8/layout/hierarchy3"/>
    <dgm:cxn modelId="{1633BB36-631F-457C-AF5E-4C5476BAD71E}" type="presParOf" srcId="{BAD35C45-1B37-4198-B264-0361A755A7FD}" destId="{98BC36DC-A390-4616-9CF8-4AB45DA2F9E1}" srcOrd="0" destOrd="0" presId="urn:microsoft.com/office/officeart/2005/8/layout/hierarchy3"/>
    <dgm:cxn modelId="{B654DA46-16D7-4751-9232-21F9DD8F4C16}" type="presParOf" srcId="{98BC36DC-A390-4616-9CF8-4AB45DA2F9E1}" destId="{0527D538-FC0C-4075-88C8-7E621457F582}" srcOrd="0" destOrd="0" presId="urn:microsoft.com/office/officeart/2005/8/layout/hierarchy3"/>
    <dgm:cxn modelId="{0C84725A-88E9-49F5-BC11-3BF863E9AF67}" type="presParOf" srcId="{0527D538-FC0C-4075-88C8-7E621457F582}" destId="{C09C0CAF-DB78-493F-A77E-A1005A58A680}" srcOrd="0" destOrd="0" presId="urn:microsoft.com/office/officeart/2005/8/layout/hierarchy3"/>
    <dgm:cxn modelId="{7EA22BD1-97E4-4879-9131-EC889BB11BDE}" type="presParOf" srcId="{0527D538-FC0C-4075-88C8-7E621457F582}" destId="{659DDCFD-3FCC-48CB-BF78-8AFC52B6B92E}" srcOrd="1" destOrd="0" presId="urn:microsoft.com/office/officeart/2005/8/layout/hierarchy3"/>
    <dgm:cxn modelId="{1E282DA6-C3BC-4B60-8F8F-F21D0E679B76}" type="presParOf" srcId="{98BC36DC-A390-4616-9CF8-4AB45DA2F9E1}" destId="{5F3BCAC6-085E-473F-8BB5-66B14E6C68D0}" srcOrd="1" destOrd="0" presId="urn:microsoft.com/office/officeart/2005/8/layout/hierarchy3"/>
    <dgm:cxn modelId="{33C9732B-DCB3-44E4-A808-862664B3EDFD}" type="presParOf" srcId="{5F3BCAC6-085E-473F-8BB5-66B14E6C68D0}" destId="{E8C8204A-9278-48E1-BB23-2C1D96762392}" srcOrd="0" destOrd="0" presId="urn:microsoft.com/office/officeart/2005/8/layout/hierarchy3"/>
    <dgm:cxn modelId="{BCCE9ED9-3274-45B3-BBEC-2DA71862FA7A}" type="presParOf" srcId="{5F3BCAC6-085E-473F-8BB5-66B14E6C68D0}" destId="{90EAE080-DAC8-4421-9CDF-CD5E9B9FACA5}" srcOrd="1" destOrd="0" presId="urn:microsoft.com/office/officeart/2005/8/layout/hierarchy3"/>
    <dgm:cxn modelId="{21949598-DEB3-49B8-A401-5FE2457891CF}" type="presParOf" srcId="{5F3BCAC6-085E-473F-8BB5-66B14E6C68D0}" destId="{F774429F-B97B-42D2-85FA-C75E3871C18B}" srcOrd="2" destOrd="0" presId="urn:microsoft.com/office/officeart/2005/8/layout/hierarchy3"/>
    <dgm:cxn modelId="{F5F4602C-3D1A-4AAE-B71B-5BECC41FECE6}" type="presParOf" srcId="{5F3BCAC6-085E-473F-8BB5-66B14E6C68D0}" destId="{85CECCAA-A6A0-4F39-8F94-C7A8D6F4E486}" srcOrd="3" destOrd="0" presId="urn:microsoft.com/office/officeart/2005/8/layout/hierarchy3"/>
    <dgm:cxn modelId="{EEBA91DA-8C27-451F-A1DB-4613786CB88E}" type="presParOf" srcId="{5F3BCAC6-085E-473F-8BB5-66B14E6C68D0}" destId="{68DA1135-402E-4311-96E7-73434362CC0A}" srcOrd="4" destOrd="0" presId="urn:microsoft.com/office/officeart/2005/8/layout/hierarchy3"/>
    <dgm:cxn modelId="{B24A5741-F063-4FA4-86EA-3106E6E4EACD}" type="presParOf" srcId="{5F3BCAC6-085E-473F-8BB5-66B14E6C68D0}" destId="{DB95420B-A989-4DB5-ADC8-9B7DFF724E06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DB0302-A6FF-46D3-BB1E-28F806B1A7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B6BD8B0-646A-4C7F-BD58-1F087912BB6F}">
      <dgm:prSet/>
      <dgm:spPr>
        <a:solidFill>
          <a:srgbClr val="3268B5"/>
        </a:solidFill>
      </dgm:spPr>
      <dgm:t>
        <a:bodyPr/>
        <a:lstStyle/>
        <a:p>
          <a:pPr rtl="0"/>
          <a:r>
            <a:rPr lang="zh-CN" dirty="0"/>
            <a:t>自然语言表示法</a:t>
          </a:r>
          <a:endParaRPr lang="en-US" dirty="0"/>
        </a:p>
      </dgm:t>
    </dgm:pt>
    <dgm:pt modelId="{44FB32BD-319D-4B52-8267-88BFF7E8A364}" type="parTrans" cxnId="{B15CAF49-E2EA-4114-A9D2-B817382DBD4D}">
      <dgm:prSet/>
      <dgm:spPr/>
      <dgm:t>
        <a:bodyPr/>
        <a:lstStyle/>
        <a:p>
          <a:endParaRPr lang="zh-CN" altLang="en-US"/>
        </a:p>
      </dgm:t>
    </dgm:pt>
    <dgm:pt modelId="{C581C7E0-44A3-42C5-962A-5276B796CB66}" type="sibTrans" cxnId="{B15CAF49-E2EA-4114-A9D2-B817382DBD4D}">
      <dgm:prSet/>
      <dgm:spPr/>
      <dgm:t>
        <a:bodyPr/>
        <a:lstStyle/>
        <a:p>
          <a:endParaRPr lang="zh-CN" altLang="en-US"/>
        </a:p>
      </dgm:t>
    </dgm:pt>
    <dgm:pt modelId="{4B09C1E5-A028-4B3E-B91B-7CA354BF6886}">
      <dgm:prSet/>
      <dgm:spPr>
        <a:solidFill>
          <a:srgbClr val="3268B5"/>
        </a:solidFill>
      </dgm:spPr>
      <dgm:t>
        <a:bodyPr/>
        <a:lstStyle/>
        <a:p>
          <a:pPr rtl="0"/>
          <a:r>
            <a:rPr lang="zh-CN" dirty="0"/>
            <a:t>流程图表示法</a:t>
          </a:r>
          <a:endParaRPr lang="en-US" dirty="0"/>
        </a:p>
      </dgm:t>
    </dgm:pt>
    <dgm:pt modelId="{3242C016-BB19-4D78-A525-88D5B30609B7}" type="parTrans" cxnId="{C128F5AD-894A-4FDB-BCF4-1ED118596F77}">
      <dgm:prSet/>
      <dgm:spPr/>
      <dgm:t>
        <a:bodyPr/>
        <a:lstStyle/>
        <a:p>
          <a:endParaRPr lang="zh-CN" altLang="en-US"/>
        </a:p>
      </dgm:t>
    </dgm:pt>
    <dgm:pt modelId="{7CFAB8CE-5518-4771-B7E9-71D2B2C44428}" type="sibTrans" cxnId="{C128F5AD-894A-4FDB-BCF4-1ED118596F77}">
      <dgm:prSet/>
      <dgm:spPr/>
      <dgm:t>
        <a:bodyPr/>
        <a:lstStyle/>
        <a:p>
          <a:endParaRPr lang="zh-CN" altLang="en-US"/>
        </a:p>
      </dgm:t>
    </dgm:pt>
    <dgm:pt modelId="{C89DAD79-A8FF-4ABC-82DB-DE705E55511D}">
      <dgm:prSet/>
      <dgm:spPr>
        <a:solidFill>
          <a:srgbClr val="3268B5"/>
        </a:solidFill>
      </dgm:spPr>
      <dgm:t>
        <a:bodyPr/>
        <a:lstStyle/>
        <a:p>
          <a:pPr rtl="0"/>
          <a:r>
            <a:rPr lang="zh-CN" dirty="0"/>
            <a:t>伪代码表示法</a:t>
          </a:r>
          <a:endParaRPr lang="en-US" dirty="0"/>
        </a:p>
      </dgm:t>
    </dgm:pt>
    <dgm:pt modelId="{1D6D60BF-2A71-4EDB-83DF-4DD349832787}" type="parTrans" cxnId="{EF0EA4CE-A36D-419F-AF06-94EC16D665DF}">
      <dgm:prSet/>
      <dgm:spPr/>
      <dgm:t>
        <a:bodyPr/>
        <a:lstStyle/>
        <a:p>
          <a:endParaRPr lang="zh-CN" altLang="en-US"/>
        </a:p>
      </dgm:t>
    </dgm:pt>
    <dgm:pt modelId="{305E9568-BFE9-486C-B025-A33114B1B857}" type="sibTrans" cxnId="{EF0EA4CE-A36D-419F-AF06-94EC16D665DF}">
      <dgm:prSet/>
      <dgm:spPr/>
      <dgm:t>
        <a:bodyPr/>
        <a:lstStyle/>
        <a:p>
          <a:endParaRPr lang="zh-CN" altLang="en-US"/>
        </a:p>
      </dgm:t>
    </dgm:pt>
    <dgm:pt modelId="{B7803F1F-8B31-4E71-800D-76AD04EC26FC}">
      <dgm:prSet/>
      <dgm:spPr>
        <a:solidFill>
          <a:srgbClr val="3268B5"/>
        </a:solidFill>
      </dgm:spPr>
      <dgm:t>
        <a:bodyPr/>
        <a:lstStyle/>
        <a:p>
          <a:pPr rtl="0"/>
          <a:r>
            <a:rPr lang="zh-CN" dirty="0"/>
            <a:t>计算机语言表示法</a:t>
          </a:r>
        </a:p>
      </dgm:t>
    </dgm:pt>
    <dgm:pt modelId="{70093C54-ABEB-4776-9C18-9DA6C81CC2D7}" type="parTrans" cxnId="{D9836486-81A3-4842-8C7A-C570969E9795}">
      <dgm:prSet/>
      <dgm:spPr/>
      <dgm:t>
        <a:bodyPr/>
        <a:lstStyle/>
        <a:p>
          <a:endParaRPr lang="zh-CN" altLang="en-US"/>
        </a:p>
      </dgm:t>
    </dgm:pt>
    <dgm:pt modelId="{BB0963F6-2A45-41F3-8359-5D7EC8A354F7}" type="sibTrans" cxnId="{D9836486-81A3-4842-8C7A-C570969E9795}">
      <dgm:prSet/>
      <dgm:spPr/>
      <dgm:t>
        <a:bodyPr/>
        <a:lstStyle/>
        <a:p>
          <a:endParaRPr lang="zh-CN" altLang="en-US"/>
        </a:p>
      </dgm:t>
    </dgm:pt>
    <dgm:pt modelId="{ACD198DD-82B7-4244-8D14-BCE4819C1CE6}" type="pres">
      <dgm:prSet presAssocID="{CDDB0302-A6FF-46D3-BB1E-28F806B1A7D3}" presName="matrix" presStyleCnt="0">
        <dgm:presLayoutVars>
          <dgm:chMax val="1"/>
          <dgm:dir/>
          <dgm:resizeHandles val="exact"/>
        </dgm:presLayoutVars>
      </dgm:prSet>
      <dgm:spPr/>
    </dgm:pt>
    <dgm:pt modelId="{C5D603F9-BFCC-47E3-AD5A-54F9944914D1}" type="pres">
      <dgm:prSet presAssocID="{CDDB0302-A6FF-46D3-BB1E-28F806B1A7D3}" presName="diamond" presStyleLbl="bgShp" presStyleIdx="0" presStyleCnt="1"/>
      <dgm:spPr/>
    </dgm:pt>
    <dgm:pt modelId="{03D53592-F531-4C0C-951C-C24A2A11FA24}" type="pres">
      <dgm:prSet presAssocID="{CDDB0302-A6FF-46D3-BB1E-28F806B1A7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6E1BE17-6ECC-4FEE-8A9E-D969FC1DFDC5}" type="pres">
      <dgm:prSet presAssocID="{CDDB0302-A6FF-46D3-BB1E-28F806B1A7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4CA002E-2600-44EE-8DED-21275C40ED51}" type="pres">
      <dgm:prSet presAssocID="{CDDB0302-A6FF-46D3-BB1E-28F806B1A7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C5FE97F-4AF8-4327-AE2E-DCC362DE4FB1}" type="pres">
      <dgm:prSet presAssocID="{CDDB0302-A6FF-46D3-BB1E-28F806B1A7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15CAF49-E2EA-4114-A9D2-B817382DBD4D}" srcId="{CDDB0302-A6FF-46D3-BB1E-28F806B1A7D3}" destId="{8B6BD8B0-646A-4C7F-BD58-1F087912BB6F}" srcOrd="0" destOrd="0" parTransId="{44FB32BD-319D-4B52-8267-88BFF7E8A364}" sibTransId="{C581C7E0-44A3-42C5-962A-5276B796CB66}"/>
    <dgm:cxn modelId="{7E467A78-56A8-48F0-9B61-676AC45D5E8C}" type="presOf" srcId="{C89DAD79-A8FF-4ABC-82DB-DE705E55511D}" destId="{F4CA002E-2600-44EE-8DED-21275C40ED51}" srcOrd="0" destOrd="0" presId="urn:microsoft.com/office/officeart/2005/8/layout/matrix3"/>
    <dgm:cxn modelId="{D9836486-81A3-4842-8C7A-C570969E9795}" srcId="{CDDB0302-A6FF-46D3-BB1E-28F806B1A7D3}" destId="{B7803F1F-8B31-4E71-800D-76AD04EC26FC}" srcOrd="3" destOrd="0" parTransId="{70093C54-ABEB-4776-9C18-9DA6C81CC2D7}" sibTransId="{BB0963F6-2A45-41F3-8359-5D7EC8A354F7}"/>
    <dgm:cxn modelId="{7E054DA1-01B6-44BE-8553-EB24E6732CBE}" type="presOf" srcId="{CDDB0302-A6FF-46D3-BB1E-28F806B1A7D3}" destId="{ACD198DD-82B7-4244-8D14-BCE4819C1CE6}" srcOrd="0" destOrd="0" presId="urn:microsoft.com/office/officeart/2005/8/layout/matrix3"/>
    <dgm:cxn modelId="{C128F5AD-894A-4FDB-BCF4-1ED118596F77}" srcId="{CDDB0302-A6FF-46D3-BB1E-28F806B1A7D3}" destId="{4B09C1E5-A028-4B3E-B91B-7CA354BF6886}" srcOrd="1" destOrd="0" parTransId="{3242C016-BB19-4D78-A525-88D5B30609B7}" sibTransId="{7CFAB8CE-5518-4771-B7E9-71D2B2C44428}"/>
    <dgm:cxn modelId="{0E51F1C8-6B35-4E5F-9193-C81544B48A9D}" type="presOf" srcId="{4B09C1E5-A028-4B3E-B91B-7CA354BF6886}" destId="{D6E1BE17-6ECC-4FEE-8A9E-D969FC1DFDC5}" srcOrd="0" destOrd="0" presId="urn:microsoft.com/office/officeart/2005/8/layout/matrix3"/>
    <dgm:cxn modelId="{BE04FECA-56B8-48E5-8747-A67F21035CE4}" type="presOf" srcId="{8B6BD8B0-646A-4C7F-BD58-1F087912BB6F}" destId="{03D53592-F531-4C0C-951C-C24A2A11FA24}" srcOrd="0" destOrd="0" presId="urn:microsoft.com/office/officeart/2005/8/layout/matrix3"/>
    <dgm:cxn modelId="{EF0EA4CE-A36D-419F-AF06-94EC16D665DF}" srcId="{CDDB0302-A6FF-46D3-BB1E-28F806B1A7D3}" destId="{C89DAD79-A8FF-4ABC-82DB-DE705E55511D}" srcOrd="2" destOrd="0" parTransId="{1D6D60BF-2A71-4EDB-83DF-4DD349832787}" sibTransId="{305E9568-BFE9-486C-B025-A33114B1B857}"/>
    <dgm:cxn modelId="{3AA20BDD-3261-4196-AF67-02431565DB9C}" type="presOf" srcId="{B7803F1F-8B31-4E71-800D-76AD04EC26FC}" destId="{DC5FE97F-4AF8-4327-AE2E-DCC362DE4FB1}" srcOrd="0" destOrd="0" presId="urn:microsoft.com/office/officeart/2005/8/layout/matrix3"/>
    <dgm:cxn modelId="{CE1AC3FD-B392-4AFC-8C5C-588465859919}" type="presParOf" srcId="{ACD198DD-82B7-4244-8D14-BCE4819C1CE6}" destId="{C5D603F9-BFCC-47E3-AD5A-54F9944914D1}" srcOrd="0" destOrd="0" presId="urn:microsoft.com/office/officeart/2005/8/layout/matrix3"/>
    <dgm:cxn modelId="{0DEFEF5C-6942-4517-9F56-9C1485E3B45D}" type="presParOf" srcId="{ACD198DD-82B7-4244-8D14-BCE4819C1CE6}" destId="{03D53592-F531-4C0C-951C-C24A2A11FA24}" srcOrd="1" destOrd="0" presId="urn:microsoft.com/office/officeart/2005/8/layout/matrix3"/>
    <dgm:cxn modelId="{9CE58441-715B-457D-8B68-E097DC422880}" type="presParOf" srcId="{ACD198DD-82B7-4244-8D14-BCE4819C1CE6}" destId="{D6E1BE17-6ECC-4FEE-8A9E-D969FC1DFDC5}" srcOrd="2" destOrd="0" presId="urn:microsoft.com/office/officeart/2005/8/layout/matrix3"/>
    <dgm:cxn modelId="{31288126-B814-4F85-8CB9-5DAF50DF51FC}" type="presParOf" srcId="{ACD198DD-82B7-4244-8D14-BCE4819C1CE6}" destId="{F4CA002E-2600-44EE-8DED-21275C40ED51}" srcOrd="3" destOrd="0" presId="urn:microsoft.com/office/officeart/2005/8/layout/matrix3"/>
    <dgm:cxn modelId="{1E237E9F-B0C0-40CD-851A-C2A541B45099}" type="presParOf" srcId="{ACD198DD-82B7-4244-8D14-BCE4819C1CE6}" destId="{DC5FE97F-4AF8-4327-AE2E-DCC362DE4FB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086F8-806C-4B65-98F3-3B9EC5344356}">
      <dsp:nvSpPr>
        <dsp:cNvPr id="0" name=""/>
        <dsp:cNvSpPr/>
      </dsp:nvSpPr>
      <dsp:spPr>
        <a:xfrm>
          <a:off x="5071169" y="1959896"/>
          <a:ext cx="2104012" cy="5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184"/>
              </a:lnTo>
              <a:lnTo>
                <a:pt x="2104012" y="341184"/>
              </a:lnTo>
              <a:lnTo>
                <a:pt x="2104012" y="500659"/>
              </a:lnTo>
            </a:path>
          </a:pathLst>
        </a:custGeom>
        <a:noFill/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B08FFC-DD8B-41CA-B75B-C1405AED87AB}">
      <dsp:nvSpPr>
        <dsp:cNvPr id="0" name=""/>
        <dsp:cNvSpPr/>
      </dsp:nvSpPr>
      <dsp:spPr>
        <a:xfrm>
          <a:off x="5025449" y="1959896"/>
          <a:ext cx="91440" cy="5006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6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AFD06A-0DCA-4262-BF3C-E15E1FAE56A9}">
      <dsp:nvSpPr>
        <dsp:cNvPr id="0" name=""/>
        <dsp:cNvSpPr/>
      </dsp:nvSpPr>
      <dsp:spPr>
        <a:xfrm>
          <a:off x="2967156" y="1959896"/>
          <a:ext cx="2104012" cy="500659"/>
        </a:xfrm>
        <a:custGeom>
          <a:avLst/>
          <a:gdLst/>
          <a:ahLst/>
          <a:cxnLst/>
          <a:rect l="0" t="0" r="0" b="0"/>
          <a:pathLst>
            <a:path>
              <a:moveTo>
                <a:pt x="2104012" y="0"/>
              </a:moveTo>
              <a:lnTo>
                <a:pt x="2104012" y="341184"/>
              </a:lnTo>
              <a:lnTo>
                <a:pt x="0" y="341184"/>
              </a:lnTo>
              <a:lnTo>
                <a:pt x="0" y="500659"/>
              </a:lnTo>
            </a:path>
          </a:pathLst>
        </a:custGeom>
        <a:noFill/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B49EB7-36B3-4DBB-A522-9C9A0562CA6C}">
      <dsp:nvSpPr>
        <dsp:cNvPr id="0" name=""/>
        <dsp:cNvSpPr/>
      </dsp:nvSpPr>
      <dsp:spPr>
        <a:xfrm>
          <a:off x="2411" y="866766"/>
          <a:ext cx="1721465" cy="1093130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21DDF-D457-4837-BCD8-0713F787F0D9}">
      <dsp:nvSpPr>
        <dsp:cNvPr id="0" name=""/>
        <dsp:cNvSpPr/>
      </dsp:nvSpPr>
      <dsp:spPr>
        <a:xfrm>
          <a:off x="193684" y="104847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程序设计</a:t>
          </a:r>
          <a:endParaRPr lang="en-US" sz="2300" kern="1200" dirty="0"/>
        </a:p>
      </dsp:txBody>
      <dsp:txXfrm>
        <a:off x="225701" y="1080493"/>
        <a:ext cx="1657431" cy="1029096"/>
      </dsp:txXfrm>
    </dsp:sp>
    <dsp:sp modelId="{46F1F982-5728-4AD6-998C-1D078FFD1A27}">
      <dsp:nvSpPr>
        <dsp:cNvPr id="0" name=""/>
        <dsp:cNvSpPr/>
      </dsp:nvSpPr>
      <dsp:spPr>
        <a:xfrm>
          <a:off x="2106423" y="866766"/>
          <a:ext cx="1721465" cy="1093130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0AB54-11C0-4AB3-AFA7-79EFFF8A9BD6}">
      <dsp:nvSpPr>
        <dsp:cNvPr id="0" name=""/>
        <dsp:cNvSpPr/>
      </dsp:nvSpPr>
      <dsp:spPr>
        <a:xfrm>
          <a:off x="2297697" y="104847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程序设计语言</a:t>
          </a:r>
          <a:endParaRPr lang="en-US" sz="2300" kern="1200" dirty="0"/>
        </a:p>
      </dsp:txBody>
      <dsp:txXfrm>
        <a:off x="2329714" y="1080493"/>
        <a:ext cx="1657431" cy="1029096"/>
      </dsp:txXfrm>
    </dsp:sp>
    <dsp:sp modelId="{EBC1DE7F-A233-4D09-AA12-0146943D8821}">
      <dsp:nvSpPr>
        <dsp:cNvPr id="0" name=""/>
        <dsp:cNvSpPr/>
      </dsp:nvSpPr>
      <dsp:spPr>
        <a:xfrm>
          <a:off x="4210436" y="866766"/>
          <a:ext cx="1721465" cy="1093130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21C40-A9CD-4BE2-A12D-C756035EE01F}">
      <dsp:nvSpPr>
        <dsp:cNvPr id="0" name=""/>
        <dsp:cNvSpPr/>
      </dsp:nvSpPr>
      <dsp:spPr>
        <a:xfrm>
          <a:off x="4401710" y="104847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程序设计语言的分类</a:t>
          </a:r>
        </a:p>
      </dsp:txBody>
      <dsp:txXfrm>
        <a:off x="4433727" y="1080493"/>
        <a:ext cx="1657431" cy="1029096"/>
      </dsp:txXfrm>
    </dsp:sp>
    <dsp:sp modelId="{73CF8785-B746-46DB-A1B0-478F15B4E909}">
      <dsp:nvSpPr>
        <dsp:cNvPr id="0" name=""/>
        <dsp:cNvSpPr/>
      </dsp:nvSpPr>
      <dsp:spPr>
        <a:xfrm>
          <a:off x="2106423" y="2460556"/>
          <a:ext cx="1721465" cy="1093130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06B95-AFF0-4153-8E9B-18BE572C33D4}">
      <dsp:nvSpPr>
        <dsp:cNvPr id="0" name=""/>
        <dsp:cNvSpPr/>
      </dsp:nvSpPr>
      <dsp:spPr>
        <a:xfrm>
          <a:off x="2297697" y="26422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机器语言</a:t>
          </a:r>
        </a:p>
      </dsp:txBody>
      <dsp:txXfrm>
        <a:off x="2329714" y="2674283"/>
        <a:ext cx="1657431" cy="1029096"/>
      </dsp:txXfrm>
    </dsp:sp>
    <dsp:sp modelId="{82331EC0-A39C-4833-A282-91495F655DE2}">
      <dsp:nvSpPr>
        <dsp:cNvPr id="0" name=""/>
        <dsp:cNvSpPr/>
      </dsp:nvSpPr>
      <dsp:spPr>
        <a:xfrm>
          <a:off x="4210436" y="2460556"/>
          <a:ext cx="1721465" cy="1093130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C4B32-6AA6-4BDD-947D-9DBBA8813329}">
      <dsp:nvSpPr>
        <dsp:cNvPr id="0" name=""/>
        <dsp:cNvSpPr/>
      </dsp:nvSpPr>
      <dsp:spPr>
        <a:xfrm>
          <a:off x="4401710" y="26422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汇编语言</a:t>
          </a:r>
        </a:p>
      </dsp:txBody>
      <dsp:txXfrm>
        <a:off x="4433727" y="2674283"/>
        <a:ext cx="1657431" cy="1029096"/>
      </dsp:txXfrm>
    </dsp:sp>
    <dsp:sp modelId="{1FE6C8AA-9057-485F-9781-95B0C2D7D9D8}">
      <dsp:nvSpPr>
        <dsp:cNvPr id="0" name=""/>
        <dsp:cNvSpPr/>
      </dsp:nvSpPr>
      <dsp:spPr>
        <a:xfrm>
          <a:off x="6314449" y="2460556"/>
          <a:ext cx="1721465" cy="1093130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771D6-624C-4693-A2EE-A5C377DD9BC9}">
      <dsp:nvSpPr>
        <dsp:cNvPr id="0" name=""/>
        <dsp:cNvSpPr/>
      </dsp:nvSpPr>
      <dsp:spPr>
        <a:xfrm>
          <a:off x="6505723" y="2642266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高级语言</a:t>
          </a:r>
        </a:p>
      </dsp:txBody>
      <dsp:txXfrm>
        <a:off x="6537740" y="2674283"/>
        <a:ext cx="1657431" cy="1029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C0CAF-DB78-493F-A77E-A1005A58A680}">
      <dsp:nvSpPr>
        <dsp:cNvPr id="0" name=""/>
        <dsp:cNvSpPr/>
      </dsp:nvSpPr>
      <dsp:spPr>
        <a:xfrm>
          <a:off x="1337549" y="1422"/>
          <a:ext cx="3643330" cy="790299"/>
        </a:xfrm>
        <a:prstGeom prst="roundRect">
          <a:avLst>
            <a:gd name="adj" fmla="val 10000"/>
          </a:avLst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zh-CN" sz="4200" kern="1200" dirty="0"/>
            <a:t>语言处理程序</a:t>
          </a:r>
          <a:endParaRPr lang="en-US" sz="4200" kern="1200" dirty="0"/>
        </a:p>
      </dsp:txBody>
      <dsp:txXfrm>
        <a:off x="1360696" y="24569"/>
        <a:ext cx="3597036" cy="744005"/>
      </dsp:txXfrm>
    </dsp:sp>
    <dsp:sp modelId="{E8C8204A-9278-48E1-BB23-2C1D96762392}">
      <dsp:nvSpPr>
        <dsp:cNvPr id="0" name=""/>
        <dsp:cNvSpPr/>
      </dsp:nvSpPr>
      <dsp:spPr>
        <a:xfrm>
          <a:off x="1701882" y="791722"/>
          <a:ext cx="364333" cy="592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724"/>
              </a:lnTo>
              <a:lnTo>
                <a:pt x="364333" y="592724"/>
              </a:lnTo>
            </a:path>
          </a:pathLst>
        </a:custGeom>
        <a:noFill/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EAE080-DAC8-4421-9CDF-CD5E9B9FACA5}">
      <dsp:nvSpPr>
        <dsp:cNvPr id="0" name=""/>
        <dsp:cNvSpPr/>
      </dsp:nvSpPr>
      <dsp:spPr>
        <a:xfrm>
          <a:off x="2066215" y="989297"/>
          <a:ext cx="3833182" cy="7902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汇编程序</a:t>
          </a:r>
          <a:r>
            <a:rPr lang="zh-CN" altLang="en-US" sz="2300" kern="1200" dirty="0"/>
            <a:t>：</a:t>
          </a:r>
          <a:r>
            <a:rPr lang="en-US" altLang="zh-CN" sz="2300" kern="1200" dirty="0"/>
            <a:t>ASM</a:t>
          </a:r>
          <a:endParaRPr lang="en-US" sz="2300" kern="1200" dirty="0"/>
        </a:p>
      </dsp:txBody>
      <dsp:txXfrm>
        <a:off x="2089362" y="1012444"/>
        <a:ext cx="3786888" cy="744005"/>
      </dsp:txXfrm>
    </dsp:sp>
    <dsp:sp modelId="{F774429F-B97B-42D2-85FA-C75E3871C18B}">
      <dsp:nvSpPr>
        <dsp:cNvPr id="0" name=""/>
        <dsp:cNvSpPr/>
      </dsp:nvSpPr>
      <dsp:spPr>
        <a:xfrm>
          <a:off x="1701882" y="791722"/>
          <a:ext cx="364333" cy="15805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0599"/>
              </a:lnTo>
              <a:lnTo>
                <a:pt x="364333" y="1580599"/>
              </a:lnTo>
            </a:path>
          </a:pathLst>
        </a:custGeom>
        <a:noFill/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ECCAA-A6A0-4F39-8F94-C7A8D6F4E486}">
      <dsp:nvSpPr>
        <dsp:cNvPr id="0" name=""/>
        <dsp:cNvSpPr/>
      </dsp:nvSpPr>
      <dsp:spPr>
        <a:xfrm>
          <a:off x="2066215" y="1977172"/>
          <a:ext cx="3837999" cy="7902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解释程序</a:t>
          </a:r>
          <a:r>
            <a:rPr lang="zh-CN" altLang="en-US" sz="2300" kern="1200" dirty="0"/>
            <a:t>：</a:t>
          </a:r>
          <a:r>
            <a:rPr lang="en-US" altLang="zh-CN" sz="2300" kern="1200" dirty="0" err="1"/>
            <a:t>BASIC,python</a:t>
          </a:r>
          <a:r>
            <a:rPr lang="en-US" altLang="zh-CN" sz="2300" kern="1200" dirty="0"/>
            <a:t>?</a:t>
          </a:r>
          <a:endParaRPr lang="en-US" sz="2300" kern="1200" dirty="0"/>
        </a:p>
      </dsp:txBody>
      <dsp:txXfrm>
        <a:off x="2089362" y="2000319"/>
        <a:ext cx="3791705" cy="744005"/>
      </dsp:txXfrm>
    </dsp:sp>
    <dsp:sp modelId="{68DA1135-402E-4311-96E7-73434362CC0A}">
      <dsp:nvSpPr>
        <dsp:cNvPr id="0" name=""/>
        <dsp:cNvSpPr/>
      </dsp:nvSpPr>
      <dsp:spPr>
        <a:xfrm>
          <a:off x="1701882" y="791722"/>
          <a:ext cx="382705" cy="25698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9897"/>
              </a:lnTo>
              <a:lnTo>
                <a:pt x="382705" y="2569897"/>
              </a:lnTo>
            </a:path>
          </a:pathLst>
        </a:custGeom>
        <a:noFill/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95420B-A989-4DB5-ADC8-9B7DFF724E06}">
      <dsp:nvSpPr>
        <dsp:cNvPr id="0" name=""/>
        <dsp:cNvSpPr/>
      </dsp:nvSpPr>
      <dsp:spPr>
        <a:xfrm>
          <a:off x="2084587" y="2966470"/>
          <a:ext cx="3816301" cy="7902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3268B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 dirty="0"/>
            <a:t>编译程序</a:t>
          </a:r>
          <a:r>
            <a:rPr lang="zh-CN" altLang="en-US" sz="2300" kern="1200" dirty="0"/>
            <a:t>：</a:t>
          </a:r>
          <a:r>
            <a:rPr lang="en-US" altLang="zh-CN" sz="2300" kern="1200" dirty="0"/>
            <a:t>C</a:t>
          </a:r>
          <a:r>
            <a:rPr lang="zh-CN" altLang="en-US" sz="2300" kern="1200" dirty="0"/>
            <a:t>，</a:t>
          </a:r>
          <a:r>
            <a:rPr lang="en-US" altLang="zh-CN" sz="2300" kern="1200" dirty="0"/>
            <a:t>C++</a:t>
          </a:r>
          <a:r>
            <a:rPr lang="zh-CN" altLang="en-US" sz="2300" kern="1200" dirty="0"/>
            <a:t>，</a:t>
          </a:r>
          <a:r>
            <a:rPr lang="en-US" altLang="zh-CN" sz="2300" kern="1200" dirty="0"/>
            <a:t>C#</a:t>
          </a:r>
          <a:r>
            <a:rPr lang="zh-CN" altLang="en-US" sz="2300" kern="1200" dirty="0"/>
            <a:t>，</a:t>
          </a:r>
          <a:r>
            <a:rPr lang="en-US" altLang="zh-CN" sz="2300" kern="1200" dirty="0"/>
            <a:t>JAVA</a:t>
          </a:r>
          <a:r>
            <a:rPr lang="zh-CN" altLang="en-US" sz="2300" kern="1200" dirty="0"/>
            <a:t>等</a:t>
          </a:r>
          <a:endParaRPr lang="zh-CN" sz="2300" kern="1200" dirty="0"/>
        </a:p>
      </dsp:txBody>
      <dsp:txXfrm>
        <a:off x="2107734" y="2989617"/>
        <a:ext cx="3770007" cy="7440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603F9-BFCC-47E3-AD5A-54F9944914D1}">
      <dsp:nvSpPr>
        <dsp:cNvPr id="0" name=""/>
        <dsp:cNvSpPr/>
      </dsp:nvSpPr>
      <dsp:spPr>
        <a:xfrm>
          <a:off x="1751048" y="0"/>
          <a:ext cx="3587206" cy="3587206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53592-F531-4C0C-951C-C24A2A11FA24}">
      <dsp:nvSpPr>
        <dsp:cNvPr id="0" name=""/>
        <dsp:cNvSpPr/>
      </dsp:nvSpPr>
      <dsp:spPr>
        <a:xfrm>
          <a:off x="2091833" y="340784"/>
          <a:ext cx="1399010" cy="1399010"/>
        </a:xfrm>
        <a:prstGeom prst="roundRect">
          <a:avLst/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 dirty="0"/>
            <a:t>自然语言表示法</a:t>
          </a:r>
          <a:endParaRPr lang="en-US" sz="2400" kern="1200" dirty="0"/>
        </a:p>
      </dsp:txBody>
      <dsp:txXfrm>
        <a:off x="2160127" y="409078"/>
        <a:ext cx="1262422" cy="1262422"/>
      </dsp:txXfrm>
    </dsp:sp>
    <dsp:sp modelId="{D6E1BE17-6ECC-4FEE-8A9E-D969FC1DFDC5}">
      <dsp:nvSpPr>
        <dsp:cNvPr id="0" name=""/>
        <dsp:cNvSpPr/>
      </dsp:nvSpPr>
      <dsp:spPr>
        <a:xfrm>
          <a:off x="3598460" y="340784"/>
          <a:ext cx="1399010" cy="1399010"/>
        </a:xfrm>
        <a:prstGeom prst="roundRect">
          <a:avLst/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 dirty="0"/>
            <a:t>流程图表示法</a:t>
          </a:r>
          <a:endParaRPr lang="en-US" sz="2400" kern="1200" dirty="0"/>
        </a:p>
      </dsp:txBody>
      <dsp:txXfrm>
        <a:off x="3666754" y="409078"/>
        <a:ext cx="1262422" cy="1262422"/>
      </dsp:txXfrm>
    </dsp:sp>
    <dsp:sp modelId="{F4CA002E-2600-44EE-8DED-21275C40ED51}">
      <dsp:nvSpPr>
        <dsp:cNvPr id="0" name=""/>
        <dsp:cNvSpPr/>
      </dsp:nvSpPr>
      <dsp:spPr>
        <a:xfrm>
          <a:off x="2091833" y="1847411"/>
          <a:ext cx="1399010" cy="1399010"/>
        </a:xfrm>
        <a:prstGeom prst="roundRect">
          <a:avLst/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 dirty="0"/>
            <a:t>伪代码表示法</a:t>
          </a:r>
          <a:endParaRPr lang="en-US" sz="2400" kern="1200" dirty="0"/>
        </a:p>
      </dsp:txBody>
      <dsp:txXfrm>
        <a:off x="2160127" y="1915705"/>
        <a:ext cx="1262422" cy="1262422"/>
      </dsp:txXfrm>
    </dsp:sp>
    <dsp:sp modelId="{DC5FE97F-4AF8-4327-AE2E-DCC362DE4FB1}">
      <dsp:nvSpPr>
        <dsp:cNvPr id="0" name=""/>
        <dsp:cNvSpPr/>
      </dsp:nvSpPr>
      <dsp:spPr>
        <a:xfrm>
          <a:off x="3598460" y="1847411"/>
          <a:ext cx="1399010" cy="1399010"/>
        </a:xfrm>
        <a:prstGeom prst="roundRect">
          <a:avLst/>
        </a:prstGeom>
        <a:solidFill>
          <a:srgbClr val="3268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kern="1200" dirty="0"/>
            <a:t>计算机语言表示法</a:t>
          </a:r>
        </a:p>
      </dsp:txBody>
      <dsp:txXfrm>
        <a:off x="3666754" y="1915705"/>
        <a:ext cx="1262422" cy="1262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82B81-E7B1-4204-83D2-E3CBFD825358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10CCC-753D-47EB-A43C-55FB8AE19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50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48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CFB6-D04B-95F3-5C3A-2667CB83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508914-B78F-A171-4E87-B12629F70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F684A-DC1D-CD96-B188-936741607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956AB3-50FD-8254-1592-DBB859B5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73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2734-E44E-0550-EFDE-D4636C54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AA00D9-4F12-C183-09E6-58A788D24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052D82-7CF5-4839-7AA6-A73624D76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C58B9-815D-E03B-C41C-593345138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370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202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67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Edge-&gt;..-&gt;</a:t>
            </a:r>
            <a:r>
              <a:rPr lang="zh-CN" altLang="en-US" dirty="0"/>
              <a:t>在</a:t>
            </a:r>
            <a:r>
              <a:rPr lang="en-US" altLang="zh-CN" dirty="0"/>
              <a:t>internet explorer</a:t>
            </a:r>
            <a:r>
              <a:rPr lang="zh-CN" altLang="en-US" dirty="0"/>
              <a:t>下重新加载</a:t>
            </a:r>
            <a:r>
              <a:rPr lang="en-US" altLang="zh-CN" dirty="0"/>
              <a:t>-&gt;</a:t>
            </a:r>
            <a:r>
              <a:rPr lang="zh-CN" altLang="en-US" dirty="0"/>
              <a:t>编码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118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10CCC-753D-47EB-A43C-55FB8AE1975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25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8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06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83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1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99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0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2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4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6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7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58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550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617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9998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1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1631951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12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1566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67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340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199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046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3221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375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3687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365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1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1631951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0837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428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8332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04790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41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1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8490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9279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7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7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/>
          <a:lstStyle/>
          <a:p>
            <a:fld id="{8E65F952-5E82-4DE2-A1EB-18C7560ABA8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5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chemeClr val="bg1"/>
            </a:gs>
            <a:gs pos="39000">
              <a:schemeClr val="bg1">
                <a:lumMod val="95000"/>
              </a:schemeClr>
            </a:gs>
            <a:gs pos="0">
              <a:srgbClr val="8EA5C0"/>
            </a:gs>
            <a:gs pos="100000">
              <a:srgbClr val="8CADD4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FACBB-607D-4E97-8D86-9B09235C38C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B3A44-5F43-4DB2-BACF-21EA54970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87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1000">
              <a:schemeClr val="bg1"/>
            </a:gs>
            <a:gs pos="39000">
              <a:schemeClr val="bg1">
                <a:lumMod val="95000"/>
              </a:schemeClr>
            </a:gs>
            <a:gs pos="0">
              <a:schemeClr val="bg1">
                <a:lumMod val="50000"/>
              </a:schemeClr>
            </a:gs>
            <a:gs pos="100000">
              <a:schemeClr val="bg1">
                <a:lumMod val="5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98496-4E96-4567-845B-6AF242BFA0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C577A-B8FD-4ED0-916F-EE67C57FA4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86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2" r:id="rId9"/>
    <p:sldLayoutId id="2147483684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1000">
              <a:schemeClr val="bg1"/>
            </a:gs>
            <a:gs pos="39000">
              <a:schemeClr val="bg1">
                <a:lumMod val="95000"/>
              </a:schemeClr>
            </a:gs>
            <a:gs pos="0">
              <a:schemeClr val="bg1">
                <a:lumMod val="50000"/>
              </a:schemeClr>
            </a:gs>
            <a:gs pos="100000">
              <a:schemeClr val="bg1">
                <a:lumMod val="5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40FC5-5191-4DDB-8072-3985EC01114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1" t="-503" r="45073" b="503"/>
          <a:stretch/>
        </p:blipFill>
        <p:spPr>
          <a:xfrm>
            <a:off x="-2484784" y="-92546"/>
            <a:ext cx="6156176" cy="5250459"/>
          </a:xfrm>
          <a:prstGeom prst="flowChartDelay">
            <a:avLst/>
          </a:prstGeom>
          <a:ln w="53975">
            <a:solidFill>
              <a:schemeClr val="bg1">
                <a:lumMod val="50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6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hidden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95" y="5020022"/>
            <a:ext cx="5018087" cy="1285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737900" y="3379863"/>
            <a:ext cx="2825988" cy="1640159"/>
            <a:chOff x="554475" y="2170566"/>
            <a:chExt cx="3495146" cy="2464319"/>
          </a:xfrm>
        </p:grpSpPr>
        <p:sp>
          <p:nvSpPr>
            <p:cNvPr id="34" name="剪去单角的矩形 33"/>
            <p:cNvSpPr/>
            <p:nvPr/>
          </p:nvSpPr>
          <p:spPr>
            <a:xfrm>
              <a:off x="956949" y="2660849"/>
              <a:ext cx="2809159" cy="1508851"/>
            </a:xfrm>
            <a:prstGeom prst="snip1Rect">
              <a:avLst>
                <a:gd name="adj" fmla="val 0"/>
              </a:avLst>
            </a:prstGeom>
            <a:solidFill>
              <a:srgbClr val="0149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576574" y="3039740"/>
              <a:ext cx="21895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第  </a:t>
              </a:r>
              <a:r>
                <a:rPr lang="en-US" altLang="zh-CN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  </a:t>
              </a: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章</a:t>
              </a:r>
            </a:p>
          </p:txBody>
        </p:sp>
        <p:pic>
          <p:nvPicPr>
            <p:cNvPr id="37" name="Picture 4" descr="G:\稻壳儿\5\miracomunicazione\shadow3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4475" y="4144604"/>
              <a:ext cx="3412278" cy="490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" descr="G:\稻壳儿\5\miracomunicazione\shadow3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673437" y="2170566"/>
              <a:ext cx="3376184" cy="490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785375" y="3412088"/>
              <a:ext cx="2785468" cy="554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概论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672061" y="3620512"/>
            <a:ext cx="5616624" cy="937962"/>
            <a:chOff x="3672061" y="3620512"/>
            <a:chExt cx="5616624" cy="937962"/>
          </a:xfrm>
        </p:grpSpPr>
        <p:sp>
          <p:nvSpPr>
            <p:cNvPr id="41" name="矩形 40"/>
            <p:cNvSpPr/>
            <p:nvPr/>
          </p:nvSpPr>
          <p:spPr>
            <a:xfrm>
              <a:off x="4211964" y="4299942"/>
              <a:ext cx="2536272" cy="2585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90000"/>
              </a:pPr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主讲 </a:t>
              </a:r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——</a:t>
              </a:r>
              <a:r>
                <a:rPr lang="zh-CN" altLang="en-US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  华中科技大学    黄庆凤</a:t>
              </a:r>
              <a:endPara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672061" y="3620512"/>
              <a:ext cx="561662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latin typeface="方正兰亭特黑_GBK" panose="02010600030101010101" charset="-122"/>
                  <a:ea typeface="方正兰亭特黑_GBK" panose="02010600030101010101" charset="-122"/>
                </a:rPr>
                <a:t>C</a:t>
              </a:r>
              <a:r>
                <a:rPr lang="zh-CN" altLang="en-US" sz="4000" dirty="0">
                  <a:latin typeface="方正兰亭特黑_GBK" panose="02010600030101010101" charset="-122"/>
                  <a:ea typeface="方正兰亭特黑_GBK" panose="02010600030101010101" charset="-122"/>
                </a:rPr>
                <a:t>语言程序设计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78E88A1-F549-F787-EA22-D20419529D4D}"/>
              </a:ext>
            </a:extLst>
          </p:cNvPr>
          <p:cNvGrpSpPr/>
          <p:nvPr/>
        </p:nvGrpSpPr>
        <p:grpSpPr>
          <a:xfrm>
            <a:off x="-10313" y="11626"/>
            <a:ext cx="9164626" cy="3914503"/>
            <a:chOff x="-10313" y="11626"/>
            <a:chExt cx="9164626" cy="3914503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9FA0BC7-CECF-BD29-CFDD-7E64AB3D5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0" y="11626"/>
              <a:ext cx="9154313" cy="3435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G:\稻壳儿\5\miracomunicazione\shadow3.png">
              <a:extLst>
                <a:ext uri="{FF2B5EF4-FFF2-40B4-BE49-F238E27FC236}">
                  <a16:creationId xmlns:a16="http://schemas.microsoft.com/office/drawing/2014/main" id="{64F7306C-9719-4BE0-6A0D-2B7F71199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10313" y="3435848"/>
              <a:ext cx="9154312" cy="490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91482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7">
            <a:extLst>
              <a:ext uri="{FF2B5EF4-FFF2-40B4-BE49-F238E27FC236}">
                <a16:creationId xmlns:a16="http://schemas.microsoft.com/office/drawing/2014/main" id="{EA9DCB39-A85D-0551-30AD-E80851368442}"/>
              </a:ext>
            </a:extLst>
          </p:cNvPr>
          <p:cNvSpPr txBox="1"/>
          <p:nvPr/>
        </p:nvSpPr>
        <p:spPr>
          <a:xfrm>
            <a:off x="3923928" y="1923678"/>
            <a:ext cx="2971930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3200" b="1" dirty="0">
                <a:solidFill>
                  <a:srgbClr val="333333"/>
                </a:solidFill>
                <a:cs typeface="+mn-ea"/>
              </a:rPr>
              <a:t>二、计算机中的信息表示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69760FF9-BFE7-DBE0-86ED-72BF4A52D346}"/>
              </a:ext>
            </a:extLst>
          </p:cNvPr>
          <p:cNvSpPr txBox="1"/>
          <p:nvPr/>
        </p:nvSpPr>
        <p:spPr>
          <a:xfrm>
            <a:off x="3923928" y="1059582"/>
            <a:ext cx="2971930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3200" b="1" dirty="0">
                <a:solidFill>
                  <a:srgbClr val="B71C2B"/>
                </a:solidFill>
                <a:cs typeface="+mn-ea"/>
              </a:rPr>
              <a:t>一、</a:t>
            </a:r>
            <a:r>
              <a:rPr lang="en-US" altLang="zh-CN" sz="3200" b="1" dirty="0">
                <a:solidFill>
                  <a:srgbClr val="B71C2B"/>
                </a:solidFill>
                <a:cs typeface="+mn-ea"/>
              </a:rPr>
              <a:t>Why</a:t>
            </a:r>
            <a:r>
              <a:rPr lang="zh-CN" altLang="en-US" sz="3200" b="1" dirty="0">
                <a:solidFill>
                  <a:srgbClr val="B71C2B"/>
                </a:solidFill>
                <a:cs typeface="+mn-ea"/>
              </a:rPr>
              <a:t>、</a:t>
            </a:r>
            <a:r>
              <a:rPr lang="en-US" altLang="zh-CN" sz="3200" b="1" dirty="0">
                <a:solidFill>
                  <a:srgbClr val="B71C2B"/>
                </a:solidFill>
                <a:cs typeface="+mn-ea"/>
              </a:rPr>
              <a:t>What</a:t>
            </a:r>
            <a:r>
              <a:rPr lang="zh-CN" altLang="en-US" sz="3200" b="1" dirty="0">
                <a:solidFill>
                  <a:srgbClr val="B71C2B"/>
                </a:solidFill>
                <a:cs typeface="+mn-ea"/>
              </a:rPr>
              <a:t>、</a:t>
            </a:r>
            <a:r>
              <a:rPr lang="en-US" altLang="zh-CN" sz="3200" b="1" dirty="0">
                <a:solidFill>
                  <a:srgbClr val="B71C2B"/>
                </a:solidFill>
                <a:cs typeface="+mn-ea"/>
              </a:rPr>
              <a:t>How</a:t>
            </a:r>
            <a:endParaRPr lang="zh-CN" altLang="en-US" sz="3200" b="1" dirty="0">
              <a:solidFill>
                <a:srgbClr val="B71C2B"/>
              </a:solidFill>
              <a:cs typeface="+mn-ea"/>
            </a:endParaRPr>
          </a:p>
        </p:txBody>
      </p:sp>
      <p:sp>
        <p:nvSpPr>
          <p:cNvPr id="43" name="Freeform 3297">
            <a:extLst>
              <a:ext uri="{FF2B5EF4-FFF2-40B4-BE49-F238E27FC236}">
                <a16:creationId xmlns:a16="http://schemas.microsoft.com/office/drawing/2014/main" id="{62B249DE-DB1C-9345-5763-6BEFDA198367}"/>
              </a:ext>
            </a:extLst>
          </p:cNvPr>
          <p:cNvSpPr/>
          <p:nvPr/>
        </p:nvSpPr>
        <p:spPr bwMode="auto">
          <a:xfrm>
            <a:off x="-1050864" y="145704"/>
            <a:ext cx="2958568" cy="2960397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A1A6440-72FE-C748-2230-D4E3B2FB4577}"/>
              </a:ext>
            </a:extLst>
          </p:cNvPr>
          <p:cNvGrpSpPr/>
          <p:nvPr/>
        </p:nvGrpSpPr>
        <p:grpSpPr>
          <a:xfrm>
            <a:off x="1513264" y="1504108"/>
            <a:ext cx="1636640" cy="1638160"/>
            <a:chOff x="2343540" y="491900"/>
            <a:chExt cx="1636640" cy="1638160"/>
          </a:xfrm>
        </p:grpSpPr>
        <p:sp>
          <p:nvSpPr>
            <p:cNvPr id="45" name="Freeform 3301">
              <a:extLst>
                <a:ext uri="{FF2B5EF4-FFF2-40B4-BE49-F238E27FC236}">
                  <a16:creationId xmlns:a16="http://schemas.microsoft.com/office/drawing/2014/main" id="{70D79CAA-EEF1-5B2D-3A75-B57BF793192B}"/>
                </a:ext>
              </a:extLst>
            </p:cNvPr>
            <p:cNvSpPr/>
            <p:nvPr/>
          </p:nvSpPr>
          <p:spPr bwMode="auto">
            <a:xfrm>
              <a:off x="2343540" y="491900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AC69313-BD48-67B9-06EA-FF360731ABC5}"/>
                </a:ext>
              </a:extLst>
            </p:cNvPr>
            <p:cNvSpPr/>
            <p:nvPr/>
          </p:nvSpPr>
          <p:spPr>
            <a:xfrm>
              <a:off x="2449948" y="967459"/>
              <a:ext cx="1467561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>
                      <a:lumMod val="100000"/>
                    </a:schemeClr>
                  </a:solidFill>
                  <a:cs typeface="+mn-ea"/>
                  <a:sym typeface="+mn-lt"/>
                </a:rPr>
                <a:t>目录</a:t>
              </a:r>
            </a:p>
          </p:txBody>
        </p:sp>
      </p:grpSp>
      <p:sp>
        <p:nvSpPr>
          <p:cNvPr id="50" name="TextBox 35">
            <a:extLst>
              <a:ext uri="{FF2B5EF4-FFF2-40B4-BE49-F238E27FC236}">
                <a16:creationId xmlns:a16="http://schemas.microsoft.com/office/drawing/2014/main" id="{9841846F-E0D1-D0B2-AA44-1B982E306C79}"/>
              </a:ext>
            </a:extLst>
          </p:cNvPr>
          <p:cNvSpPr txBox="1"/>
          <p:nvPr/>
        </p:nvSpPr>
        <p:spPr>
          <a:xfrm>
            <a:off x="3923928" y="2787774"/>
            <a:ext cx="2971930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3200" b="1" dirty="0">
                <a:solidFill>
                  <a:srgbClr val="B71C2B"/>
                </a:solidFill>
                <a:cs typeface="+mn-ea"/>
              </a:rPr>
              <a:t>三、计算机系统组成</a:t>
            </a:r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8A8573A4-E742-ECDA-5EF2-DDCF3FB16A24}"/>
              </a:ext>
            </a:extLst>
          </p:cNvPr>
          <p:cNvSpPr txBox="1"/>
          <p:nvPr/>
        </p:nvSpPr>
        <p:spPr>
          <a:xfrm>
            <a:off x="3923928" y="3651870"/>
            <a:ext cx="2971930" cy="18214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Autofit/>
          </a:bodyPr>
          <a:lstStyle/>
          <a:p>
            <a:r>
              <a:rPr lang="zh-CN" altLang="en-US" sz="3200" b="1" dirty="0">
                <a:solidFill>
                  <a:srgbClr val="333333"/>
                </a:solidFill>
                <a:cs typeface="+mn-ea"/>
              </a:rPr>
              <a:t>四、程序设计与算法基础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CA7719-EDCE-1A32-FE0B-9FACCD159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1181" y="286882"/>
            <a:ext cx="2686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9B85FAC-7CFC-DCAC-1D84-B169DD569C44}"/>
              </a:ext>
            </a:extLst>
          </p:cNvPr>
          <p:cNvGrpSpPr/>
          <p:nvPr/>
        </p:nvGrpSpPr>
        <p:grpSpPr>
          <a:xfrm>
            <a:off x="3824249" y="1305265"/>
            <a:ext cx="1143178" cy="1047633"/>
            <a:chOff x="2202008" y="436205"/>
            <a:chExt cx="1787563" cy="1638160"/>
          </a:xfrm>
        </p:grpSpPr>
        <p:sp>
          <p:nvSpPr>
            <p:cNvPr id="11" name="Freeform 3301">
              <a:extLst>
                <a:ext uri="{FF2B5EF4-FFF2-40B4-BE49-F238E27FC236}">
                  <a16:creationId xmlns:a16="http://schemas.microsoft.com/office/drawing/2014/main" id="{C66A19BA-F34D-B33B-F946-EC3F21A06658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3795689-34BB-002C-86B2-7B0506FDECB6}"/>
                </a:ext>
              </a:extLst>
            </p:cNvPr>
            <p:cNvSpPr/>
            <p:nvPr/>
          </p:nvSpPr>
          <p:spPr>
            <a:xfrm>
              <a:off x="2522009" y="726714"/>
              <a:ext cx="1467562" cy="1105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spc="3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一</a:t>
              </a:r>
              <a:endParaRPr lang="zh-CN" altLang="en-US" sz="4000" spc="300" dirty="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6" name="TextBox 35">
            <a:extLst>
              <a:ext uri="{FF2B5EF4-FFF2-40B4-BE49-F238E27FC236}">
                <a16:creationId xmlns:a16="http://schemas.microsoft.com/office/drawing/2014/main" id="{A1C74244-99F2-D59E-B387-C4FD8FD07914}"/>
              </a:ext>
            </a:extLst>
          </p:cNvPr>
          <p:cNvSpPr txBox="1"/>
          <p:nvPr/>
        </p:nvSpPr>
        <p:spPr>
          <a:xfrm>
            <a:off x="4498161" y="2021844"/>
            <a:ext cx="2971930" cy="60719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/>
          </a:bodyPr>
          <a:lstStyle/>
          <a:p>
            <a:r>
              <a:rPr lang="en-US" altLang="zh-CN" sz="3600" b="1" dirty="0">
                <a:solidFill>
                  <a:srgbClr val="333333"/>
                </a:solidFill>
                <a:cs typeface="+mn-ea"/>
              </a:rPr>
              <a:t>Why</a:t>
            </a:r>
            <a:r>
              <a:rPr lang="zh-CN" altLang="en-US" sz="3600" b="1" dirty="0">
                <a:solidFill>
                  <a:srgbClr val="333333"/>
                </a:solidFill>
                <a:cs typeface="+mn-ea"/>
              </a:rPr>
              <a:t>、</a:t>
            </a:r>
            <a:r>
              <a:rPr lang="en-US" altLang="zh-CN" sz="3600" b="1" dirty="0">
                <a:solidFill>
                  <a:srgbClr val="333333"/>
                </a:solidFill>
                <a:cs typeface="+mn-ea"/>
              </a:rPr>
              <a:t>What</a:t>
            </a:r>
            <a:r>
              <a:rPr lang="zh-CN" altLang="en-US" sz="3600" b="1" dirty="0">
                <a:solidFill>
                  <a:srgbClr val="333333"/>
                </a:solidFill>
                <a:cs typeface="+mn-ea"/>
              </a:rPr>
              <a:t>、</a:t>
            </a:r>
            <a:r>
              <a:rPr lang="en-US" altLang="zh-CN" sz="3600" b="1" dirty="0">
                <a:solidFill>
                  <a:srgbClr val="333333"/>
                </a:solidFill>
                <a:cs typeface="+mn-ea"/>
              </a:rPr>
              <a:t>How</a:t>
            </a:r>
            <a:endParaRPr lang="zh-CN" altLang="en-US" sz="3600" b="1" dirty="0">
              <a:solidFill>
                <a:srgbClr val="333333"/>
              </a:solidFill>
              <a:cs typeface="+mn-ea"/>
            </a:endParaRPr>
          </a:p>
        </p:txBody>
      </p:sp>
      <p:sp>
        <p:nvSpPr>
          <p:cNvPr id="17" name="Freeform 3297">
            <a:extLst>
              <a:ext uri="{FF2B5EF4-FFF2-40B4-BE49-F238E27FC236}">
                <a16:creationId xmlns:a16="http://schemas.microsoft.com/office/drawing/2014/main" id="{C643D9D6-3442-3D04-144F-46B199C439F5}"/>
              </a:ext>
            </a:extLst>
          </p:cNvPr>
          <p:cNvSpPr/>
          <p:nvPr/>
        </p:nvSpPr>
        <p:spPr bwMode="auto">
          <a:xfrm>
            <a:off x="1187624" y="1059582"/>
            <a:ext cx="2796817" cy="279854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FD1EC1-1D06-01A5-F6C8-778F5DBCB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957" y="1091085"/>
            <a:ext cx="2686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8398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0F8580-1FF7-B0D1-AE81-4A3B493CD856}"/>
              </a:ext>
            </a:extLst>
          </p:cNvPr>
          <p:cNvSpPr txBox="1"/>
          <p:nvPr/>
        </p:nvSpPr>
        <p:spPr>
          <a:xfrm>
            <a:off x="303609" y="314853"/>
            <a:ext cx="8992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AI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编程已经如此强大，为什么还要学习编程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(Why)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925C3B-E765-CD0E-867C-E5644A9752CD}"/>
              </a:ext>
            </a:extLst>
          </p:cNvPr>
          <p:cNvSpPr txBox="1"/>
          <p:nvPr/>
        </p:nvSpPr>
        <p:spPr>
          <a:xfrm>
            <a:off x="1043608" y="1131590"/>
            <a:ext cx="6216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讨论：你用过哪些大模型，用来干什么，效果咋样？</a:t>
            </a:r>
            <a:endParaRPr lang="en-US" altLang="zh-CN" dirty="0"/>
          </a:p>
          <a:p>
            <a:r>
              <a:rPr lang="zh-CN" altLang="en-US" dirty="0"/>
              <a:t>你用大模型编程吗？感觉如何</a:t>
            </a:r>
            <a:endParaRPr lang="en-US" altLang="zh-CN" dirty="0"/>
          </a:p>
          <a:p>
            <a:r>
              <a:rPr lang="en-US" altLang="zh-CN" dirty="0"/>
              <a:t>---</a:t>
            </a:r>
            <a:r>
              <a:rPr lang="zh-CN" altLang="en-US" dirty="0"/>
              <a:t>软件专业路在何方？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845925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DB92-1F67-F97C-C374-5CD93367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41A4DA-2AD8-BB22-1AA0-F8C73E27F2BA}"/>
              </a:ext>
            </a:extLst>
          </p:cNvPr>
          <p:cNvSpPr txBox="1"/>
          <p:nvPr/>
        </p:nvSpPr>
        <p:spPr>
          <a:xfrm>
            <a:off x="303609" y="314853"/>
            <a:ext cx="8992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AI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编程已经如此强大，为什么还要学习编程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(Why)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04B885-C57B-3FED-2826-626CBF0247A7}"/>
              </a:ext>
            </a:extLst>
          </p:cNvPr>
          <p:cNvSpPr txBox="1"/>
          <p:nvPr/>
        </p:nvSpPr>
        <p:spPr>
          <a:xfrm>
            <a:off x="466754" y="1055075"/>
            <a:ext cx="821049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一、 核心逻辑：从“代码撰写者”到“系统驾驭者”</a:t>
            </a:r>
          </a:p>
          <a:p>
            <a:pPr>
              <a:lnSpc>
                <a:spcPts val="2400"/>
              </a:lnSpc>
            </a:pPr>
            <a:r>
              <a:rPr lang="zh-CN" altLang="zh-CN" b="1" dirty="0"/>
              <a:t>1. 拥有</a:t>
            </a:r>
            <a:r>
              <a:rPr lang="zh-CN" altLang="zh-CN" b="1" dirty="0">
                <a:solidFill>
                  <a:srgbClr val="FF0000"/>
                </a:solidFill>
              </a:rPr>
              <a:t>判断力</a:t>
            </a:r>
            <a:r>
              <a:rPr lang="zh-CN" altLang="zh-CN" b="1" dirty="0"/>
              <a:t>：能看懂代码才能“验货”与“纠错”</a:t>
            </a:r>
            <a:endParaRPr lang="zh-CN" altLang="zh-CN" dirty="0"/>
          </a:p>
          <a:p>
            <a:pPr>
              <a:lnSpc>
                <a:spcPts val="2400"/>
              </a:lnSpc>
            </a:pPr>
            <a:r>
              <a:rPr lang="zh-CN" altLang="zh-CN" b="1" dirty="0"/>
              <a:t>2. 提高</a:t>
            </a:r>
            <a:r>
              <a:rPr lang="zh-CN" altLang="zh-CN" b="1" dirty="0">
                <a:solidFill>
                  <a:srgbClr val="FF0000"/>
                </a:solidFill>
              </a:rPr>
              <a:t>沟通精度</a:t>
            </a:r>
            <a:r>
              <a:rPr lang="zh-CN" altLang="zh-CN" b="1" dirty="0"/>
              <a:t>：懂得技术的语言，才能精准 </a:t>
            </a:r>
            <a:r>
              <a:rPr lang="zh-CN" altLang="zh-CN" b="1" dirty="0">
                <a:solidFill>
                  <a:srgbClr val="FF0000"/>
                </a:solidFill>
              </a:rPr>
              <a:t>Prompt</a:t>
            </a:r>
            <a:endParaRPr lang="zh-CN" altLang="zh-CN" dirty="0">
              <a:solidFill>
                <a:srgbClr val="FF0000"/>
              </a:solidFill>
            </a:endParaRP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自然语言看似简单，但在复杂工程中极其模糊。 </a:t>
            </a: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只有理解变量、函数、并发、接口设计等技术概念，你才能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用准确的逻辑和结构化语言向 AI 描述需求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，实现真正的精准交互与高效开发。</a:t>
            </a:r>
          </a:p>
          <a:p>
            <a:pPr>
              <a:lnSpc>
                <a:spcPts val="2400"/>
              </a:lnSpc>
            </a:pPr>
            <a:r>
              <a:rPr lang="zh-CN" altLang="zh-CN" b="1" dirty="0"/>
              <a:t>3. 培养计算思维与抽象建模能力</a:t>
            </a:r>
            <a:endParaRPr lang="zh-CN" altLang="zh-CN" dirty="0"/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编程的本质不是记语法，而是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拆解复杂问题、建立逻辑模型与确定边界条件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的过程。 </a:t>
            </a:r>
          </a:p>
          <a:p>
            <a:pPr marL="742950" lvl="1" indent="-28575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这种计算思维（Computational Thinking）在任何行业都适用，它是指导 AI 执行任务的前提。没有系统抽象能力的人，给 AI 的需求往往是杂乱且不可执行的。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14838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939CA-D53D-AC6E-C63A-1D58C398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5B8C8D8-F871-3A6A-5BC6-898973FAFDD4}"/>
              </a:ext>
            </a:extLst>
          </p:cNvPr>
          <p:cNvSpPr txBox="1"/>
          <p:nvPr/>
        </p:nvSpPr>
        <p:spPr>
          <a:xfrm>
            <a:off x="303609" y="314853"/>
            <a:ext cx="8992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AI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编程已经如此强大，为什么还要学习编程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(Why)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5EEB74-11A0-3690-CAA9-481EB7B32EE8}"/>
              </a:ext>
            </a:extLst>
          </p:cNvPr>
          <p:cNvSpPr txBox="1"/>
          <p:nvPr/>
        </p:nvSpPr>
        <p:spPr>
          <a:xfrm>
            <a:off x="654914" y="987574"/>
            <a:ext cx="821049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 大学阶段为什么需要“笨功夫”？</a:t>
            </a:r>
          </a:p>
          <a:p>
            <a:pPr lvl="0"/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建立肌肉记忆与直觉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：第一次理解递归、指针、数据结构或网络协议时，如果直接让 AI 给出答案，你将失去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建立大脑认知模型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的过程。 </a:t>
            </a:r>
          </a:p>
          <a:p>
            <a:pPr lvl="0"/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打破“黑盒”感知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：如果不学基础，AI 和计算机对你而言永远是不可预测的“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黑盒”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；只有学过基础，你才能明白</a:t>
            </a:r>
            <a:r>
              <a:rPr lang="zh-CN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底层机理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，实现真正的“知其所以然”。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zh-CN" altLang="zh-CN" dirty="0"/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未来的高价值人才，绝不是纯靠手动敲代码的“代码搬运工”，而是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能够准确定义问题、设计系统架构，并熟练指挥 AI 团队完成落地的“技术指挥官”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。学习基础编程，正是拿到这张指挥官准考证的唯一途径。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72569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6446B8-9FF6-1460-7DE5-9132BD84CFA3}"/>
              </a:ext>
            </a:extLst>
          </p:cNvPr>
          <p:cNvSpPr txBox="1"/>
          <p:nvPr/>
        </p:nvSpPr>
        <p:spPr>
          <a:xfrm>
            <a:off x="1414889" y="331496"/>
            <a:ext cx="490230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计算机技术是什么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(What)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CB5C70-5BF8-698C-7728-0E431033EC89}"/>
              </a:ext>
            </a:extLst>
          </p:cNvPr>
          <p:cNvSpPr txBox="1"/>
          <p:nvPr/>
        </p:nvSpPr>
        <p:spPr>
          <a:xfrm>
            <a:off x="3835482" y="1602254"/>
            <a:ext cx="52413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3268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：如何提高计算速度和计算的准确性：算法复杂度和算法的正确性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3268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：如何存储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，如何优化减少存储空间：节约成本、如何加快存取速度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3268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：如何让数据从一端到另一端，速度快、数据不丢失：如何快速有效沟通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5C53FB-3035-AB40-CE51-96E7875ED506}"/>
              </a:ext>
            </a:extLst>
          </p:cNvPr>
          <p:cNvSpPr txBox="1"/>
          <p:nvPr/>
        </p:nvSpPr>
        <p:spPr>
          <a:xfrm>
            <a:off x="100761" y="4501544"/>
            <a:ext cx="8863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：听课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做题？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ppt-&gt;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再做题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有问题？请教同学或老师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4DD03A7-4A56-E4DC-58D3-74ED007E3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1" y="1317928"/>
            <a:ext cx="3597451" cy="298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3147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DBF7D77-96D9-5F77-7834-DD0906C23360}"/>
              </a:ext>
            </a:extLst>
          </p:cNvPr>
          <p:cNvGrpSpPr/>
          <p:nvPr/>
        </p:nvGrpSpPr>
        <p:grpSpPr>
          <a:xfrm>
            <a:off x="3824249" y="1305265"/>
            <a:ext cx="1143178" cy="1047633"/>
            <a:chOff x="2202008" y="436205"/>
            <a:chExt cx="1787563" cy="1638160"/>
          </a:xfrm>
        </p:grpSpPr>
        <p:sp>
          <p:nvSpPr>
            <p:cNvPr id="11" name="Freeform 3301">
              <a:extLst>
                <a:ext uri="{FF2B5EF4-FFF2-40B4-BE49-F238E27FC236}">
                  <a16:creationId xmlns:a16="http://schemas.microsoft.com/office/drawing/2014/main" id="{84818D85-62C9-C77E-F779-B454EA4C8BEC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0A98E7C-C25D-1468-2AB9-2D0BAE563CFE}"/>
                </a:ext>
              </a:extLst>
            </p:cNvPr>
            <p:cNvSpPr/>
            <p:nvPr/>
          </p:nvSpPr>
          <p:spPr>
            <a:xfrm>
              <a:off x="2522009" y="726714"/>
              <a:ext cx="1467562" cy="1105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spc="3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二</a:t>
              </a:r>
              <a:endParaRPr lang="zh-CN" altLang="en-US" sz="4000" spc="300" dirty="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5" name="TextBox 35">
            <a:extLst>
              <a:ext uri="{FF2B5EF4-FFF2-40B4-BE49-F238E27FC236}">
                <a16:creationId xmlns:a16="http://schemas.microsoft.com/office/drawing/2014/main" id="{76FA0C63-E50A-8A6F-EFB5-71EF201B42F9}"/>
              </a:ext>
            </a:extLst>
          </p:cNvPr>
          <p:cNvSpPr txBox="1"/>
          <p:nvPr/>
        </p:nvSpPr>
        <p:spPr>
          <a:xfrm>
            <a:off x="4572000" y="1974089"/>
            <a:ext cx="2971930" cy="60719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/>
          </a:bodyPr>
          <a:lstStyle/>
          <a:p>
            <a:r>
              <a:rPr lang="zh-CN" altLang="en-US" sz="3600" b="1" dirty="0">
                <a:solidFill>
                  <a:srgbClr val="333333"/>
                </a:solidFill>
                <a:cs typeface="+mn-ea"/>
              </a:rPr>
              <a:t>计算机中的信息表示</a:t>
            </a:r>
          </a:p>
        </p:txBody>
      </p:sp>
      <p:sp>
        <p:nvSpPr>
          <p:cNvPr id="16" name="Freeform 3297">
            <a:extLst>
              <a:ext uri="{FF2B5EF4-FFF2-40B4-BE49-F238E27FC236}">
                <a16:creationId xmlns:a16="http://schemas.microsoft.com/office/drawing/2014/main" id="{F0547BFB-3CC4-CCFE-F31A-544E950EB754}"/>
              </a:ext>
            </a:extLst>
          </p:cNvPr>
          <p:cNvSpPr/>
          <p:nvPr/>
        </p:nvSpPr>
        <p:spPr bwMode="auto">
          <a:xfrm>
            <a:off x="1187624" y="1059582"/>
            <a:ext cx="2796817" cy="279854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8AF72F-F587-02C2-BB04-56AD7051FB23}"/>
              </a:ext>
            </a:extLst>
          </p:cNvPr>
          <p:cNvSpPr txBox="1"/>
          <p:nvPr/>
        </p:nvSpPr>
        <p:spPr>
          <a:xfrm>
            <a:off x="4572000" y="2949912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现实世界中的</a:t>
            </a:r>
            <a:r>
              <a:rPr lang="zh-CN" altLang="en-US" dirty="0">
                <a:solidFill>
                  <a:srgbClr val="FF0000"/>
                </a:solidFill>
              </a:rPr>
              <a:t>信息</a:t>
            </a:r>
            <a:r>
              <a:rPr lang="zh-CN" altLang="en-US" dirty="0"/>
              <a:t>如何转化为计算机可以存储的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  <a:r>
              <a:rPr lang="zh-CN" altLang="en-US" dirty="0"/>
              <a:t>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B1ED2F-ADD6-6972-3DB0-1AA7CAF4D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618" y="1115830"/>
            <a:ext cx="2686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714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E1D2A4-36CE-AAD8-1529-F29B6BB33AFD}"/>
              </a:ext>
            </a:extLst>
          </p:cNvPr>
          <p:cNvSpPr txBox="1"/>
          <p:nvPr/>
        </p:nvSpPr>
        <p:spPr>
          <a:xfrm>
            <a:off x="1414889" y="33149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计算机中的存储单位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BCDF39-871C-7975-4EDC-595997C3F7C2}"/>
              </a:ext>
            </a:extLst>
          </p:cNvPr>
          <p:cNvGrpSpPr/>
          <p:nvPr/>
        </p:nvGrpSpPr>
        <p:grpSpPr>
          <a:xfrm>
            <a:off x="643694" y="1121678"/>
            <a:ext cx="2710187" cy="946670"/>
            <a:chOff x="1668143" y="30717"/>
            <a:chExt cx="2710187" cy="946670"/>
          </a:xfrm>
        </p:grpSpPr>
        <p:sp>
          <p:nvSpPr>
            <p:cNvPr id="11" name="圆角矩形 31">
              <a:extLst>
                <a:ext uri="{FF2B5EF4-FFF2-40B4-BE49-F238E27FC236}">
                  <a16:creationId xmlns:a16="http://schemas.microsoft.com/office/drawing/2014/main" id="{3E7DA0E5-15DF-16CF-5B6D-0A094E917F7A}"/>
                </a:ext>
              </a:extLst>
            </p:cNvPr>
            <p:cNvSpPr/>
            <p:nvPr/>
          </p:nvSpPr>
          <p:spPr>
            <a:xfrm>
              <a:off x="1668143" y="216020"/>
              <a:ext cx="2710187" cy="57606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圆角矩形 4">
              <a:extLst>
                <a:ext uri="{FF2B5EF4-FFF2-40B4-BE49-F238E27FC236}">
                  <a16:creationId xmlns:a16="http://schemas.microsoft.com/office/drawing/2014/main" id="{344CDEA1-CCD1-7E4A-B915-AE7934535038}"/>
                </a:ext>
              </a:extLst>
            </p:cNvPr>
            <p:cNvSpPr/>
            <p:nvPr/>
          </p:nvSpPr>
          <p:spPr>
            <a:xfrm>
              <a:off x="1697595" y="30717"/>
              <a:ext cx="2680735" cy="946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900" dirty="0">
                  <a:solidFill>
                    <a:schemeClr val="tx1"/>
                  </a:solidFill>
                </a:rPr>
                <a:t>最小存储单位为</a:t>
              </a:r>
              <a:r>
                <a:rPr lang="en-US" altLang="zh-CN" sz="1900" dirty="0">
                  <a:solidFill>
                    <a:schemeClr val="tx1"/>
                  </a:solidFill>
                </a:rPr>
                <a:t>Byte(B)</a:t>
              </a:r>
              <a:endParaRPr lang="en-US" sz="19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D946889-C786-684B-3157-C5083C98DDEF}"/>
              </a:ext>
            </a:extLst>
          </p:cNvPr>
          <p:cNvGrpSpPr/>
          <p:nvPr/>
        </p:nvGrpSpPr>
        <p:grpSpPr>
          <a:xfrm>
            <a:off x="643694" y="2355726"/>
            <a:ext cx="2710187" cy="946670"/>
            <a:chOff x="1668143" y="30717"/>
            <a:chExt cx="2710187" cy="946670"/>
          </a:xfrm>
        </p:grpSpPr>
        <p:sp>
          <p:nvSpPr>
            <p:cNvPr id="16" name="圆角矩形 34">
              <a:extLst>
                <a:ext uri="{FF2B5EF4-FFF2-40B4-BE49-F238E27FC236}">
                  <a16:creationId xmlns:a16="http://schemas.microsoft.com/office/drawing/2014/main" id="{D6311D2B-E53D-99EA-4A1A-B10EF41EAF73}"/>
                </a:ext>
              </a:extLst>
            </p:cNvPr>
            <p:cNvSpPr/>
            <p:nvPr/>
          </p:nvSpPr>
          <p:spPr>
            <a:xfrm>
              <a:off x="1668143" y="216020"/>
              <a:ext cx="2710187" cy="57606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7" name="圆角矩形 4">
              <a:extLst>
                <a:ext uri="{FF2B5EF4-FFF2-40B4-BE49-F238E27FC236}">
                  <a16:creationId xmlns:a16="http://schemas.microsoft.com/office/drawing/2014/main" id="{3423E8E9-AD97-F34D-ED8D-F623D633B9BC}"/>
                </a:ext>
              </a:extLst>
            </p:cNvPr>
            <p:cNvSpPr/>
            <p:nvPr/>
          </p:nvSpPr>
          <p:spPr>
            <a:xfrm>
              <a:off x="1697595" y="30717"/>
              <a:ext cx="2680735" cy="946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900" dirty="0">
                  <a:solidFill>
                    <a:schemeClr val="tx1"/>
                  </a:solidFill>
                </a:rPr>
                <a:t>1Byte=8bit(b)</a:t>
              </a:r>
              <a:endParaRPr lang="en-US" sz="19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B49C35B-578C-CBEF-EDB1-4208865F5555}"/>
              </a:ext>
            </a:extLst>
          </p:cNvPr>
          <p:cNvGrpSpPr/>
          <p:nvPr/>
        </p:nvGrpSpPr>
        <p:grpSpPr>
          <a:xfrm>
            <a:off x="4067943" y="940959"/>
            <a:ext cx="2710187" cy="2746848"/>
            <a:chOff x="1668143" y="30717"/>
            <a:chExt cx="2710187" cy="946670"/>
          </a:xfrm>
        </p:grpSpPr>
        <p:sp>
          <p:nvSpPr>
            <p:cNvPr id="20" name="圆角矩形 37">
              <a:extLst>
                <a:ext uri="{FF2B5EF4-FFF2-40B4-BE49-F238E27FC236}">
                  <a16:creationId xmlns:a16="http://schemas.microsoft.com/office/drawing/2014/main" id="{D6D66012-D2CC-48AB-FD0B-4630E9521C11}"/>
                </a:ext>
              </a:extLst>
            </p:cNvPr>
            <p:cNvSpPr/>
            <p:nvPr/>
          </p:nvSpPr>
          <p:spPr>
            <a:xfrm>
              <a:off x="1668143" y="216020"/>
              <a:ext cx="2710187" cy="57606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" name="圆角矩形 4">
              <a:extLst>
                <a:ext uri="{FF2B5EF4-FFF2-40B4-BE49-F238E27FC236}">
                  <a16:creationId xmlns:a16="http://schemas.microsoft.com/office/drawing/2014/main" id="{CCB50D1C-3F35-EDE0-3502-6B6DCB512E62}"/>
                </a:ext>
              </a:extLst>
            </p:cNvPr>
            <p:cNvSpPr/>
            <p:nvPr/>
          </p:nvSpPr>
          <p:spPr>
            <a:xfrm>
              <a:off x="1697595" y="30717"/>
              <a:ext cx="2680735" cy="946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dirty="0">
                  <a:solidFill>
                    <a:schemeClr val="tx1"/>
                  </a:solidFill>
                </a:rPr>
                <a:t>1KB=1024B</a:t>
              </a:r>
            </a:p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>
                  <a:solidFill>
                    <a:schemeClr val="tx1"/>
                  </a:solidFill>
                </a:rPr>
                <a:t>1MB=1024K</a:t>
              </a:r>
            </a:p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dirty="0">
                  <a:solidFill>
                    <a:schemeClr val="tx1"/>
                  </a:solidFill>
                </a:rPr>
                <a:t>1GB=1024M</a:t>
              </a:r>
            </a:p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>
                  <a:solidFill>
                    <a:schemeClr val="tx1"/>
                  </a:solidFill>
                </a:rPr>
                <a:t>1TB=1024G</a:t>
              </a:r>
            </a:p>
          </p:txBody>
        </p:sp>
      </p:grpSp>
      <p:sp>
        <p:nvSpPr>
          <p:cNvPr id="22" name="下箭头 3">
            <a:extLst>
              <a:ext uri="{FF2B5EF4-FFF2-40B4-BE49-F238E27FC236}">
                <a16:creationId xmlns:a16="http://schemas.microsoft.com/office/drawing/2014/main" id="{A7364C1C-BEDE-9ECC-56DA-F25C7DD73A74}"/>
              </a:ext>
            </a:extLst>
          </p:cNvPr>
          <p:cNvSpPr/>
          <p:nvPr/>
        </p:nvSpPr>
        <p:spPr>
          <a:xfrm>
            <a:off x="1998787" y="3150133"/>
            <a:ext cx="196949" cy="7177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807560B-5A02-0CF5-1AE5-075DE5140553}"/>
              </a:ext>
            </a:extLst>
          </p:cNvPr>
          <p:cNvGrpSpPr/>
          <p:nvPr/>
        </p:nvGrpSpPr>
        <p:grpSpPr>
          <a:xfrm>
            <a:off x="658419" y="3826904"/>
            <a:ext cx="2710187" cy="946670"/>
            <a:chOff x="1668143" y="30717"/>
            <a:chExt cx="2710187" cy="946670"/>
          </a:xfrm>
        </p:grpSpPr>
        <p:sp>
          <p:nvSpPr>
            <p:cNvPr id="25" name="圆角矩形 40">
              <a:extLst>
                <a:ext uri="{FF2B5EF4-FFF2-40B4-BE49-F238E27FC236}">
                  <a16:creationId xmlns:a16="http://schemas.microsoft.com/office/drawing/2014/main" id="{C305CB8E-ADE3-9A9D-9C81-E6877AF5D54F}"/>
                </a:ext>
              </a:extLst>
            </p:cNvPr>
            <p:cNvSpPr/>
            <p:nvPr/>
          </p:nvSpPr>
          <p:spPr>
            <a:xfrm>
              <a:off x="1668143" y="216020"/>
              <a:ext cx="2710187" cy="57606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5" name="圆角矩形 4">
              <a:extLst>
                <a:ext uri="{FF2B5EF4-FFF2-40B4-BE49-F238E27FC236}">
                  <a16:creationId xmlns:a16="http://schemas.microsoft.com/office/drawing/2014/main" id="{01F52757-0035-CD44-6493-CB7989FCBF87}"/>
                </a:ext>
              </a:extLst>
            </p:cNvPr>
            <p:cNvSpPr/>
            <p:nvPr/>
          </p:nvSpPr>
          <p:spPr>
            <a:xfrm>
              <a:off x="1697595" y="30717"/>
              <a:ext cx="2680735" cy="946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dirty="0">
                  <a:solidFill>
                    <a:schemeClr val="tx1"/>
                  </a:solidFill>
                </a:rPr>
                <a:t>01101010</a:t>
              </a:r>
              <a:endParaRPr lang="en-US" sz="19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9739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284AF5C-0214-E48F-1EA7-75EC7FB1E53E}"/>
              </a:ext>
            </a:extLst>
          </p:cNvPr>
          <p:cNvSpPr txBox="1"/>
          <p:nvPr/>
        </p:nvSpPr>
        <p:spPr>
          <a:xfrm>
            <a:off x="1414889" y="33149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信息分类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519D6D9-6823-7CDB-EF9D-A3ACB4F4F647}"/>
              </a:ext>
            </a:extLst>
          </p:cNvPr>
          <p:cNvGrpSpPr/>
          <p:nvPr/>
        </p:nvGrpSpPr>
        <p:grpSpPr>
          <a:xfrm>
            <a:off x="206375" y="3715929"/>
            <a:ext cx="8186158" cy="830993"/>
            <a:chOff x="1019" y="7848"/>
            <a:chExt cx="21280" cy="2160"/>
          </a:xfrm>
        </p:grpSpPr>
        <p:sp>
          <p:nvSpPr>
            <p:cNvPr id="14" name="矩形 6">
              <a:extLst>
                <a:ext uri="{FF2B5EF4-FFF2-40B4-BE49-F238E27FC236}">
                  <a16:creationId xmlns:a16="http://schemas.microsoft.com/office/drawing/2014/main" id="{070BA883-836F-0991-7B24-712B3976B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01" y="7849"/>
              <a:ext cx="5289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en-US" sz="2400" b="0" i="0" u="none" strike="noStrike" kern="0" cap="none" spc="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声   音</a:t>
              </a:r>
              <a:endParaRPr kumimoji="0" lang="en-US" altLang="zh-CN" sz="2400" b="0" i="0" u="none" strike="noStrike" kern="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F325AAD-EDDE-1052-C0B2-5181EBD594E7}"/>
                </a:ext>
              </a:extLst>
            </p:cNvPr>
            <p:cNvSpPr/>
            <p:nvPr/>
          </p:nvSpPr>
          <p:spPr>
            <a:xfrm>
              <a:off x="1019" y="7849"/>
              <a:ext cx="10948" cy="186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6482275-462A-72D7-4A32-0163B821F45A}"/>
                </a:ext>
              </a:extLst>
            </p:cNvPr>
            <p:cNvSpPr txBox="1"/>
            <p:nvPr/>
          </p:nvSpPr>
          <p:spPr>
            <a:xfrm>
              <a:off x="1279" y="8164"/>
              <a:ext cx="10243" cy="1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kumimoji="0" lang="zh-CN" altLang="en-US" sz="2400" b="0" i="0" u="none" strike="noStrike" cap="none" normalizeH="0" baseline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图    像</a:t>
              </a:r>
            </a:p>
            <a:p>
              <a:pPr algn="ctr">
                <a:buNone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矩形 6">
              <a:extLst>
                <a:ext uri="{FF2B5EF4-FFF2-40B4-BE49-F238E27FC236}">
                  <a16:creationId xmlns:a16="http://schemas.microsoft.com/office/drawing/2014/main" id="{BC714F03-54EF-155F-2B14-BC66D2112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65" y="7848"/>
              <a:ext cx="4034" cy="2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en-US" sz="2400" b="0" i="0" u="none" strike="noStrike" kern="0" cap="none" spc="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文  本</a:t>
              </a:r>
              <a:r>
                <a:rPr kumimoji="0" lang="en-US" altLang="zh-CN" sz="2400" b="0" i="0" u="none" strike="noStrike" kern="0" cap="none" spc="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/</a:t>
              </a:r>
              <a:r>
                <a:rPr kumimoji="0" lang="zh-CN" altLang="en-US" sz="2400" b="0" i="0" u="none" strike="noStrike" kern="0" cap="none" spc="15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数字</a:t>
              </a:r>
              <a:endParaRPr kumimoji="0" lang="en-US" altLang="zh-CN" sz="2400" b="0" i="0" u="none" strike="noStrike" kern="0" cap="none" spc="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9" name="TextBox 2">
            <a:extLst>
              <a:ext uri="{FF2B5EF4-FFF2-40B4-BE49-F238E27FC236}">
                <a16:creationId xmlns:a16="http://schemas.microsoft.com/office/drawing/2014/main" id="{D62E5FD1-D216-B959-841B-F1A7702AAAF3}"/>
              </a:ext>
            </a:extLst>
          </p:cNvPr>
          <p:cNvSpPr txBox="1"/>
          <p:nvPr/>
        </p:nvSpPr>
        <p:spPr>
          <a:xfrm>
            <a:off x="6652985" y="1707654"/>
            <a:ext cx="20184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计算机与程序设计基础（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C++ 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版）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12345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353AC5-C323-087B-7298-F013AA5F16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87" y="987605"/>
            <a:ext cx="3937781" cy="2620926"/>
          </a:xfrm>
          <a:prstGeom prst="rect">
            <a:avLst/>
          </a:prstGeom>
        </p:spPr>
      </p:pic>
      <p:pic>
        <p:nvPicPr>
          <p:cNvPr id="2" name="28154463594-1-192">
            <a:hlinkClick r:id="" action="ppaction://media"/>
            <a:extLst>
              <a:ext uri="{FF2B5EF4-FFF2-40B4-BE49-F238E27FC236}">
                <a16:creationId xmlns:a16="http://schemas.microsoft.com/office/drawing/2014/main" id="{AF17E41B-C065-171B-F3C3-12C932BA09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36096" y="227979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966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761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8628AA04-7836-F856-C949-3B6C0EBDCEDD}"/>
              </a:ext>
            </a:extLst>
          </p:cNvPr>
          <p:cNvSpPr txBox="1">
            <a:spLocks noChangeArrowheads="1"/>
          </p:cNvSpPr>
          <p:nvPr/>
        </p:nvSpPr>
        <p:spPr>
          <a:xfrm>
            <a:off x="3923929" y="411510"/>
            <a:ext cx="5040560" cy="17779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dirty="0"/>
              <a:t> 数制是人们对数量计数的一种统计规律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dirty="0"/>
              <a:t> 日常生活中广泛使用的是十进制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dirty="0"/>
              <a:t> 数字系统中使用的是二进制 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AE04DB1-4587-9562-D5FC-BF00D046F1DA}"/>
              </a:ext>
            </a:extLst>
          </p:cNvPr>
          <p:cNvSpPr/>
          <p:nvPr/>
        </p:nvSpPr>
        <p:spPr>
          <a:xfrm>
            <a:off x="2438907" y="4343301"/>
            <a:ext cx="385049" cy="38504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D99871-CF46-AAF7-0734-74ADC7601B81}"/>
              </a:ext>
            </a:extLst>
          </p:cNvPr>
          <p:cNvSpPr txBox="1"/>
          <p:nvPr/>
        </p:nvSpPr>
        <p:spPr>
          <a:xfrm>
            <a:off x="1759371" y="21167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数制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9AE3A9-E111-9BB9-1544-7842BA040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772217"/>
            <a:ext cx="1986780" cy="1986780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A275A389-AB95-9255-2005-36A46FC71943}"/>
              </a:ext>
            </a:extLst>
          </p:cNvPr>
          <p:cNvSpPr/>
          <p:nvPr/>
        </p:nvSpPr>
        <p:spPr>
          <a:xfrm>
            <a:off x="2631432" y="2939344"/>
            <a:ext cx="1161708" cy="11617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513865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6" grpId="0" bldLvl="0" animBg="1"/>
      <p:bldP spid="1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174F881-4D74-018D-3206-6B0F9913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115" y="125348"/>
            <a:ext cx="7886700" cy="994172"/>
          </a:xfrm>
        </p:spPr>
        <p:txBody>
          <a:bodyPr>
            <a:normAutofit/>
          </a:bodyPr>
          <a:lstStyle/>
          <a:p>
            <a:pPr defTabSz="914400"/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</a:rPr>
              <a:t>进位计数制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E0B658B-0C5C-EECE-D718-CB03CCE8634B}"/>
              </a:ext>
            </a:extLst>
          </p:cNvPr>
          <p:cNvGrpSpPr/>
          <p:nvPr/>
        </p:nvGrpSpPr>
        <p:grpSpPr>
          <a:xfrm>
            <a:off x="480996" y="1695446"/>
            <a:ext cx="8411484" cy="458918"/>
            <a:chOff x="1897222" y="2260595"/>
            <a:chExt cx="9204326" cy="611890"/>
          </a:xfrm>
        </p:grpSpPr>
        <p:sp>
          <p:nvSpPr>
            <p:cNvPr id="10" name="矩形标注 41">
              <a:extLst>
                <a:ext uri="{FF2B5EF4-FFF2-40B4-BE49-F238E27FC236}">
                  <a16:creationId xmlns:a16="http://schemas.microsoft.com/office/drawing/2014/main" id="{0B85E21B-A8CF-294B-13CF-11417BDE7D30}"/>
                </a:ext>
              </a:extLst>
            </p:cNvPr>
            <p:cNvSpPr/>
            <p:nvPr/>
          </p:nvSpPr>
          <p:spPr>
            <a:xfrm>
              <a:off x="1897222" y="2331273"/>
              <a:ext cx="1435914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22C144F-36BF-640E-2EF9-FF148EB4687A}"/>
                </a:ext>
              </a:extLst>
            </p:cNvPr>
            <p:cNvGrpSpPr/>
            <p:nvPr/>
          </p:nvGrpSpPr>
          <p:grpSpPr>
            <a:xfrm>
              <a:off x="3576798" y="2260595"/>
              <a:ext cx="7524750" cy="611890"/>
              <a:chOff x="3062448" y="1445510"/>
              <a:chExt cx="7524750" cy="611890"/>
            </a:xfrm>
          </p:grpSpPr>
          <p:sp>
            <p:nvSpPr>
              <p:cNvPr id="14" name="圆角矩形 57">
                <a:extLst>
                  <a:ext uri="{FF2B5EF4-FFF2-40B4-BE49-F238E27FC236}">
                    <a16:creationId xmlns:a16="http://schemas.microsoft.com/office/drawing/2014/main" id="{B791BC86-5725-23E9-5B2B-E9832269DF3E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 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6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8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 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  <p:sp>
            <p:nvSpPr>
              <p:cNvPr id="24" name="圆角矩形 58">
                <a:extLst>
                  <a:ext uri="{FF2B5EF4-FFF2-40B4-BE49-F238E27FC236}">
                    <a16:creationId xmlns:a16="http://schemas.microsoft.com/office/drawing/2014/main" id="{992AB49D-E84C-555A-31DC-68AD52CE41F9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85470B7-A53E-EB1E-8403-0BD56633EA87}"/>
              </a:ext>
            </a:extLst>
          </p:cNvPr>
          <p:cNvGrpSpPr/>
          <p:nvPr/>
        </p:nvGrpSpPr>
        <p:grpSpPr>
          <a:xfrm>
            <a:off x="480996" y="2320409"/>
            <a:ext cx="8411484" cy="458918"/>
            <a:chOff x="1897222" y="3093879"/>
            <a:chExt cx="9204326" cy="611890"/>
          </a:xfrm>
        </p:grpSpPr>
        <p:sp>
          <p:nvSpPr>
            <p:cNvPr id="26" name="矩形标注 44">
              <a:extLst>
                <a:ext uri="{FF2B5EF4-FFF2-40B4-BE49-F238E27FC236}">
                  <a16:creationId xmlns:a16="http://schemas.microsoft.com/office/drawing/2014/main" id="{D9C0CE1A-506B-2196-7450-52C9B0A730D2}"/>
                </a:ext>
              </a:extLst>
            </p:cNvPr>
            <p:cNvSpPr/>
            <p:nvPr/>
          </p:nvSpPr>
          <p:spPr>
            <a:xfrm>
              <a:off x="1897222" y="3164557"/>
              <a:ext cx="1488441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八进制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9619C8D-7575-0E1D-CA87-AAEC80FBA4E6}"/>
                </a:ext>
              </a:extLst>
            </p:cNvPr>
            <p:cNvGrpSpPr/>
            <p:nvPr/>
          </p:nvGrpSpPr>
          <p:grpSpPr>
            <a:xfrm>
              <a:off x="3576798" y="3093879"/>
              <a:ext cx="7524750" cy="611890"/>
              <a:chOff x="3062448" y="1445510"/>
              <a:chExt cx="7524750" cy="611890"/>
            </a:xfrm>
          </p:grpSpPr>
          <p:sp>
            <p:nvSpPr>
              <p:cNvPr id="28" name="圆角矩形 60">
                <a:extLst>
                  <a:ext uri="{FF2B5EF4-FFF2-40B4-BE49-F238E27FC236}">
                    <a16:creationId xmlns:a16="http://schemas.microsoft.com/office/drawing/2014/main" id="{C7A6DFE7-50E3-02D2-161A-02409B3E7A91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 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6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29" name="圆角矩形 61">
                <a:extLst>
                  <a:ext uri="{FF2B5EF4-FFF2-40B4-BE49-F238E27FC236}">
                    <a16:creationId xmlns:a16="http://schemas.microsoft.com/office/drawing/2014/main" id="{52F5EA08-5573-59FA-1D81-84E812EDF6B0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D886A7A-F3EF-DBB0-144A-155AF62F82F2}"/>
              </a:ext>
            </a:extLst>
          </p:cNvPr>
          <p:cNvGrpSpPr/>
          <p:nvPr/>
        </p:nvGrpSpPr>
        <p:grpSpPr>
          <a:xfrm>
            <a:off x="480996" y="2958197"/>
            <a:ext cx="8411484" cy="458918"/>
            <a:chOff x="1897222" y="3944263"/>
            <a:chExt cx="9204326" cy="611890"/>
          </a:xfrm>
        </p:grpSpPr>
        <p:sp>
          <p:nvSpPr>
            <p:cNvPr id="31" name="矩形标注 47">
              <a:extLst>
                <a:ext uri="{FF2B5EF4-FFF2-40B4-BE49-F238E27FC236}">
                  <a16:creationId xmlns:a16="http://schemas.microsoft.com/office/drawing/2014/main" id="{4D975570-09BE-02E1-6703-863554FDBB49}"/>
                </a:ext>
              </a:extLst>
            </p:cNvPr>
            <p:cNvSpPr/>
            <p:nvPr/>
          </p:nvSpPr>
          <p:spPr>
            <a:xfrm>
              <a:off x="1897222" y="4014941"/>
              <a:ext cx="1457969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四进制</a:t>
              </a: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0BE90A20-D5FD-8D9D-9B8A-E04DD425E2D1}"/>
                </a:ext>
              </a:extLst>
            </p:cNvPr>
            <p:cNvGrpSpPr/>
            <p:nvPr/>
          </p:nvGrpSpPr>
          <p:grpSpPr>
            <a:xfrm>
              <a:off x="3576798" y="3944263"/>
              <a:ext cx="7524750" cy="611890"/>
              <a:chOff x="3062448" y="1445510"/>
              <a:chExt cx="7524750" cy="611890"/>
            </a:xfrm>
          </p:grpSpPr>
          <p:sp>
            <p:nvSpPr>
              <p:cNvPr id="33" name="圆角矩形 63">
                <a:extLst>
                  <a:ext uri="{FF2B5EF4-FFF2-40B4-BE49-F238E27FC236}">
                    <a16:creationId xmlns:a16="http://schemas.microsoft.com/office/drawing/2014/main" id="{0818269C-2DA1-355B-6237-828B77D1D6DC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 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36" name="圆角矩形 64">
                <a:extLst>
                  <a:ext uri="{FF2B5EF4-FFF2-40B4-BE49-F238E27FC236}">
                    <a16:creationId xmlns:a16="http://schemas.microsoft.com/office/drawing/2014/main" id="{361FE652-D73A-9334-FAF8-BE7FF6DFC0C9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D9E99A5-2510-2F71-69CB-E8AFAF196D63}"/>
              </a:ext>
            </a:extLst>
          </p:cNvPr>
          <p:cNvGrpSpPr/>
          <p:nvPr/>
        </p:nvGrpSpPr>
        <p:grpSpPr>
          <a:xfrm>
            <a:off x="480996" y="3609703"/>
            <a:ext cx="8411484" cy="479550"/>
            <a:chOff x="1897222" y="4812935"/>
            <a:chExt cx="9204326" cy="639399"/>
          </a:xfrm>
        </p:grpSpPr>
        <p:sp>
          <p:nvSpPr>
            <p:cNvPr id="39" name="矩形标注 50">
              <a:extLst>
                <a:ext uri="{FF2B5EF4-FFF2-40B4-BE49-F238E27FC236}">
                  <a16:creationId xmlns:a16="http://schemas.microsoft.com/office/drawing/2014/main" id="{C0B6D870-BF58-D3F6-489C-8832D64E2CDA}"/>
                </a:ext>
              </a:extLst>
            </p:cNvPr>
            <p:cNvSpPr/>
            <p:nvPr/>
          </p:nvSpPr>
          <p:spPr>
            <a:xfrm>
              <a:off x="1897222" y="4883613"/>
              <a:ext cx="1428052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二进制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3FF8355-C404-9281-E114-0FEFFAE81C4C}"/>
                </a:ext>
              </a:extLst>
            </p:cNvPr>
            <p:cNvSpPr txBox="1"/>
            <p:nvPr/>
          </p:nvSpPr>
          <p:spPr>
            <a:xfrm>
              <a:off x="3576798" y="4918855"/>
              <a:ext cx="1605350" cy="53347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（０，１）</a:t>
              </a:r>
              <a:endPara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4990FAA-8F64-3EB5-E2DF-174A1B7A5B01}"/>
                </a:ext>
              </a:extLst>
            </p:cNvPr>
            <p:cNvGrpSpPr/>
            <p:nvPr/>
          </p:nvGrpSpPr>
          <p:grpSpPr>
            <a:xfrm>
              <a:off x="3576798" y="4812935"/>
              <a:ext cx="7524750" cy="611890"/>
              <a:chOff x="3062448" y="1445510"/>
              <a:chExt cx="7524750" cy="611890"/>
            </a:xfrm>
          </p:grpSpPr>
          <p:sp>
            <p:nvSpPr>
              <p:cNvPr id="43" name="圆角矩形 66">
                <a:extLst>
                  <a:ext uri="{FF2B5EF4-FFF2-40B4-BE49-F238E27FC236}">
                    <a16:creationId xmlns:a16="http://schemas.microsoft.com/office/drawing/2014/main" id="{16567698-5A32-C05F-CC7A-785E7CA61E42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（０，１）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44" name="圆角矩形 67">
                <a:extLst>
                  <a:ext uri="{FF2B5EF4-FFF2-40B4-BE49-F238E27FC236}">
                    <a16:creationId xmlns:a16="http://schemas.microsoft.com/office/drawing/2014/main" id="{9D8C5224-F19F-7702-918E-9BA2260D096C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660EF23-8967-F76F-7DC9-10FBCD291C18}"/>
              </a:ext>
            </a:extLst>
          </p:cNvPr>
          <p:cNvGrpSpPr/>
          <p:nvPr/>
        </p:nvGrpSpPr>
        <p:grpSpPr>
          <a:xfrm>
            <a:off x="467544" y="1091276"/>
            <a:ext cx="8423777" cy="458918"/>
            <a:chOff x="1883770" y="1455035"/>
            <a:chExt cx="9217778" cy="61189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095F286-EEFE-B43E-98E9-7707229E499E}"/>
                </a:ext>
              </a:extLst>
            </p:cNvPr>
            <p:cNvGrpSpPr/>
            <p:nvPr/>
          </p:nvGrpSpPr>
          <p:grpSpPr>
            <a:xfrm>
              <a:off x="3576798" y="1455035"/>
              <a:ext cx="7524750" cy="611890"/>
              <a:chOff x="3062448" y="1445510"/>
              <a:chExt cx="7524750" cy="611890"/>
            </a:xfrm>
          </p:grpSpPr>
          <p:sp>
            <p:nvSpPr>
              <p:cNvPr id="48" name="圆角矩形 54">
                <a:extLst>
                  <a:ext uri="{FF2B5EF4-FFF2-40B4-BE49-F238E27FC236}">
                    <a16:creationId xmlns:a16="http://schemas.microsoft.com/office/drawing/2014/main" id="{AF4A7374-10C2-23AB-B6C3-DDC599E20942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5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6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7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8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9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  <p:sp>
            <p:nvSpPr>
              <p:cNvPr id="49" name="圆角矩形 55">
                <a:extLst>
                  <a:ext uri="{FF2B5EF4-FFF2-40B4-BE49-F238E27FC236}">
                    <a16:creationId xmlns:a16="http://schemas.microsoft.com/office/drawing/2014/main" id="{165BD001-22C9-1175-E21C-72EEF21AC442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7" name="矩形标注 68">
              <a:extLst>
                <a:ext uri="{FF2B5EF4-FFF2-40B4-BE49-F238E27FC236}">
                  <a16:creationId xmlns:a16="http://schemas.microsoft.com/office/drawing/2014/main" id="{F279E44D-AA42-FF42-1264-753376308FDB}"/>
                </a:ext>
              </a:extLst>
            </p:cNvPr>
            <p:cNvSpPr/>
            <p:nvPr/>
          </p:nvSpPr>
          <p:spPr>
            <a:xfrm>
              <a:off x="1883770" y="1525713"/>
              <a:ext cx="1435914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十进制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29567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2556BA2C-168F-6C07-E4FB-ABF1F8A8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82" y="158562"/>
            <a:ext cx="7886700" cy="994172"/>
          </a:xfrm>
        </p:spPr>
        <p:txBody>
          <a:bodyPr>
            <a:normAutofit/>
          </a:bodyPr>
          <a:lstStyle/>
          <a:p>
            <a:pPr defTabSz="914400"/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</a:rPr>
              <a:t>十进制编码特点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E2DA830-C2AC-FE97-822E-3EA5954B7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27" y="1145893"/>
            <a:ext cx="8327961" cy="993809"/>
          </a:xfrm>
        </p:spPr>
        <p:txBody>
          <a:bodyPr/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0123456789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十种状态，状态过多</a:t>
            </a:r>
          </a:p>
          <a:p>
            <a:r>
              <a:rPr lang="zh-CN" altLang="en-US" sz="2000" dirty="0"/>
              <a:t>运算组合状态过多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25F1C-92F5-CBA3-D9BD-6C42AE73F89A}"/>
              </a:ext>
            </a:extLst>
          </p:cNvPr>
          <p:cNvSpPr/>
          <p:nvPr/>
        </p:nvSpPr>
        <p:spPr>
          <a:xfrm>
            <a:off x="893429" y="2080197"/>
            <a:ext cx="5535946" cy="556686"/>
          </a:xfrm>
          <a:prstGeom prst="rect">
            <a:avLst/>
          </a:prstGeom>
          <a:noFill/>
          <a:ln w="28575" cap="flat" cmpd="sng" algn="ctr">
            <a:solidFill>
              <a:srgbClr val="3156A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CCB10EA-B24C-E0CB-97EC-64E66AE1A106}"/>
              </a:ext>
            </a:extLst>
          </p:cNvPr>
          <p:cNvGrpSpPr/>
          <p:nvPr/>
        </p:nvGrpSpPr>
        <p:grpSpPr>
          <a:xfrm>
            <a:off x="505735" y="2070952"/>
            <a:ext cx="775388" cy="587416"/>
            <a:chOff x="1067" y="1582"/>
            <a:chExt cx="1980" cy="2000"/>
          </a:xfrm>
        </p:grpSpPr>
        <p:pic>
          <p:nvPicPr>
            <p:cNvPr id="11" name="图片 10" descr="资源 2">
              <a:extLst>
                <a:ext uri="{FF2B5EF4-FFF2-40B4-BE49-F238E27FC236}">
                  <a16:creationId xmlns:a16="http://schemas.microsoft.com/office/drawing/2014/main" id="{26685E44-60FF-009E-7BDC-546D5E1D8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" y="1582"/>
              <a:ext cx="1980" cy="20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A75CF7A-C176-C22F-8C5A-640BD75ECB15}"/>
                </a:ext>
              </a:extLst>
            </p:cNvPr>
            <p:cNvSpPr txBox="1"/>
            <p:nvPr/>
          </p:nvSpPr>
          <p:spPr>
            <a:xfrm>
              <a:off x="1546" y="2141"/>
              <a:ext cx="735" cy="11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例</a:t>
              </a:r>
            </a:p>
          </p:txBody>
        </p:sp>
      </p:grpSp>
      <p:sp>
        <p:nvSpPr>
          <p:cNvPr id="15" name="文本框 13">
            <a:extLst>
              <a:ext uri="{FF2B5EF4-FFF2-40B4-BE49-F238E27FC236}">
                <a16:creationId xmlns:a16="http://schemas.microsoft.com/office/drawing/2014/main" id="{FFD626D2-6264-6134-AD27-C7F41F1BCABE}"/>
              </a:ext>
            </a:extLst>
          </p:cNvPr>
          <p:cNvSpPr txBox="1"/>
          <p:nvPr/>
        </p:nvSpPr>
        <p:spPr>
          <a:xfrm>
            <a:off x="1356879" y="2219469"/>
            <a:ext cx="4095993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20000"/>
              </a:spcBef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加法组合数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=C</a:t>
            </a:r>
            <a:r>
              <a:rPr kumimoji="1" lang="en-US" altLang="zh-CN" sz="20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kumimoji="1" lang="en-US" altLang="zh-CN" sz="20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+10=10*9/2+10=55</a:t>
            </a:r>
            <a:endParaRPr kumimoji="1" lang="zh-CN" altLang="en-US" sz="2000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</p:txBody>
      </p:sp>
      <p:graphicFrame>
        <p:nvGraphicFramePr>
          <p:cNvPr id="16" name="Group 6">
            <a:extLst>
              <a:ext uri="{FF2B5EF4-FFF2-40B4-BE49-F238E27FC236}">
                <a16:creationId xmlns:a16="http://schemas.microsoft.com/office/drawing/2014/main" id="{383222A7-272F-4CFC-541C-BA6EB31FE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131742"/>
              </p:ext>
            </p:extLst>
          </p:nvPr>
        </p:nvGraphicFramePr>
        <p:xfrm>
          <a:off x="899592" y="2776155"/>
          <a:ext cx="7488834" cy="2243867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4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01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5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923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0+0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0+1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0+2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0+3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0+4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0+5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0+9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33">
                <a:tc rowSpan="9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1+1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1+2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1+3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1+4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1+5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1+9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8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2+2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2+3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2+4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2+5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2+9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7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3+3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3+4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3+5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3+9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6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4+4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4+5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4+6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4+7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4+8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4+9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5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5+5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5+6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5+7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5+8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5+9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4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6+6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6+7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6+8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6+9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7+7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7+8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7+9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7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8+8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8+9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2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anose="02010609030101010101" pitchFamily="1" charset="-122"/>
                        <a:cs typeface="Times New Roman" panose="02020603050405020304" pitchFamily="18" charset="0"/>
                      </a:endParaRPr>
                    </a:p>
                  </a:txBody>
                  <a:tcPr marL="79283" marR="79283" marT="29717" marB="29717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anose="02010609030101010101" pitchFamily="1" charset="-122"/>
                          <a:cs typeface="Times New Roman" panose="02020603050405020304" pitchFamily="18" charset="0"/>
                        </a:rPr>
                        <a:t>9+9</a:t>
                      </a:r>
                    </a:p>
                  </a:txBody>
                  <a:tcPr marL="79283" marR="79283" marT="29717" marB="29717" horzOverflow="overflow">
                    <a:lnL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9039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6F1E794-F54D-0EA0-D63C-C4B82C44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63" y="156064"/>
            <a:ext cx="7886700" cy="994172"/>
          </a:xfrm>
        </p:spPr>
        <p:txBody>
          <a:bodyPr>
            <a:normAutofit/>
          </a:bodyPr>
          <a:lstStyle/>
          <a:p>
            <a:pPr defTabSz="914400"/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</a:rPr>
              <a:t>其他进制的运算组合数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7EA9260B-928F-F447-F6EB-BD4059726CB9}"/>
              </a:ext>
            </a:extLst>
          </p:cNvPr>
          <p:cNvSpPr txBox="1">
            <a:spLocks/>
          </p:cNvSpPr>
          <p:nvPr/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BB8F9D3-3B61-47D2-8E93-8A9430C04AA7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AE5FD-A75C-6995-B9E2-5A46BAC2851D}"/>
              </a:ext>
            </a:extLst>
          </p:cNvPr>
          <p:cNvSpPr/>
          <p:nvPr/>
        </p:nvSpPr>
        <p:spPr>
          <a:xfrm>
            <a:off x="1231635" y="3644788"/>
            <a:ext cx="7424943" cy="861716"/>
          </a:xfrm>
          <a:prstGeom prst="rect">
            <a:avLst/>
          </a:prstGeom>
          <a:noFill/>
          <a:ln w="28575" cap="flat" cmpd="sng" algn="ctr">
            <a:solidFill>
              <a:srgbClr val="3156A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A41DCC8-D99A-FEA0-69CD-788EFA0701A6}"/>
              </a:ext>
            </a:extLst>
          </p:cNvPr>
          <p:cNvGrpSpPr/>
          <p:nvPr/>
        </p:nvGrpSpPr>
        <p:grpSpPr>
          <a:xfrm>
            <a:off x="533140" y="1744249"/>
            <a:ext cx="8123438" cy="458918"/>
            <a:chOff x="1897222" y="2260595"/>
            <a:chExt cx="9204326" cy="611890"/>
          </a:xfrm>
        </p:grpSpPr>
        <p:sp>
          <p:nvSpPr>
            <p:cNvPr id="10" name="矩形标注 54">
              <a:extLst>
                <a:ext uri="{FF2B5EF4-FFF2-40B4-BE49-F238E27FC236}">
                  <a16:creationId xmlns:a16="http://schemas.microsoft.com/office/drawing/2014/main" id="{9A31B756-EB4C-53E8-2D15-420DE7008F0F}"/>
                </a:ext>
              </a:extLst>
            </p:cNvPr>
            <p:cNvSpPr/>
            <p:nvPr/>
          </p:nvSpPr>
          <p:spPr>
            <a:xfrm>
              <a:off x="1897222" y="2331273"/>
              <a:ext cx="1435914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八进制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5B577BE-665E-C48F-44D2-CB56901E7C95}"/>
                </a:ext>
              </a:extLst>
            </p:cNvPr>
            <p:cNvGrpSpPr/>
            <p:nvPr/>
          </p:nvGrpSpPr>
          <p:grpSpPr>
            <a:xfrm>
              <a:off x="3576798" y="2260595"/>
              <a:ext cx="7524750" cy="611890"/>
              <a:chOff x="3062448" y="1445510"/>
              <a:chExt cx="7524750" cy="611890"/>
            </a:xfrm>
          </p:grpSpPr>
          <p:sp>
            <p:nvSpPr>
              <p:cNvPr id="14" name="圆角矩形 63">
                <a:extLst>
                  <a:ext uri="{FF2B5EF4-FFF2-40B4-BE49-F238E27FC236}">
                    <a16:creationId xmlns:a16="http://schemas.microsoft.com/office/drawing/2014/main" id="{518E6A97-C900-6740-C2E0-EEE9133EDC54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45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</a:t>
                </a:r>
                <a:r>
                  <a:rPr kumimoji="1" lang="en-US" altLang="zh-CN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8</a:t>
                </a:r>
                <a:r>
                  <a:rPr kumimoji="1" lang="en-US" altLang="zh-CN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+8=8*7/2+8=36</a:t>
                </a:r>
              </a:p>
            </p:txBody>
          </p:sp>
          <p:sp>
            <p:nvSpPr>
              <p:cNvPr id="15" name="圆角矩形 64">
                <a:extLst>
                  <a:ext uri="{FF2B5EF4-FFF2-40B4-BE49-F238E27FC236}">
                    <a16:creationId xmlns:a16="http://schemas.microsoft.com/office/drawing/2014/main" id="{67E6E1B9-921E-6533-01B7-9C3E9BBA9428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65F9F5E-90FC-C9D1-93DE-A4C939272B6A}"/>
              </a:ext>
            </a:extLst>
          </p:cNvPr>
          <p:cNvGrpSpPr/>
          <p:nvPr/>
        </p:nvGrpSpPr>
        <p:grpSpPr>
          <a:xfrm>
            <a:off x="533140" y="2369212"/>
            <a:ext cx="8123438" cy="458918"/>
            <a:chOff x="1897222" y="3093879"/>
            <a:chExt cx="9204326" cy="611890"/>
          </a:xfrm>
        </p:grpSpPr>
        <p:sp>
          <p:nvSpPr>
            <p:cNvPr id="17" name="矩形标注 55">
              <a:extLst>
                <a:ext uri="{FF2B5EF4-FFF2-40B4-BE49-F238E27FC236}">
                  <a16:creationId xmlns:a16="http://schemas.microsoft.com/office/drawing/2014/main" id="{2F046C47-6CE3-98AB-800D-19AD00EA39E1}"/>
                </a:ext>
              </a:extLst>
            </p:cNvPr>
            <p:cNvSpPr/>
            <p:nvPr/>
          </p:nvSpPr>
          <p:spPr>
            <a:xfrm>
              <a:off x="1897222" y="3164557"/>
              <a:ext cx="1488441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四进制</a:t>
              </a: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0C9646F-C619-0572-5D21-61D58D72CE9D}"/>
                </a:ext>
              </a:extLst>
            </p:cNvPr>
            <p:cNvGrpSpPr/>
            <p:nvPr/>
          </p:nvGrpSpPr>
          <p:grpSpPr>
            <a:xfrm>
              <a:off x="3576798" y="3093879"/>
              <a:ext cx="7524750" cy="611890"/>
              <a:chOff x="3062448" y="1445510"/>
              <a:chExt cx="7524750" cy="611890"/>
            </a:xfrm>
          </p:grpSpPr>
          <p:sp>
            <p:nvSpPr>
              <p:cNvPr id="20" name="圆角矩形 66">
                <a:extLst>
                  <a:ext uri="{FF2B5EF4-FFF2-40B4-BE49-F238E27FC236}">
                    <a16:creationId xmlns:a16="http://schemas.microsoft.com/office/drawing/2014/main" id="{69F76A92-7EA3-9BD0-39B3-DC1245D632A9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</a:t>
                </a:r>
                <a:r>
                  <a:rPr kumimoji="1" lang="en-US" altLang="zh-CN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</a:t>
                </a:r>
                <a:r>
                  <a:rPr kumimoji="1" lang="en-US" altLang="zh-CN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+4=4*3/2+4=10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21" name="圆角矩形 67">
                <a:extLst>
                  <a:ext uri="{FF2B5EF4-FFF2-40B4-BE49-F238E27FC236}">
                    <a16:creationId xmlns:a16="http://schemas.microsoft.com/office/drawing/2014/main" id="{1010EB5D-10D3-FCCA-BEF0-9DECF1291504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18F48BF-EFC6-BBDA-36B9-80E7972491E7}"/>
              </a:ext>
            </a:extLst>
          </p:cNvPr>
          <p:cNvGrpSpPr/>
          <p:nvPr/>
        </p:nvGrpSpPr>
        <p:grpSpPr>
          <a:xfrm>
            <a:off x="533140" y="3007000"/>
            <a:ext cx="8123438" cy="458918"/>
            <a:chOff x="1897222" y="3944263"/>
            <a:chExt cx="9204326" cy="611890"/>
          </a:xfrm>
        </p:grpSpPr>
        <p:sp>
          <p:nvSpPr>
            <p:cNvPr id="23" name="矩形标注 56">
              <a:extLst>
                <a:ext uri="{FF2B5EF4-FFF2-40B4-BE49-F238E27FC236}">
                  <a16:creationId xmlns:a16="http://schemas.microsoft.com/office/drawing/2014/main" id="{7398C033-43D5-B787-11AD-35BC7FD52A92}"/>
                </a:ext>
              </a:extLst>
            </p:cNvPr>
            <p:cNvSpPr/>
            <p:nvPr/>
          </p:nvSpPr>
          <p:spPr>
            <a:xfrm>
              <a:off x="1897222" y="4014941"/>
              <a:ext cx="1457969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二进制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F554B24-7196-07BA-3860-FB5BEC296A9D}"/>
                </a:ext>
              </a:extLst>
            </p:cNvPr>
            <p:cNvGrpSpPr/>
            <p:nvPr/>
          </p:nvGrpSpPr>
          <p:grpSpPr>
            <a:xfrm>
              <a:off x="3576798" y="3944263"/>
              <a:ext cx="7524750" cy="611890"/>
              <a:chOff x="3062448" y="1445510"/>
              <a:chExt cx="7524750" cy="611890"/>
            </a:xfrm>
          </p:grpSpPr>
          <p:sp>
            <p:nvSpPr>
              <p:cNvPr id="25" name="圆角矩形 81">
                <a:extLst>
                  <a:ext uri="{FF2B5EF4-FFF2-40B4-BE49-F238E27FC236}">
                    <a16:creationId xmlns:a16="http://schemas.microsoft.com/office/drawing/2014/main" id="{A63836B7-11F2-44C3-482F-D1F0B1BFCBAA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45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</a:t>
                </a:r>
                <a:r>
                  <a:rPr kumimoji="1" lang="en-US" altLang="zh-CN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r>
                  <a:rPr kumimoji="1" lang="en-US" altLang="zh-CN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+2=2*1/2+1=3</a:t>
                </a:r>
              </a:p>
            </p:txBody>
          </p:sp>
          <p:sp>
            <p:nvSpPr>
              <p:cNvPr id="26" name="圆角矩形 82">
                <a:extLst>
                  <a:ext uri="{FF2B5EF4-FFF2-40B4-BE49-F238E27FC236}">
                    <a16:creationId xmlns:a16="http://schemas.microsoft.com/office/drawing/2014/main" id="{585EBB47-9989-F242-1FD6-3B7EABF5A24B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B3FD993-E797-FB91-539F-97E12B073765}"/>
              </a:ext>
            </a:extLst>
          </p:cNvPr>
          <p:cNvGrpSpPr/>
          <p:nvPr/>
        </p:nvGrpSpPr>
        <p:grpSpPr>
          <a:xfrm>
            <a:off x="519688" y="1140079"/>
            <a:ext cx="8135310" cy="458918"/>
            <a:chOff x="1883770" y="1455035"/>
            <a:chExt cx="9217778" cy="61189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ACE90DE-1705-E425-8B42-B68B3BE2052D}"/>
                </a:ext>
              </a:extLst>
            </p:cNvPr>
            <p:cNvGrpSpPr/>
            <p:nvPr/>
          </p:nvGrpSpPr>
          <p:grpSpPr>
            <a:xfrm>
              <a:off x="3576798" y="1455035"/>
              <a:ext cx="7524750" cy="611890"/>
              <a:chOff x="3062448" y="1445510"/>
              <a:chExt cx="7524750" cy="611890"/>
            </a:xfrm>
          </p:grpSpPr>
          <p:sp>
            <p:nvSpPr>
              <p:cNvPr id="30" name="圆角矩形 60">
                <a:extLst>
                  <a:ext uri="{FF2B5EF4-FFF2-40B4-BE49-F238E27FC236}">
                    <a16:creationId xmlns:a16="http://schemas.microsoft.com/office/drawing/2014/main" id="{6027D2A5-9A20-198E-D26F-F355C1096787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45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</a:t>
                </a:r>
                <a:r>
                  <a:rPr kumimoji="1" lang="en-US" altLang="zh-CN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16</a:t>
                </a:r>
                <a:r>
                  <a:rPr kumimoji="1" lang="en-US" altLang="zh-CN" sz="20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+16=16*15/2+16=136</a:t>
                </a:r>
              </a:p>
            </p:txBody>
          </p:sp>
          <p:sp>
            <p:nvSpPr>
              <p:cNvPr id="31" name="圆角矩形 61">
                <a:extLst>
                  <a:ext uri="{FF2B5EF4-FFF2-40B4-BE49-F238E27FC236}">
                    <a16:creationId xmlns:a16="http://schemas.microsoft.com/office/drawing/2014/main" id="{0968CBCC-5BE2-9BEB-9876-938F9882320D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" name="矩形标注 86">
              <a:extLst>
                <a:ext uri="{FF2B5EF4-FFF2-40B4-BE49-F238E27FC236}">
                  <a16:creationId xmlns:a16="http://schemas.microsoft.com/office/drawing/2014/main" id="{67922F51-3BA8-88A6-58B7-C3DDC703460B}"/>
                </a:ext>
              </a:extLst>
            </p:cNvPr>
            <p:cNvSpPr/>
            <p:nvPr/>
          </p:nvSpPr>
          <p:spPr>
            <a:xfrm>
              <a:off x="1883770" y="1525713"/>
              <a:ext cx="1435914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FF28AD8-E1DA-B478-4B95-4DAAC0A37672}"/>
              </a:ext>
            </a:extLst>
          </p:cNvPr>
          <p:cNvGrpSpPr/>
          <p:nvPr/>
        </p:nvGrpSpPr>
        <p:grpSpPr>
          <a:xfrm>
            <a:off x="635323" y="3577116"/>
            <a:ext cx="1196573" cy="1010858"/>
            <a:chOff x="1999404" y="4704416"/>
            <a:chExt cx="1355786" cy="1347811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CEB017AB-243D-4E66-07B0-E51E6A2AA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9404" y="4704416"/>
              <a:ext cx="1355786" cy="1347811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480DA23-D478-C35A-5318-0588882F9F48}"/>
                </a:ext>
              </a:extLst>
            </p:cNvPr>
            <p:cNvSpPr/>
            <p:nvPr/>
          </p:nvSpPr>
          <p:spPr>
            <a:xfrm>
              <a:off x="2373182" y="5182945"/>
              <a:ext cx="732330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Aft>
                  <a:spcPts val="0"/>
                </a:spcAft>
              </a:pPr>
              <a:r>
                <a:rPr lang="zh-CN" altLang="en-US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423DBBD4-109C-3A7E-3963-94D12FEA0FC7}"/>
              </a:ext>
            </a:extLst>
          </p:cNvPr>
          <p:cNvSpPr/>
          <p:nvPr/>
        </p:nvSpPr>
        <p:spPr>
          <a:xfrm>
            <a:off x="2428207" y="3927101"/>
            <a:ext cx="41264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ct val="45000"/>
              </a:spcBef>
              <a:spcAft>
                <a:spcPts val="0"/>
              </a:spcAft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二进制的组合状态最少、最简单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B461F005-0459-0680-F20B-A560E302E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90" y="3680962"/>
            <a:ext cx="1014030" cy="86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027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0048AF9-0CC1-444E-BA1D-29CE1D47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09426"/>
            <a:ext cx="7886700" cy="994172"/>
          </a:xfrm>
        </p:spPr>
        <p:txBody>
          <a:bodyPr>
            <a:normAutofit/>
          </a:bodyPr>
          <a:lstStyle/>
          <a:p>
            <a:pPr defTabSz="914400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</a:rPr>
              <a:t>0-15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</a:rPr>
              <a:t>的各种进制表示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AF53E40-3B31-C4BF-1CF3-B4547A76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015121"/>
              </p:ext>
            </p:extLst>
          </p:nvPr>
        </p:nvGraphicFramePr>
        <p:xfrm>
          <a:off x="1259632" y="1203598"/>
          <a:ext cx="3240360" cy="36068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十进制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八进制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十六进制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2AB0C95-50AE-5E8D-4A53-33A37743E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46773"/>
              </p:ext>
            </p:extLst>
          </p:nvPr>
        </p:nvGraphicFramePr>
        <p:xfrm>
          <a:off x="4788024" y="1203598"/>
          <a:ext cx="3240360" cy="36068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十进制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八进制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十六进制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53970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2040AE7-9FCF-A9D9-D696-44A2F4988F72}"/>
              </a:ext>
            </a:extLst>
          </p:cNvPr>
          <p:cNvSpPr txBox="1"/>
          <p:nvPr/>
        </p:nvSpPr>
        <p:spPr>
          <a:xfrm>
            <a:off x="1414889" y="331496"/>
            <a:ext cx="378501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2/8/16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进制相互转换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E2C61DC-577D-020A-3A40-5279F78DD819}"/>
              </a:ext>
            </a:extLst>
          </p:cNvPr>
          <p:cNvGrpSpPr/>
          <p:nvPr/>
        </p:nvGrpSpPr>
        <p:grpSpPr>
          <a:xfrm>
            <a:off x="971600" y="1635646"/>
            <a:ext cx="7200800" cy="2742641"/>
            <a:chOff x="1263732" y="1635646"/>
            <a:chExt cx="7200800" cy="2742641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C7CA0C0-52E1-348D-B4F3-79095FAC3EDC}"/>
                </a:ext>
              </a:extLst>
            </p:cNvPr>
            <p:cNvGrpSpPr/>
            <p:nvPr/>
          </p:nvGrpSpPr>
          <p:grpSpPr>
            <a:xfrm>
              <a:off x="1444044" y="2381141"/>
              <a:ext cx="963910" cy="923289"/>
              <a:chOff x="1664154" y="1934950"/>
              <a:chExt cx="963742" cy="897257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D16C2121-0293-0B22-A0F7-AFEE9E4D3585}"/>
                  </a:ext>
                </a:extLst>
              </p:cNvPr>
              <p:cNvGrpSpPr/>
              <p:nvPr/>
            </p:nvGrpSpPr>
            <p:grpSpPr>
              <a:xfrm rot="18900000">
                <a:off x="1664154" y="1934950"/>
                <a:ext cx="897259" cy="897257"/>
                <a:chOff x="304800" y="673100"/>
                <a:chExt cx="4000500" cy="4000500"/>
              </a:xfrm>
              <a:effectLst>
                <a:outerShdw blurRad="444500" dist="254000" dir="48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57" name="同心圆 167">
                  <a:extLst>
                    <a:ext uri="{FF2B5EF4-FFF2-40B4-BE49-F238E27FC236}">
                      <a16:creationId xmlns:a16="http://schemas.microsoft.com/office/drawing/2014/main" id="{BC5D8ABF-6C88-7B67-D180-339733608789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89FF5F46-967E-9B95-BDA3-8546A8983D47}"/>
                    </a:ext>
                  </a:extLst>
                </p:cNvPr>
                <p:cNvSpPr/>
                <p:nvPr/>
              </p:nvSpPr>
              <p:spPr>
                <a:xfrm>
                  <a:off x="366203" y="734507"/>
                  <a:ext cx="3877701" cy="387769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56" name="TextBox 44">
                <a:extLst>
                  <a:ext uri="{FF2B5EF4-FFF2-40B4-BE49-F238E27FC236}">
                    <a16:creationId xmlns:a16="http://schemas.microsoft.com/office/drawing/2014/main" id="{E925AF06-CDDE-8EE8-27C7-1B2BC69E2001}"/>
                  </a:ext>
                </a:extLst>
              </p:cNvPr>
              <p:cNvSpPr txBox="1"/>
              <p:nvPr/>
            </p:nvSpPr>
            <p:spPr>
              <a:xfrm>
                <a:off x="1693842" y="2188595"/>
                <a:ext cx="934054" cy="403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2-&gt;8</a:t>
                </a:r>
                <a:endParaRPr lang="zh-CN" altLang="en-US" sz="2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FA21743-B8DD-5FD3-46AE-E52929746AA3}"/>
                </a:ext>
              </a:extLst>
            </p:cNvPr>
            <p:cNvGrpSpPr/>
            <p:nvPr/>
          </p:nvGrpSpPr>
          <p:grpSpPr>
            <a:xfrm>
              <a:off x="3281894" y="2391224"/>
              <a:ext cx="1013137" cy="923289"/>
              <a:chOff x="3178182" y="1912625"/>
              <a:chExt cx="1012961" cy="897258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05F99F57-D0C2-2C9A-B97A-EAC3D7A4B1AF}"/>
                  </a:ext>
                </a:extLst>
              </p:cNvPr>
              <p:cNvGrpSpPr/>
              <p:nvPr/>
            </p:nvGrpSpPr>
            <p:grpSpPr>
              <a:xfrm rot="18900000">
                <a:off x="3293884" y="1912625"/>
                <a:ext cx="897259" cy="897258"/>
                <a:chOff x="304800" y="673100"/>
                <a:chExt cx="4000500" cy="4000500"/>
              </a:xfrm>
              <a:effectLst>
                <a:outerShdw blurRad="444500" dist="254000" dir="528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53" name="同心圆 163">
                  <a:extLst>
                    <a:ext uri="{FF2B5EF4-FFF2-40B4-BE49-F238E27FC236}">
                      <a16:creationId xmlns:a16="http://schemas.microsoft.com/office/drawing/2014/main" id="{57F8CEF8-61EA-D790-FFC8-19416012BA6A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5F8EB391-E762-E606-A8BE-408F445D0342}"/>
                    </a:ext>
                  </a:extLst>
                </p:cNvPr>
                <p:cNvSpPr/>
                <p:nvPr/>
              </p:nvSpPr>
              <p:spPr>
                <a:xfrm>
                  <a:off x="366204" y="734505"/>
                  <a:ext cx="3877703" cy="3877691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52" name="TextBox 49">
                <a:extLst>
                  <a:ext uri="{FF2B5EF4-FFF2-40B4-BE49-F238E27FC236}">
                    <a16:creationId xmlns:a16="http://schemas.microsoft.com/office/drawing/2014/main" id="{8A652D62-16A6-75FF-CE51-6F1D8FCAD0BD}"/>
                  </a:ext>
                </a:extLst>
              </p:cNvPr>
              <p:cNvSpPr txBox="1"/>
              <p:nvPr/>
            </p:nvSpPr>
            <p:spPr>
              <a:xfrm>
                <a:off x="3178182" y="2201081"/>
                <a:ext cx="979456" cy="38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2-&gt;16</a:t>
                </a:r>
                <a:endPara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92FEF95-6D81-5221-5985-D01D27647A67}"/>
                </a:ext>
              </a:extLst>
            </p:cNvPr>
            <p:cNvGrpSpPr/>
            <p:nvPr/>
          </p:nvGrpSpPr>
          <p:grpSpPr>
            <a:xfrm>
              <a:off x="5148066" y="2385710"/>
              <a:ext cx="997419" cy="923289"/>
              <a:chOff x="4794000" y="1995712"/>
              <a:chExt cx="997245" cy="897257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499DBDDB-9A0B-2572-7114-23734BAAEF06}"/>
                  </a:ext>
                </a:extLst>
              </p:cNvPr>
              <p:cNvGrpSpPr/>
              <p:nvPr/>
            </p:nvGrpSpPr>
            <p:grpSpPr>
              <a:xfrm rot="18900000">
                <a:off x="4849324" y="1995712"/>
                <a:ext cx="897259" cy="897257"/>
                <a:chOff x="304800" y="673100"/>
                <a:chExt cx="4000500" cy="4000500"/>
              </a:xfrm>
              <a:effectLst>
                <a:outerShdw blurRad="444500" dist="254000" dir="564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49" name="同心圆 159">
                  <a:extLst>
                    <a:ext uri="{FF2B5EF4-FFF2-40B4-BE49-F238E27FC236}">
                      <a16:creationId xmlns:a16="http://schemas.microsoft.com/office/drawing/2014/main" id="{8299A0A5-B110-67E8-6C8F-AC3F6D7A6F8D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A61E1C26-1A0C-86D4-F701-880D841E1547}"/>
                    </a:ext>
                  </a:extLst>
                </p:cNvPr>
                <p:cNvSpPr/>
                <p:nvPr/>
              </p:nvSpPr>
              <p:spPr>
                <a:xfrm>
                  <a:off x="366203" y="734507"/>
                  <a:ext cx="3877701" cy="387769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48" name="TextBox 54">
                <a:extLst>
                  <a:ext uri="{FF2B5EF4-FFF2-40B4-BE49-F238E27FC236}">
                    <a16:creationId xmlns:a16="http://schemas.microsoft.com/office/drawing/2014/main" id="{CEB266B6-CBB4-4881-CC30-B0E6980254A6}"/>
                  </a:ext>
                </a:extLst>
              </p:cNvPr>
              <p:cNvSpPr txBox="1"/>
              <p:nvPr/>
            </p:nvSpPr>
            <p:spPr>
              <a:xfrm>
                <a:off x="4794000" y="2222298"/>
                <a:ext cx="997245" cy="403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8-&gt;2</a:t>
                </a:r>
                <a:endParaRPr lang="zh-CN" altLang="en-US" sz="2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AA4E3EE-7459-91B6-1EDE-AC75D73B36BD}"/>
                </a:ext>
              </a:extLst>
            </p:cNvPr>
            <p:cNvGrpSpPr/>
            <p:nvPr/>
          </p:nvGrpSpPr>
          <p:grpSpPr>
            <a:xfrm>
              <a:off x="6967896" y="2379691"/>
              <a:ext cx="1036006" cy="923289"/>
              <a:chOff x="6295476" y="2029113"/>
              <a:chExt cx="1035826" cy="897257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D2D7E13B-BF72-3B32-0C26-B890051C5146}"/>
                  </a:ext>
                </a:extLst>
              </p:cNvPr>
              <p:cNvGrpSpPr/>
              <p:nvPr/>
            </p:nvGrpSpPr>
            <p:grpSpPr>
              <a:xfrm rot="18900000">
                <a:off x="6380261" y="2029113"/>
                <a:ext cx="897259" cy="897257"/>
                <a:chOff x="304800" y="673100"/>
                <a:chExt cx="4000500" cy="4000500"/>
              </a:xfrm>
              <a:effectLst>
                <a:outerShdw blurRad="444500" dist="254000" dir="5700000" sx="104000" sy="104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45" name="同心圆 155">
                  <a:extLst>
                    <a:ext uri="{FF2B5EF4-FFF2-40B4-BE49-F238E27FC236}">
                      <a16:creationId xmlns:a16="http://schemas.microsoft.com/office/drawing/2014/main" id="{936C5365-DFBC-4DA6-5F6F-0AB21B13DC10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671C6C57-530C-C4CD-0A66-D4FDE7A5CD69}"/>
                    </a:ext>
                  </a:extLst>
                </p:cNvPr>
                <p:cNvSpPr/>
                <p:nvPr/>
              </p:nvSpPr>
              <p:spPr>
                <a:xfrm>
                  <a:off x="366203" y="734507"/>
                  <a:ext cx="3877701" cy="387769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44" name="TextBox 59">
                <a:extLst>
                  <a:ext uri="{FF2B5EF4-FFF2-40B4-BE49-F238E27FC236}">
                    <a16:creationId xmlns:a16="http://schemas.microsoft.com/office/drawing/2014/main" id="{F45A460D-E67B-FECC-7955-3FD2DD923D65}"/>
                  </a:ext>
                </a:extLst>
              </p:cNvPr>
              <p:cNvSpPr txBox="1"/>
              <p:nvPr/>
            </p:nvSpPr>
            <p:spPr>
              <a:xfrm>
                <a:off x="6295476" y="2303662"/>
                <a:ext cx="1035826" cy="403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16-&gt;2</a:t>
                </a:r>
                <a:endParaRPr lang="zh-CN" altLang="en-US" sz="2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6E4E829D-4275-A1D0-9B77-18F2A74EAF50}"/>
                </a:ext>
              </a:extLst>
            </p:cNvPr>
            <p:cNvSpPr/>
            <p:nvPr/>
          </p:nvSpPr>
          <p:spPr bwMode="auto">
            <a:xfrm rot="18900000">
              <a:off x="1487799" y="2723495"/>
              <a:ext cx="1215555" cy="660729"/>
            </a:xfrm>
            <a:custGeom>
              <a:avLst/>
              <a:gdLst>
                <a:gd name="T0" fmla="*/ 8098 w 8105"/>
                <a:gd name="T1" fmla="*/ 0 h 4285"/>
                <a:gd name="T2" fmla="*/ 8105 w 8105"/>
                <a:gd name="T3" fmla="*/ 233 h 4285"/>
                <a:gd name="T4" fmla="*/ 4053 w 8105"/>
                <a:gd name="T5" fmla="*/ 4285 h 4285"/>
                <a:gd name="T6" fmla="*/ 0 w 8105"/>
                <a:gd name="T7" fmla="*/ 233 h 4285"/>
                <a:gd name="T8" fmla="*/ 7 w 8105"/>
                <a:gd name="T9" fmla="*/ 0 h 4285"/>
                <a:gd name="T10" fmla="*/ 1080 w 8105"/>
                <a:gd name="T11" fmla="*/ 0 h 4285"/>
                <a:gd name="T12" fmla="*/ 1071 w 8105"/>
                <a:gd name="T13" fmla="*/ 233 h 4285"/>
                <a:gd name="T14" fmla="*/ 4053 w 8105"/>
                <a:gd name="T15" fmla="*/ 3214 h 4285"/>
                <a:gd name="T16" fmla="*/ 7034 w 8105"/>
                <a:gd name="T17" fmla="*/ 233 h 4285"/>
                <a:gd name="T18" fmla="*/ 7025 w 8105"/>
                <a:gd name="T19" fmla="*/ 0 h 4285"/>
                <a:gd name="T20" fmla="*/ 8098 w 8105"/>
                <a:gd name="T21" fmla="*/ 0 h 4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05" h="4285">
                  <a:moveTo>
                    <a:pt x="8098" y="0"/>
                  </a:moveTo>
                  <a:cubicBezTo>
                    <a:pt x="8103" y="77"/>
                    <a:pt x="8105" y="155"/>
                    <a:pt x="8105" y="233"/>
                  </a:cubicBezTo>
                  <a:cubicBezTo>
                    <a:pt x="8105" y="2471"/>
                    <a:pt x="6291" y="4285"/>
                    <a:pt x="4053" y="4285"/>
                  </a:cubicBezTo>
                  <a:cubicBezTo>
                    <a:pt x="1814" y="4285"/>
                    <a:pt x="0" y="2471"/>
                    <a:pt x="0" y="233"/>
                  </a:cubicBezTo>
                  <a:cubicBezTo>
                    <a:pt x="0" y="155"/>
                    <a:pt x="2" y="77"/>
                    <a:pt x="7" y="0"/>
                  </a:cubicBezTo>
                  <a:lnTo>
                    <a:pt x="1080" y="0"/>
                  </a:lnTo>
                  <a:cubicBezTo>
                    <a:pt x="1074" y="77"/>
                    <a:pt x="1071" y="154"/>
                    <a:pt x="1071" y="233"/>
                  </a:cubicBezTo>
                  <a:cubicBezTo>
                    <a:pt x="1071" y="1879"/>
                    <a:pt x="2406" y="3214"/>
                    <a:pt x="4053" y="3214"/>
                  </a:cubicBezTo>
                  <a:cubicBezTo>
                    <a:pt x="5699" y="3214"/>
                    <a:pt x="7034" y="1879"/>
                    <a:pt x="7034" y="233"/>
                  </a:cubicBezTo>
                  <a:cubicBezTo>
                    <a:pt x="7034" y="154"/>
                    <a:pt x="7031" y="77"/>
                    <a:pt x="7025" y="0"/>
                  </a:cubicBezTo>
                  <a:lnTo>
                    <a:pt x="8098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E8FC67DC-6778-9CA4-ACC2-FD1619376731}"/>
                </a:ext>
              </a:extLst>
            </p:cNvPr>
            <p:cNvSpPr/>
            <p:nvPr/>
          </p:nvSpPr>
          <p:spPr bwMode="auto">
            <a:xfrm rot="19087048">
              <a:off x="3396181" y="2620486"/>
              <a:ext cx="1187878" cy="802771"/>
            </a:xfrm>
            <a:custGeom>
              <a:avLst/>
              <a:gdLst>
                <a:gd name="T0" fmla="*/ 7997 w 8105"/>
                <a:gd name="T1" fmla="*/ 0 h 4984"/>
                <a:gd name="T2" fmla="*/ 8105 w 8105"/>
                <a:gd name="T3" fmla="*/ 932 h 4984"/>
                <a:gd name="T4" fmla="*/ 4053 w 8105"/>
                <a:gd name="T5" fmla="*/ 4984 h 4984"/>
                <a:gd name="T6" fmla="*/ 0 w 8105"/>
                <a:gd name="T7" fmla="*/ 932 h 4984"/>
                <a:gd name="T8" fmla="*/ 108 w 8105"/>
                <a:gd name="T9" fmla="*/ 0 h 4984"/>
                <a:gd name="T10" fmla="*/ 1212 w 8105"/>
                <a:gd name="T11" fmla="*/ 0 h 4984"/>
                <a:gd name="T12" fmla="*/ 1218 w 8105"/>
                <a:gd name="T13" fmla="*/ 6 h 4984"/>
                <a:gd name="T14" fmla="*/ 1071 w 8105"/>
                <a:gd name="T15" fmla="*/ 932 h 4984"/>
                <a:gd name="T16" fmla="*/ 4053 w 8105"/>
                <a:gd name="T17" fmla="*/ 3913 h 4984"/>
                <a:gd name="T18" fmla="*/ 7034 w 8105"/>
                <a:gd name="T19" fmla="*/ 932 h 4984"/>
                <a:gd name="T20" fmla="*/ 6887 w 8105"/>
                <a:gd name="T21" fmla="*/ 6 h 4984"/>
                <a:gd name="T22" fmla="*/ 6893 w 8105"/>
                <a:gd name="T23" fmla="*/ 0 h 4984"/>
                <a:gd name="T24" fmla="*/ 7997 w 8105"/>
                <a:gd name="T25" fmla="*/ 0 h 4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05" h="4984">
                  <a:moveTo>
                    <a:pt x="7997" y="0"/>
                  </a:moveTo>
                  <a:cubicBezTo>
                    <a:pt x="8068" y="299"/>
                    <a:pt x="8105" y="611"/>
                    <a:pt x="8105" y="932"/>
                  </a:cubicBezTo>
                  <a:cubicBezTo>
                    <a:pt x="8105" y="3170"/>
                    <a:pt x="6291" y="4984"/>
                    <a:pt x="4053" y="4984"/>
                  </a:cubicBezTo>
                  <a:cubicBezTo>
                    <a:pt x="1814" y="4984"/>
                    <a:pt x="0" y="3170"/>
                    <a:pt x="0" y="932"/>
                  </a:cubicBezTo>
                  <a:cubicBezTo>
                    <a:pt x="0" y="611"/>
                    <a:pt x="37" y="299"/>
                    <a:pt x="108" y="0"/>
                  </a:cubicBezTo>
                  <a:lnTo>
                    <a:pt x="1212" y="0"/>
                  </a:lnTo>
                  <a:lnTo>
                    <a:pt x="1218" y="6"/>
                  </a:lnTo>
                  <a:cubicBezTo>
                    <a:pt x="1123" y="297"/>
                    <a:pt x="1071" y="609"/>
                    <a:pt x="1071" y="932"/>
                  </a:cubicBezTo>
                  <a:cubicBezTo>
                    <a:pt x="1071" y="2578"/>
                    <a:pt x="2406" y="3913"/>
                    <a:pt x="4053" y="3913"/>
                  </a:cubicBezTo>
                  <a:cubicBezTo>
                    <a:pt x="5699" y="3913"/>
                    <a:pt x="7034" y="2578"/>
                    <a:pt x="7034" y="932"/>
                  </a:cubicBezTo>
                  <a:cubicBezTo>
                    <a:pt x="7034" y="609"/>
                    <a:pt x="6982" y="297"/>
                    <a:pt x="6887" y="6"/>
                  </a:cubicBezTo>
                  <a:lnTo>
                    <a:pt x="6893" y="0"/>
                  </a:lnTo>
                  <a:lnTo>
                    <a:pt x="7997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10EA6A5-E241-24DF-7924-75E21164527D}"/>
                </a:ext>
              </a:extLst>
            </p:cNvPr>
            <p:cNvSpPr/>
            <p:nvPr/>
          </p:nvSpPr>
          <p:spPr bwMode="auto">
            <a:xfrm rot="19290703">
              <a:off x="5136572" y="2479159"/>
              <a:ext cx="1214489" cy="945740"/>
            </a:xfrm>
            <a:custGeom>
              <a:avLst/>
              <a:gdLst>
                <a:gd name="T0" fmla="*/ 7492 w 8105"/>
                <a:gd name="T1" fmla="*/ 0 h 6195"/>
                <a:gd name="T2" fmla="*/ 8105 w 8105"/>
                <a:gd name="T3" fmla="*/ 2143 h 6195"/>
                <a:gd name="T4" fmla="*/ 4052 w 8105"/>
                <a:gd name="T5" fmla="*/ 6195 h 6195"/>
                <a:gd name="T6" fmla="*/ 0 w 8105"/>
                <a:gd name="T7" fmla="*/ 2143 h 6195"/>
                <a:gd name="T8" fmla="*/ 612 w 8105"/>
                <a:gd name="T9" fmla="*/ 0 h 6195"/>
                <a:gd name="T10" fmla="*/ 1957 w 8105"/>
                <a:gd name="T11" fmla="*/ 0 h 6195"/>
                <a:gd name="T12" fmla="*/ 1968 w 8105"/>
                <a:gd name="T13" fmla="*/ 11 h 6195"/>
                <a:gd name="T14" fmla="*/ 1071 w 8105"/>
                <a:gd name="T15" fmla="*/ 2143 h 6195"/>
                <a:gd name="T16" fmla="*/ 4052 w 8105"/>
                <a:gd name="T17" fmla="*/ 5124 h 6195"/>
                <a:gd name="T18" fmla="*/ 7033 w 8105"/>
                <a:gd name="T19" fmla="*/ 2143 h 6195"/>
                <a:gd name="T20" fmla="*/ 6136 w 8105"/>
                <a:gd name="T21" fmla="*/ 11 h 6195"/>
                <a:gd name="T22" fmla="*/ 6147 w 8105"/>
                <a:gd name="T23" fmla="*/ 0 h 6195"/>
                <a:gd name="T24" fmla="*/ 7492 w 8105"/>
                <a:gd name="T25" fmla="*/ 0 h 6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05" h="6195">
                  <a:moveTo>
                    <a:pt x="7492" y="0"/>
                  </a:moveTo>
                  <a:cubicBezTo>
                    <a:pt x="7880" y="622"/>
                    <a:pt x="8105" y="1356"/>
                    <a:pt x="8105" y="2143"/>
                  </a:cubicBezTo>
                  <a:cubicBezTo>
                    <a:pt x="8105" y="4381"/>
                    <a:pt x="6290" y="6195"/>
                    <a:pt x="4052" y="6195"/>
                  </a:cubicBezTo>
                  <a:cubicBezTo>
                    <a:pt x="1814" y="6195"/>
                    <a:pt x="0" y="4381"/>
                    <a:pt x="0" y="2143"/>
                  </a:cubicBezTo>
                  <a:cubicBezTo>
                    <a:pt x="0" y="1356"/>
                    <a:pt x="224" y="622"/>
                    <a:pt x="612" y="0"/>
                  </a:cubicBezTo>
                  <a:lnTo>
                    <a:pt x="1957" y="0"/>
                  </a:lnTo>
                  <a:lnTo>
                    <a:pt x="1968" y="11"/>
                  </a:lnTo>
                  <a:cubicBezTo>
                    <a:pt x="1415" y="552"/>
                    <a:pt x="1071" y="1307"/>
                    <a:pt x="1071" y="2143"/>
                  </a:cubicBezTo>
                  <a:cubicBezTo>
                    <a:pt x="1071" y="3789"/>
                    <a:pt x="2406" y="5124"/>
                    <a:pt x="4052" y="5124"/>
                  </a:cubicBezTo>
                  <a:cubicBezTo>
                    <a:pt x="5699" y="5124"/>
                    <a:pt x="7033" y="3789"/>
                    <a:pt x="7033" y="2143"/>
                  </a:cubicBezTo>
                  <a:cubicBezTo>
                    <a:pt x="7033" y="1307"/>
                    <a:pt x="6690" y="552"/>
                    <a:pt x="6136" y="11"/>
                  </a:cubicBezTo>
                  <a:lnTo>
                    <a:pt x="6147" y="0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5F49CAD-FF12-06F6-2662-00470855FDC9}"/>
                </a:ext>
              </a:extLst>
            </p:cNvPr>
            <p:cNvSpPr/>
            <p:nvPr/>
          </p:nvSpPr>
          <p:spPr bwMode="auto">
            <a:xfrm rot="19810786">
              <a:off x="6935805" y="2283011"/>
              <a:ext cx="1169909" cy="1141444"/>
            </a:xfrm>
            <a:custGeom>
              <a:avLst/>
              <a:gdLst>
                <a:gd name="T0" fmla="*/ 5799 w 8105"/>
                <a:gd name="T1" fmla="*/ 0 h 7710"/>
                <a:gd name="T2" fmla="*/ 8105 w 8105"/>
                <a:gd name="T3" fmla="*/ 3658 h 7710"/>
                <a:gd name="T4" fmla="*/ 4052 w 8105"/>
                <a:gd name="T5" fmla="*/ 7710 h 7710"/>
                <a:gd name="T6" fmla="*/ 0 w 8105"/>
                <a:gd name="T7" fmla="*/ 3658 h 7710"/>
                <a:gd name="T8" fmla="*/ 2306 w 8105"/>
                <a:gd name="T9" fmla="*/ 0 h 7710"/>
                <a:gd name="T10" fmla="*/ 3128 w 8105"/>
                <a:gd name="T11" fmla="*/ 823 h 7710"/>
                <a:gd name="T12" fmla="*/ 1071 w 8105"/>
                <a:gd name="T13" fmla="*/ 3658 h 7710"/>
                <a:gd name="T14" fmla="*/ 4052 w 8105"/>
                <a:gd name="T15" fmla="*/ 6639 h 7710"/>
                <a:gd name="T16" fmla="*/ 7034 w 8105"/>
                <a:gd name="T17" fmla="*/ 3658 h 7710"/>
                <a:gd name="T18" fmla="*/ 4976 w 8105"/>
                <a:gd name="T19" fmla="*/ 823 h 7710"/>
                <a:gd name="T20" fmla="*/ 5799 w 8105"/>
                <a:gd name="T21" fmla="*/ 0 h 7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05" h="7710">
                  <a:moveTo>
                    <a:pt x="5799" y="0"/>
                  </a:moveTo>
                  <a:cubicBezTo>
                    <a:pt x="7163" y="653"/>
                    <a:pt x="8105" y="2045"/>
                    <a:pt x="8105" y="3658"/>
                  </a:cubicBezTo>
                  <a:cubicBezTo>
                    <a:pt x="8105" y="5896"/>
                    <a:pt x="6291" y="7710"/>
                    <a:pt x="4052" y="7710"/>
                  </a:cubicBezTo>
                  <a:cubicBezTo>
                    <a:pt x="1814" y="7710"/>
                    <a:pt x="0" y="5896"/>
                    <a:pt x="0" y="3658"/>
                  </a:cubicBezTo>
                  <a:cubicBezTo>
                    <a:pt x="0" y="2045"/>
                    <a:pt x="942" y="653"/>
                    <a:pt x="2306" y="0"/>
                  </a:cubicBezTo>
                  <a:lnTo>
                    <a:pt x="3128" y="823"/>
                  </a:lnTo>
                  <a:cubicBezTo>
                    <a:pt x="1934" y="1212"/>
                    <a:pt x="1071" y="2334"/>
                    <a:pt x="1071" y="3658"/>
                  </a:cubicBezTo>
                  <a:cubicBezTo>
                    <a:pt x="1071" y="5304"/>
                    <a:pt x="2406" y="6639"/>
                    <a:pt x="4052" y="6639"/>
                  </a:cubicBezTo>
                  <a:cubicBezTo>
                    <a:pt x="5699" y="6639"/>
                    <a:pt x="7034" y="5304"/>
                    <a:pt x="7034" y="3658"/>
                  </a:cubicBezTo>
                  <a:cubicBezTo>
                    <a:pt x="7034" y="2334"/>
                    <a:pt x="6171" y="1212"/>
                    <a:pt x="4976" y="823"/>
                  </a:cubicBezTo>
                  <a:lnTo>
                    <a:pt x="5799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4B28198-2FB6-5C49-15E2-9A7D5E0D6151}"/>
                </a:ext>
              </a:extLst>
            </p:cNvPr>
            <p:cNvGrpSpPr/>
            <p:nvPr/>
          </p:nvGrpSpPr>
          <p:grpSpPr>
            <a:xfrm>
              <a:off x="1466110" y="1635646"/>
              <a:ext cx="960832" cy="261610"/>
              <a:chOff x="3477359" y="8005745"/>
              <a:chExt cx="2534423" cy="676230"/>
            </a:xfrm>
            <a:effectLst>
              <a:outerShdw blurRad="203200" dist="114300" dir="5400000" sx="102000" sy="102000" algn="t" rotWithShape="0">
                <a:prstClr val="black">
                  <a:alpha val="29000"/>
                </a:prstClr>
              </a:outerShdw>
            </a:effectLst>
          </p:grpSpPr>
          <p:sp>
            <p:nvSpPr>
              <p:cNvPr id="40" name="流程图: 可选过程 39">
                <a:extLst>
                  <a:ext uri="{FF2B5EF4-FFF2-40B4-BE49-F238E27FC236}">
                    <a16:creationId xmlns:a16="http://schemas.microsoft.com/office/drawing/2014/main" id="{0B5943E4-9F2C-187A-2116-0539B88C510C}"/>
                  </a:ext>
                </a:extLst>
              </p:cNvPr>
              <p:cNvSpPr/>
              <p:nvPr/>
            </p:nvSpPr>
            <p:spPr>
              <a:xfrm>
                <a:off x="3477359" y="8032286"/>
                <a:ext cx="2534423" cy="584775"/>
              </a:xfrm>
              <a:prstGeom prst="flowChartAlternateProcess">
                <a:avLst/>
              </a:prstGeom>
              <a:solidFill>
                <a:srgbClr val="3268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1" name="TextBox 72">
                <a:extLst>
                  <a:ext uri="{FF2B5EF4-FFF2-40B4-BE49-F238E27FC236}">
                    <a16:creationId xmlns:a16="http://schemas.microsoft.com/office/drawing/2014/main" id="{B263C5B9-CBDB-1B8A-28FC-3347E5858356}"/>
                  </a:ext>
                </a:extLst>
              </p:cNvPr>
              <p:cNvSpPr txBox="1"/>
              <p:nvPr/>
            </p:nvSpPr>
            <p:spPr>
              <a:xfrm>
                <a:off x="4051642" y="8005745"/>
                <a:ext cx="1298938" cy="676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转</a:t>
                </a:r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8</a:t>
                </a:r>
                <a:endParaRPr lang="zh-CN" altLang="en-US" sz="1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6B6DAEC-DAA2-C157-CF2E-70A88FA96A1D}"/>
                </a:ext>
              </a:extLst>
            </p:cNvPr>
            <p:cNvGrpSpPr/>
            <p:nvPr/>
          </p:nvGrpSpPr>
          <p:grpSpPr>
            <a:xfrm>
              <a:off x="3281893" y="1635646"/>
              <a:ext cx="960832" cy="261610"/>
              <a:chOff x="3477359" y="8005745"/>
              <a:chExt cx="2534423" cy="676230"/>
            </a:xfrm>
            <a:effectLst>
              <a:outerShdw blurRad="203200" dist="114300" dir="5400000" sx="102000" sy="102000" algn="t" rotWithShape="0">
                <a:prstClr val="black">
                  <a:alpha val="29000"/>
                </a:prstClr>
              </a:outerShdw>
            </a:effectLst>
          </p:grpSpPr>
          <p:sp>
            <p:nvSpPr>
              <p:cNvPr id="38" name="流程图: 可选过程 37">
                <a:extLst>
                  <a:ext uri="{FF2B5EF4-FFF2-40B4-BE49-F238E27FC236}">
                    <a16:creationId xmlns:a16="http://schemas.microsoft.com/office/drawing/2014/main" id="{6C86CC12-B80C-521C-A071-95F5FB305B76}"/>
                  </a:ext>
                </a:extLst>
              </p:cNvPr>
              <p:cNvSpPr/>
              <p:nvPr/>
            </p:nvSpPr>
            <p:spPr>
              <a:xfrm>
                <a:off x="3477359" y="8032286"/>
                <a:ext cx="2534423" cy="584775"/>
              </a:xfrm>
              <a:prstGeom prst="flowChartAlternateProcess">
                <a:avLst/>
              </a:prstGeom>
              <a:solidFill>
                <a:srgbClr val="3268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9" name="TextBox 75">
                <a:extLst>
                  <a:ext uri="{FF2B5EF4-FFF2-40B4-BE49-F238E27FC236}">
                    <a16:creationId xmlns:a16="http://schemas.microsoft.com/office/drawing/2014/main" id="{0E451453-0862-F979-F954-4B2FECC3FA99}"/>
                  </a:ext>
                </a:extLst>
              </p:cNvPr>
              <p:cNvSpPr txBox="1"/>
              <p:nvPr/>
            </p:nvSpPr>
            <p:spPr>
              <a:xfrm>
                <a:off x="3941709" y="8005745"/>
                <a:ext cx="1518807" cy="676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转</a:t>
                </a:r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16</a:t>
                </a:r>
                <a:endParaRPr lang="zh-CN" altLang="en-US" sz="1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3597ED1-0FFA-2B1F-8363-D8BD9E8D7D82}"/>
                </a:ext>
              </a:extLst>
            </p:cNvPr>
            <p:cNvGrpSpPr/>
            <p:nvPr/>
          </p:nvGrpSpPr>
          <p:grpSpPr>
            <a:xfrm>
              <a:off x="5072325" y="1635646"/>
              <a:ext cx="960832" cy="261610"/>
              <a:chOff x="3477359" y="8005745"/>
              <a:chExt cx="2534423" cy="676230"/>
            </a:xfrm>
            <a:effectLst>
              <a:outerShdw blurRad="203200" dist="114300" dir="5400000" sx="102000" sy="102000" algn="t" rotWithShape="0">
                <a:prstClr val="black">
                  <a:alpha val="29000"/>
                </a:prstClr>
              </a:outerShdw>
            </a:effectLst>
          </p:grpSpPr>
          <p:sp>
            <p:nvSpPr>
              <p:cNvPr id="33" name="流程图: 可选过程 32">
                <a:extLst>
                  <a:ext uri="{FF2B5EF4-FFF2-40B4-BE49-F238E27FC236}">
                    <a16:creationId xmlns:a16="http://schemas.microsoft.com/office/drawing/2014/main" id="{D9CFCC2D-9ABE-96C3-E3F0-8E0D934D256F}"/>
                  </a:ext>
                </a:extLst>
              </p:cNvPr>
              <p:cNvSpPr/>
              <p:nvPr/>
            </p:nvSpPr>
            <p:spPr>
              <a:xfrm>
                <a:off x="3477359" y="8032286"/>
                <a:ext cx="2534423" cy="584775"/>
              </a:xfrm>
              <a:prstGeom prst="flowChartAlternateProcess">
                <a:avLst/>
              </a:prstGeom>
              <a:solidFill>
                <a:srgbClr val="3268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6" name="TextBox 78">
                <a:extLst>
                  <a:ext uri="{FF2B5EF4-FFF2-40B4-BE49-F238E27FC236}">
                    <a16:creationId xmlns:a16="http://schemas.microsoft.com/office/drawing/2014/main" id="{737F8F0C-87D5-451B-C960-B232218A5534}"/>
                  </a:ext>
                </a:extLst>
              </p:cNvPr>
              <p:cNvSpPr txBox="1"/>
              <p:nvPr/>
            </p:nvSpPr>
            <p:spPr>
              <a:xfrm>
                <a:off x="4051642" y="8005745"/>
                <a:ext cx="1298938" cy="676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8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转</a:t>
                </a:r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2</a:t>
                </a:r>
                <a:endParaRPr lang="zh-CN" altLang="en-US" sz="1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4101FD1-0BB9-C22C-3069-E5F19F8168F1}"/>
                </a:ext>
              </a:extLst>
            </p:cNvPr>
            <p:cNvGrpSpPr/>
            <p:nvPr/>
          </p:nvGrpSpPr>
          <p:grpSpPr>
            <a:xfrm>
              <a:off x="6967893" y="1635646"/>
              <a:ext cx="960832" cy="261610"/>
              <a:chOff x="3477359" y="8005745"/>
              <a:chExt cx="2534423" cy="676230"/>
            </a:xfrm>
            <a:effectLst>
              <a:outerShdw blurRad="203200" dist="114300" dir="5400000" sx="102000" sy="102000" algn="t" rotWithShape="0">
                <a:prstClr val="black">
                  <a:alpha val="29000"/>
                </a:prstClr>
              </a:outerShdw>
            </a:effectLst>
          </p:grpSpPr>
          <p:sp>
            <p:nvSpPr>
              <p:cNvPr id="31" name="流程图: 可选过程 30">
                <a:extLst>
                  <a:ext uri="{FF2B5EF4-FFF2-40B4-BE49-F238E27FC236}">
                    <a16:creationId xmlns:a16="http://schemas.microsoft.com/office/drawing/2014/main" id="{554F734A-97A2-8743-428C-7B016BA5D378}"/>
                  </a:ext>
                </a:extLst>
              </p:cNvPr>
              <p:cNvSpPr/>
              <p:nvPr/>
            </p:nvSpPr>
            <p:spPr>
              <a:xfrm>
                <a:off x="3477359" y="8032286"/>
                <a:ext cx="2534423" cy="584775"/>
              </a:xfrm>
              <a:prstGeom prst="flowChartAlternateProcess">
                <a:avLst/>
              </a:prstGeom>
              <a:solidFill>
                <a:srgbClr val="3268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32" name="TextBox 81">
                <a:extLst>
                  <a:ext uri="{FF2B5EF4-FFF2-40B4-BE49-F238E27FC236}">
                    <a16:creationId xmlns:a16="http://schemas.microsoft.com/office/drawing/2014/main" id="{74FA21FF-AD1A-A2B4-9782-CF9C14E27640}"/>
                  </a:ext>
                </a:extLst>
              </p:cNvPr>
              <p:cNvSpPr txBox="1"/>
              <p:nvPr/>
            </p:nvSpPr>
            <p:spPr>
              <a:xfrm>
                <a:off x="3941706" y="8005745"/>
                <a:ext cx="1518807" cy="676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16</a:t>
                </a:r>
                <a:r>
                  <a:rPr lang="zh-CN" altLang="en-US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转</a:t>
                </a:r>
                <a:r>
                  <a:rPr lang="en-US" altLang="zh-CN" sz="1100" dirty="0">
                    <a:solidFill>
                      <a:schemeClr val="bg1"/>
                    </a:solidFill>
                    <a:latin typeface="+mj-ea"/>
                    <a:ea typeface="+mj-ea"/>
                  </a:rPr>
                  <a:t>2</a:t>
                </a:r>
                <a:endParaRPr lang="zh-CN" altLang="en-US" sz="11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7" name="TextBox 83">
              <a:extLst>
                <a:ext uri="{FF2B5EF4-FFF2-40B4-BE49-F238E27FC236}">
                  <a16:creationId xmlns:a16="http://schemas.microsoft.com/office/drawing/2014/main" id="{BCC99548-AAB7-76DC-3757-D531DEAEA899}"/>
                </a:ext>
              </a:extLst>
            </p:cNvPr>
            <p:cNvSpPr txBox="1"/>
            <p:nvPr/>
          </p:nvSpPr>
          <p:spPr>
            <a:xfrm>
              <a:off x="1263732" y="3678847"/>
              <a:ext cx="1647706" cy="468929"/>
            </a:xfrm>
            <a:prstGeom prst="rect">
              <a:avLst/>
            </a:prstGeom>
            <a:noFill/>
          </p:spPr>
          <p:txBody>
            <a:bodyPr wrap="square" lIns="68598" tIns="34299" rIns="68598" bIns="34299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以</a:t>
              </a:r>
              <a:r>
                <a:rPr lang="zh-CN" altLang="en-US" sz="1050" b="1" kern="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小数点为界向两边展开</a:t>
              </a:r>
              <a:r>
                <a:rPr lang="zh-CN" altLang="en-US" sz="1050" kern="0" noProof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，三位一取，</a:t>
              </a:r>
              <a:r>
                <a:rPr lang="zh-CN" altLang="en-US" sz="1050" b="1" kern="0" noProof="0" dirty="0">
                  <a:solidFill>
                    <a:srgbClr val="3268B5"/>
                  </a:solidFill>
                  <a:latin typeface="+mj-ea"/>
                  <a:ea typeface="+mj-ea"/>
                </a:rPr>
                <a:t>不足补</a:t>
              </a:r>
              <a:r>
                <a:rPr lang="en-US" altLang="zh-CN" sz="1050" b="1" kern="0" noProof="0" dirty="0">
                  <a:solidFill>
                    <a:srgbClr val="3268B5"/>
                  </a:solidFill>
                  <a:latin typeface="+mj-ea"/>
                  <a:ea typeface="+mj-ea"/>
                </a:rPr>
                <a:t>0</a:t>
              </a: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3268B5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8" name="TextBox 84">
              <a:extLst>
                <a:ext uri="{FF2B5EF4-FFF2-40B4-BE49-F238E27FC236}">
                  <a16:creationId xmlns:a16="http://schemas.microsoft.com/office/drawing/2014/main" id="{A7083EC1-9C99-6170-6B90-3DB7EC6F5CEE}"/>
                </a:ext>
              </a:extLst>
            </p:cNvPr>
            <p:cNvSpPr txBox="1"/>
            <p:nvPr/>
          </p:nvSpPr>
          <p:spPr>
            <a:xfrm>
              <a:off x="3103383" y="3678847"/>
              <a:ext cx="1647706" cy="468929"/>
            </a:xfrm>
            <a:prstGeom prst="rect">
              <a:avLst/>
            </a:prstGeom>
            <a:noFill/>
          </p:spPr>
          <p:txBody>
            <a:bodyPr wrap="square" lIns="68598" tIns="34299" rIns="68598" bIns="34299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以小数点为界向两边展开，四位一取，</a:t>
              </a:r>
              <a:r>
                <a:rPr lang="zh-CN" altLang="en-US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不足补</a:t>
              </a:r>
              <a:r>
                <a:rPr lang="en-US" altLang="zh-CN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0</a:t>
              </a:r>
              <a:endParaRPr lang="zh-CN" altLang="en-US" sz="1050" b="1" kern="0" dirty="0">
                <a:solidFill>
                  <a:srgbClr val="3268B5"/>
                </a:solidFill>
                <a:latin typeface="+mn-ea"/>
                <a:ea typeface="+mn-ea"/>
              </a:endParaRPr>
            </a:p>
          </p:txBody>
        </p:sp>
        <p:sp>
          <p:nvSpPr>
            <p:cNvPr id="29" name="TextBox 85">
              <a:extLst>
                <a:ext uri="{FF2B5EF4-FFF2-40B4-BE49-F238E27FC236}">
                  <a16:creationId xmlns:a16="http://schemas.microsoft.com/office/drawing/2014/main" id="{D891971B-B598-6E68-CD5B-4B8C1376AAC1}"/>
                </a:ext>
              </a:extLst>
            </p:cNvPr>
            <p:cNvSpPr txBox="1"/>
            <p:nvPr/>
          </p:nvSpPr>
          <p:spPr>
            <a:xfrm>
              <a:off x="4872610" y="3678847"/>
              <a:ext cx="1647706" cy="699440"/>
            </a:xfrm>
            <a:prstGeom prst="rect">
              <a:avLst/>
            </a:prstGeom>
            <a:noFill/>
          </p:spPr>
          <p:txBody>
            <a:bodyPr wrap="square" lIns="68598" tIns="34299" rIns="68598" bIns="34299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以小数点为界向两边展开，一位</a:t>
              </a:r>
              <a:r>
                <a:rPr lang="en-US" altLang="zh-CN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8</a:t>
              </a: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进制变成</a:t>
              </a:r>
              <a:r>
                <a:rPr lang="en-US" altLang="zh-CN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3</a:t>
              </a: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位</a:t>
              </a:r>
              <a:r>
                <a:rPr lang="en-US" altLang="zh-CN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2</a:t>
              </a: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进制，</a:t>
              </a:r>
              <a:r>
                <a:rPr lang="zh-CN" altLang="en-US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中间的</a:t>
              </a:r>
              <a:r>
                <a:rPr lang="en-US" altLang="zh-CN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0</a:t>
              </a:r>
              <a:r>
                <a:rPr lang="zh-CN" altLang="en-US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不能省略</a:t>
              </a:r>
            </a:p>
          </p:txBody>
        </p:sp>
        <p:sp>
          <p:nvSpPr>
            <p:cNvPr id="30" name="TextBox 86">
              <a:extLst>
                <a:ext uri="{FF2B5EF4-FFF2-40B4-BE49-F238E27FC236}">
                  <a16:creationId xmlns:a16="http://schemas.microsoft.com/office/drawing/2014/main" id="{B79F8FAF-E88E-01AC-9296-6A3C8595A2CE}"/>
                </a:ext>
              </a:extLst>
            </p:cNvPr>
            <p:cNvSpPr txBox="1"/>
            <p:nvPr/>
          </p:nvSpPr>
          <p:spPr>
            <a:xfrm>
              <a:off x="6816826" y="3678847"/>
              <a:ext cx="1647706" cy="699440"/>
            </a:xfrm>
            <a:prstGeom prst="rect">
              <a:avLst/>
            </a:prstGeom>
            <a:noFill/>
          </p:spPr>
          <p:txBody>
            <a:bodyPr wrap="square" lIns="68598" tIns="34299" rIns="68598" bIns="34299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以小数点为界向两边展开，一位</a:t>
              </a:r>
              <a:r>
                <a:rPr lang="en-US" altLang="zh-CN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16</a:t>
              </a: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进制变成</a:t>
              </a:r>
              <a:r>
                <a:rPr lang="en-US" altLang="zh-CN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4</a:t>
              </a: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位</a:t>
              </a:r>
              <a:r>
                <a:rPr lang="en-US" altLang="zh-CN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2</a:t>
              </a:r>
              <a:r>
                <a:rPr lang="zh-CN" altLang="en-US" sz="105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rPr>
                <a:t>进制，</a:t>
              </a:r>
              <a:r>
                <a:rPr lang="zh-CN" altLang="en-US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中间的</a:t>
              </a:r>
              <a:r>
                <a:rPr lang="en-US" altLang="zh-CN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0</a:t>
              </a:r>
              <a:r>
                <a:rPr lang="zh-CN" altLang="en-US" sz="1050" b="1" kern="0" dirty="0">
                  <a:solidFill>
                    <a:srgbClr val="3268B5"/>
                  </a:solidFill>
                  <a:latin typeface="+mn-ea"/>
                  <a:ea typeface="+mn-ea"/>
                </a:rPr>
                <a:t>不能省略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35324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EEED99C-6047-6691-1C69-7865537BE62B}"/>
              </a:ext>
            </a:extLst>
          </p:cNvPr>
          <p:cNvSpPr txBox="1"/>
          <p:nvPr/>
        </p:nvSpPr>
        <p:spPr>
          <a:xfrm>
            <a:off x="2195736" y="74890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2/8/16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进制转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10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进制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CF7A2F7-DDF9-BF37-4F58-EE2E32171EEB}"/>
              </a:ext>
            </a:extLst>
          </p:cNvPr>
          <p:cNvGrpSpPr/>
          <p:nvPr/>
        </p:nvGrpSpPr>
        <p:grpSpPr>
          <a:xfrm>
            <a:off x="504278" y="2747618"/>
            <a:ext cx="7668122" cy="1571297"/>
            <a:chOff x="4342828" y="1955836"/>
            <a:chExt cx="4159794" cy="1571297"/>
          </a:xfrm>
        </p:grpSpPr>
        <p:sp>
          <p:nvSpPr>
            <p:cNvPr id="15" name="文本框 48">
              <a:extLst>
                <a:ext uri="{FF2B5EF4-FFF2-40B4-BE49-F238E27FC236}">
                  <a16:creationId xmlns:a16="http://schemas.microsoft.com/office/drawing/2014/main" id="{B7B59B56-B3C5-3054-793C-D4A17E676465}"/>
                </a:ext>
              </a:extLst>
            </p:cNvPr>
            <p:cNvSpPr txBox="1"/>
            <p:nvPr/>
          </p:nvSpPr>
          <p:spPr>
            <a:xfrm>
              <a:off x="4342828" y="1955836"/>
              <a:ext cx="2279781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000" dirty="0">
                  <a:solidFill>
                    <a:srgbClr val="000000"/>
                  </a:solidFill>
                  <a:latin typeface="+mj-ea"/>
                  <a:ea typeface="+mj-ea"/>
                  <a:cs typeface="Lato Light" charset="0"/>
                  <a:sym typeface="Lato Light" charset="0"/>
                </a:rPr>
                <a:t>二进制数</a:t>
              </a:r>
              <a:r>
                <a:rPr lang="en-US" altLang="zh-CN" sz="2000" dirty="0">
                  <a:solidFill>
                    <a:srgbClr val="000000"/>
                  </a:solidFill>
                  <a:latin typeface="+mj-ea"/>
                  <a:ea typeface="+mj-ea"/>
                  <a:cs typeface="Lato Light" charset="0"/>
                  <a:sym typeface="Lato Light" charset="0"/>
                </a:rPr>
                <a:t>110.101</a:t>
              </a:r>
              <a:r>
                <a:rPr lang="zh-CN" altLang="en-US" sz="2000" dirty="0">
                  <a:solidFill>
                    <a:srgbClr val="000000"/>
                  </a:solidFill>
                  <a:latin typeface="+mj-ea"/>
                  <a:ea typeface="+mj-ea"/>
                  <a:cs typeface="Lato Light" charset="0"/>
                  <a:sym typeface="Lato Light" charset="0"/>
                </a:rPr>
                <a:t>转换为十进制：</a:t>
              </a:r>
              <a:endParaRPr lang="en-US" altLang="zh-CN" sz="2000" dirty="0">
                <a:solidFill>
                  <a:srgbClr val="000000"/>
                </a:solidFill>
                <a:latin typeface="+mj-ea"/>
                <a:ea typeface="+mj-ea"/>
                <a:cs typeface="Lato Light" charset="0"/>
                <a:sym typeface="Lato Light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2BE47FA-A776-C73C-4E66-2BBDBE8AA619}"/>
                </a:ext>
              </a:extLst>
            </p:cNvPr>
            <p:cNvSpPr/>
            <p:nvPr/>
          </p:nvSpPr>
          <p:spPr>
            <a:xfrm>
              <a:off x="4423925" y="2812327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展开式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4EB30C55-10E2-6C88-7BAC-41890E385A6A}"/>
                    </a:ext>
                  </a:extLst>
                </p:cNvPr>
                <p:cNvSpPr/>
                <p:nvPr/>
              </p:nvSpPr>
              <p:spPr>
                <a:xfrm>
                  <a:off x="5958009" y="2701138"/>
                  <a:ext cx="2544613" cy="825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  <a:sym typeface="Lato Light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1</m:t>
                          </m:r>
                          <m:r>
                            <a:rPr lang="zh-CN" altLang="en-US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∗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−3</m:t>
                          </m:r>
                        </m:sup>
                      </m:sSup>
                    </m:oMath>
                  </a14:m>
                  <a:r>
                    <a:rPr lang="en-US" altLang="zh-CN" sz="20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+0</a:t>
                  </a:r>
                  <a:r>
                    <a:rPr lang="zh-CN" altLang="en-US" sz="20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*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  <a:sym typeface="Lato Light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  <a:sym typeface="Lato Light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+1</m:t>
                          </m:r>
                          <m:r>
                            <a:rPr lang="zh-CN" altLang="en-US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∗</m:t>
                          </m:r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  <a:sym typeface="Lato Light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+0</m:t>
                          </m:r>
                          <m:r>
                            <a:rPr lang="zh-CN" altLang="en-US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∗</m:t>
                          </m:r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0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  <a:sym typeface="Lato Light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+1</m:t>
                          </m:r>
                          <m:r>
                            <a:rPr lang="zh-CN" altLang="en-US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∗</m:t>
                          </m:r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  <a:sym typeface="Lato Light" charset="0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+1</m:t>
                          </m:r>
                          <m:r>
                            <a:rPr lang="zh-CN" altLang="en-US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∗</m:t>
                          </m:r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+mj-ea"/>
                              <a:sym typeface="Lato Light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altLang="zh-CN" sz="2000" dirty="0">
                    <a:solidFill>
                      <a:srgbClr val="000000"/>
                    </a:solidFill>
                    <a:latin typeface="+mj-ea"/>
                    <a:ea typeface="+mj-ea"/>
                    <a:cs typeface="Lato Light" charset="0"/>
                    <a:sym typeface="Lato Light" charset="0"/>
                  </a:endParaRPr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8009" y="2701138"/>
                  <a:ext cx="2544613" cy="82599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F3B4228-8355-C173-E147-0AD0E0796ADE}"/>
              </a:ext>
            </a:extLst>
          </p:cNvPr>
          <p:cNvGrpSpPr/>
          <p:nvPr/>
        </p:nvGrpSpPr>
        <p:grpSpPr>
          <a:xfrm>
            <a:off x="1182331" y="1461809"/>
            <a:ext cx="6093297" cy="458918"/>
            <a:chOff x="1897222" y="2260595"/>
            <a:chExt cx="9204326" cy="611890"/>
          </a:xfrm>
        </p:grpSpPr>
        <p:sp>
          <p:nvSpPr>
            <p:cNvPr id="20" name="矩形标注 54">
              <a:extLst>
                <a:ext uri="{FF2B5EF4-FFF2-40B4-BE49-F238E27FC236}">
                  <a16:creationId xmlns:a16="http://schemas.microsoft.com/office/drawing/2014/main" id="{01B3D611-E485-3D22-CBD2-F5A90547D39E}"/>
                </a:ext>
              </a:extLst>
            </p:cNvPr>
            <p:cNvSpPr/>
            <p:nvPr/>
          </p:nvSpPr>
          <p:spPr>
            <a:xfrm>
              <a:off x="1897222" y="2331273"/>
              <a:ext cx="1435914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</a:t>
              </a:r>
              <a:r>
                <a:rPr lang="en-US" altLang="zh-CN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0EFCCEB-24B4-2D00-3922-8436C8A6DF5E}"/>
                </a:ext>
              </a:extLst>
            </p:cNvPr>
            <p:cNvGrpSpPr/>
            <p:nvPr/>
          </p:nvGrpSpPr>
          <p:grpSpPr>
            <a:xfrm>
              <a:off x="3576798" y="2260595"/>
              <a:ext cx="7524750" cy="611890"/>
              <a:chOff x="3062448" y="1445510"/>
              <a:chExt cx="7524750" cy="611890"/>
            </a:xfrm>
          </p:grpSpPr>
          <p:sp>
            <p:nvSpPr>
              <p:cNvPr id="22" name="圆角矩形 63">
                <a:extLst>
                  <a:ext uri="{FF2B5EF4-FFF2-40B4-BE49-F238E27FC236}">
                    <a16:creationId xmlns:a16="http://schemas.microsoft.com/office/drawing/2014/main" id="{2FDC58D2-984B-8FEE-D10E-A6B5002845B8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45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以</a:t>
                </a:r>
                <a:r>
                  <a:rPr kumimoji="1" lang="en-US" altLang="zh-CN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8</a:t>
                </a:r>
                <a:r>
                  <a:rPr kumimoji="1" lang="zh-CN" altLang="en-US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为底多项式展开</a:t>
                </a:r>
                <a:endPara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3" name="圆角矩形 64">
                <a:extLst>
                  <a:ext uri="{FF2B5EF4-FFF2-40B4-BE49-F238E27FC236}">
                    <a16:creationId xmlns:a16="http://schemas.microsoft.com/office/drawing/2014/main" id="{5929BCA6-E747-FFBD-122F-43585150FD15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71A9B48-7D65-C25D-D802-24A1C3A63B72}"/>
              </a:ext>
            </a:extLst>
          </p:cNvPr>
          <p:cNvGrpSpPr/>
          <p:nvPr/>
        </p:nvGrpSpPr>
        <p:grpSpPr>
          <a:xfrm>
            <a:off x="1182331" y="2086772"/>
            <a:ext cx="6093297" cy="458918"/>
            <a:chOff x="1897222" y="3093879"/>
            <a:chExt cx="9204326" cy="611890"/>
          </a:xfrm>
        </p:grpSpPr>
        <p:sp>
          <p:nvSpPr>
            <p:cNvPr id="25" name="矩形标注 55">
              <a:extLst>
                <a:ext uri="{FF2B5EF4-FFF2-40B4-BE49-F238E27FC236}">
                  <a16:creationId xmlns:a16="http://schemas.microsoft.com/office/drawing/2014/main" id="{0EEDD8B7-9527-61C0-1D5A-B80C093369AE}"/>
                </a:ext>
              </a:extLst>
            </p:cNvPr>
            <p:cNvSpPr/>
            <p:nvPr/>
          </p:nvSpPr>
          <p:spPr>
            <a:xfrm>
              <a:off x="1897222" y="3164557"/>
              <a:ext cx="1488441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lang="zh-CN" altLang="en-US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</a:t>
              </a:r>
              <a:r>
                <a:rPr lang="en-US" altLang="zh-CN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A1FB473-ACEE-3CD3-D7C0-043268838872}"/>
                </a:ext>
              </a:extLst>
            </p:cNvPr>
            <p:cNvGrpSpPr/>
            <p:nvPr/>
          </p:nvGrpSpPr>
          <p:grpSpPr>
            <a:xfrm>
              <a:off x="3576798" y="3093879"/>
              <a:ext cx="7524750" cy="611890"/>
              <a:chOff x="3062448" y="1445510"/>
              <a:chExt cx="7524750" cy="611890"/>
            </a:xfrm>
          </p:grpSpPr>
          <p:sp>
            <p:nvSpPr>
              <p:cNvPr id="27" name="圆角矩形 66">
                <a:extLst>
                  <a:ext uri="{FF2B5EF4-FFF2-40B4-BE49-F238E27FC236}">
                    <a16:creationId xmlns:a16="http://schemas.microsoft.com/office/drawing/2014/main" id="{E0138918-E5AF-D36D-DFA5-04B362936853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以</a:t>
                </a:r>
                <a:r>
                  <a:rPr kumimoji="1" lang="en-US" altLang="zh-CN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16</a:t>
                </a:r>
                <a:r>
                  <a:rPr kumimoji="1" lang="zh-CN" altLang="en-US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为底多项式展开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28" name="圆角矩形 67">
                <a:extLst>
                  <a:ext uri="{FF2B5EF4-FFF2-40B4-BE49-F238E27FC236}">
                    <a16:creationId xmlns:a16="http://schemas.microsoft.com/office/drawing/2014/main" id="{EAA9E3DB-EDEF-0072-A54F-1566EA514285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6BF46EF-3FE6-ABF1-18DD-A1CEE1105A6F}"/>
              </a:ext>
            </a:extLst>
          </p:cNvPr>
          <p:cNvGrpSpPr/>
          <p:nvPr/>
        </p:nvGrpSpPr>
        <p:grpSpPr>
          <a:xfrm>
            <a:off x="1168879" y="857639"/>
            <a:ext cx="6102202" cy="458918"/>
            <a:chOff x="1883770" y="1455035"/>
            <a:chExt cx="9217778" cy="611890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39583508-22C8-E260-4180-FF6D5E4FDF61}"/>
                </a:ext>
              </a:extLst>
            </p:cNvPr>
            <p:cNvGrpSpPr/>
            <p:nvPr/>
          </p:nvGrpSpPr>
          <p:grpSpPr>
            <a:xfrm>
              <a:off x="3576798" y="1455035"/>
              <a:ext cx="7524750" cy="611890"/>
              <a:chOff x="3062448" y="1445510"/>
              <a:chExt cx="7524750" cy="611890"/>
            </a:xfrm>
          </p:grpSpPr>
          <p:sp>
            <p:nvSpPr>
              <p:cNvPr id="32" name="圆角矩形 60">
                <a:extLst>
                  <a:ext uri="{FF2B5EF4-FFF2-40B4-BE49-F238E27FC236}">
                    <a16:creationId xmlns:a16="http://schemas.microsoft.com/office/drawing/2014/main" id="{DDC571A0-35D2-0501-1BF6-CAF5778C8460}"/>
                  </a:ext>
                </a:extLst>
              </p:cNvPr>
              <p:cNvSpPr/>
              <p:nvPr/>
            </p:nvSpPr>
            <p:spPr>
              <a:xfrm>
                <a:off x="3100548" y="1483168"/>
                <a:ext cx="7448550" cy="536575"/>
              </a:xfrm>
              <a:prstGeom prst="roundRect">
                <a:avLst/>
              </a:prstGeom>
              <a:solidFill>
                <a:srgbClr val="3258A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45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以</a:t>
                </a:r>
                <a:r>
                  <a:rPr kumimoji="1" lang="en-US" altLang="zh-CN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r>
                  <a:rPr kumimoji="1" lang="zh-CN" altLang="en-US" sz="2000" kern="0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为底多项式展开</a:t>
                </a:r>
                <a:endPara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3" name="圆角矩形 61">
                <a:extLst>
                  <a:ext uri="{FF2B5EF4-FFF2-40B4-BE49-F238E27FC236}">
                    <a16:creationId xmlns:a16="http://schemas.microsoft.com/office/drawing/2014/main" id="{A83AEA01-B9F8-DFB4-37E1-8DCA928EA890}"/>
                  </a:ext>
                </a:extLst>
              </p:cNvPr>
              <p:cNvSpPr/>
              <p:nvPr/>
            </p:nvSpPr>
            <p:spPr>
              <a:xfrm>
                <a:off x="3062448" y="1445510"/>
                <a:ext cx="7524750" cy="611890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3258A7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1" name="矩形标注 86">
              <a:extLst>
                <a:ext uri="{FF2B5EF4-FFF2-40B4-BE49-F238E27FC236}">
                  <a16:creationId xmlns:a16="http://schemas.microsoft.com/office/drawing/2014/main" id="{00599680-46A6-FE6E-6E01-CFC0B58AE1AD}"/>
                </a:ext>
              </a:extLst>
            </p:cNvPr>
            <p:cNvSpPr/>
            <p:nvPr/>
          </p:nvSpPr>
          <p:spPr>
            <a:xfrm>
              <a:off x="1883770" y="1525713"/>
              <a:ext cx="1435914" cy="470535"/>
            </a:xfrm>
            <a:prstGeom prst="wedgeRectCallout">
              <a:avLst>
                <a:gd name="adj1" fmla="val 61510"/>
                <a:gd name="adj2" fmla="val -3388"/>
              </a:avLst>
            </a:prstGeom>
            <a:solidFill>
              <a:srgbClr val="0284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</a:t>
              </a:r>
              <a:r>
                <a:rPr lang="en-US" altLang="zh-CN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437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4F13E8C-73DE-CD3C-4A8B-8BE1A76D06B7}"/>
              </a:ext>
            </a:extLst>
          </p:cNvPr>
          <p:cNvSpPr txBox="1"/>
          <p:nvPr/>
        </p:nvSpPr>
        <p:spPr>
          <a:xfrm>
            <a:off x="1414889" y="331496"/>
            <a:ext cx="3829895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10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进制转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2/8/16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进制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36263A1-95BF-E5C9-6379-97948AC3A008}"/>
              </a:ext>
            </a:extLst>
          </p:cNvPr>
          <p:cNvGrpSpPr/>
          <p:nvPr/>
        </p:nvGrpSpPr>
        <p:grpSpPr>
          <a:xfrm>
            <a:off x="421297" y="1094673"/>
            <a:ext cx="2908539" cy="4141373"/>
            <a:chOff x="481686" y="1356134"/>
            <a:chExt cx="2398125" cy="341228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07BB2EB-465B-11B9-B7BB-1B82F32B2780}"/>
                </a:ext>
              </a:extLst>
            </p:cNvPr>
            <p:cNvGrpSpPr/>
            <p:nvPr/>
          </p:nvGrpSpPr>
          <p:grpSpPr>
            <a:xfrm>
              <a:off x="820196" y="1356134"/>
              <a:ext cx="2059615" cy="1046739"/>
              <a:chOff x="1093595" y="2024080"/>
              <a:chExt cx="2746153" cy="1395652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8FA10403-94B2-197A-CF19-2074FC59F74E}"/>
                  </a:ext>
                </a:extLst>
              </p:cNvPr>
              <p:cNvGrpSpPr/>
              <p:nvPr/>
            </p:nvGrpSpPr>
            <p:grpSpPr>
              <a:xfrm>
                <a:off x="1093595" y="2395944"/>
                <a:ext cx="2746153" cy="1023788"/>
                <a:chOff x="1560091" y="2476067"/>
                <a:chExt cx="2746153" cy="1023788"/>
              </a:xfrm>
            </p:grpSpPr>
            <p:sp>
              <p:nvSpPr>
                <p:cNvPr id="28" name="文本框 36">
                  <a:extLst>
                    <a:ext uri="{FF2B5EF4-FFF2-40B4-BE49-F238E27FC236}">
                      <a16:creationId xmlns:a16="http://schemas.microsoft.com/office/drawing/2014/main" id="{638D14DA-6970-0971-7D94-98627609FDCA}"/>
                    </a:ext>
                  </a:extLst>
                </p:cNvPr>
                <p:cNvSpPr txBox="1"/>
                <p:nvPr/>
              </p:nvSpPr>
              <p:spPr bwMode="auto">
                <a:xfrm>
                  <a:off x="1560091" y="2684247"/>
                  <a:ext cx="2746153" cy="8156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整数部分，除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2</a:t>
                  </a: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取余数，直到商为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0</a:t>
                  </a: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小数部分，乘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2</a:t>
                  </a: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取整数，直到整数为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1</a:t>
                  </a: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ea typeface="+mj-ea"/>
                      <a:cs typeface="Lato Light" charset="0"/>
                      <a:sym typeface="Lato Light" charset="0"/>
                    </a:rPr>
                    <a:t>最先求出来的最靠近小数点</a:t>
                  </a:r>
                  <a:endParaRPr lang="en-US" altLang="zh-CN" sz="900" dirty="0">
                    <a:solidFill>
                      <a:srgbClr val="000000"/>
                    </a:solidFill>
                    <a:latin typeface="+mj-ea"/>
                    <a:ea typeface="+mj-ea"/>
                    <a:cs typeface="Lato Light" charset="0"/>
                    <a:sym typeface="Lato Light" charset="0"/>
                  </a:endParaRPr>
                </a:p>
              </p:txBody>
            </p:sp>
            <p:sp>
              <p:nvSpPr>
                <p:cNvPr id="29" name="文本框 37">
                  <a:extLst>
                    <a:ext uri="{FF2B5EF4-FFF2-40B4-BE49-F238E27FC236}">
                      <a16:creationId xmlns:a16="http://schemas.microsoft.com/office/drawing/2014/main" id="{3D8F0B57-D353-C6B5-1023-B4E6F9EB39A6}"/>
                    </a:ext>
                  </a:extLst>
                </p:cNvPr>
                <p:cNvSpPr txBox="1"/>
                <p:nvPr/>
              </p:nvSpPr>
              <p:spPr bwMode="auto">
                <a:xfrm>
                  <a:off x="1690972" y="2476067"/>
                  <a:ext cx="2349783" cy="3385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/>
                  </a:pPr>
                  <a:r>
                    <a:rPr lang="zh-CN" altLang="en-US" sz="1050" spc="75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j-ea"/>
                      <a:ea typeface="+mj-ea"/>
                    </a:rPr>
                    <a:t>十进制转二进制</a:t>
                  </a:r>
                </a:p>
              </p:txBody>
            </p:sp>
          </p:grp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906DD4F-DD0A-48B0-0048-74031F8A8B3B}"/>
                  </a:ext>
                </a:extLst>
              </p:cNvPr>
              <p:cNvSpPr/>
              <p:nvPr/>
            </p:nvSpPr>
            <p:spPr>
              <a:xfrm>
                <a:off x="3067928" y="2024080"/>
                <a:ext cx="520219" cy="405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spc="75" dirty="0">
                    <a:solidFill>
                      <a:srgbClr val="3268B5"/>
                    </a:solidFill>
                    <a:latin typeface="+mj-ea"/>
                    <a:ea typeface="+mj-ea"/>
                  </a:rPr>
                  <a:t>01</a:t>
                </a:r>
                <a:endParaRPr lang="zh-CN" altLang="en-US" sz="1800" dirty="0">
                  <a:solidFill>
                    <a:srgbClr val="3268B5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9B86566-628A-C178-4EDB-7C7B3E99CFC1}"/>
                </a:ext>
              </a:extLst>
            </p:cNvPr>
            <p:cNvGrpSpPr/>
            <p:nvPr/>
          </p:nvGrpSpPr>
          <p:grpSpPr>
            <a:xfrm>
              <a:off x="481686" y="2365785"/>
              <a:ext cx="2209426" cy="1046739"/>
              <a:chOff x="642248" y="2024080"/>
              <a:chExt cx="2945901" cy="1395652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0E35B038-1993-C4EE-F54C-BD9BA53ED914}"/>
                  </a:ext>
                </a:extLst>
              </p:cNvPr>
              <p:cNvGrpSpPr/>
              <p:nvPr/>
            </p:nvGrpSpPr>
            <p:grpSpPr>
              <a:xfrm>
                <a:off x="642248" y="2395944"/>
                <a:ext cx="2932014" cy="1023788"/>
                <a:chOff x="1108744" y="2476067"/>
                <a:chExt cx="2932014" cy="1023788"/>
              </a:xfrm>
            </p:grpSpPr>
            <p:sp>
              <p:nvSpPr>
                <p:cNvPr id="24" name="文本框 41">
                  <a:extLst>
                    <a:ext uri="{FF2B5EF4-FFF2-40B4-BE49-F238E27FC236}">
                      <a16:creationId xmlns:a16="http://schemas.microsoft.com/office/drawing/2014/main" id="{2762FC6C-4CF9-2A17-1A40-EAF0D04E10E7}"/>
                    </a:ext>
                  </a:extLst>
                </p:cNvPr>
                <p:cNvSpPr txBox="1"/>
                <p:nvPr/>
              </p:nvSpPr>
              <p:spPr bwMode="auto">
                <a:xfrm>
                  <a:off x="1108744" y="2684247"/>
                  <a:ext cx="2932014" cy="8156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整数部分，除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8</a:t>
                  </a: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取余数，直到商为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0</a:t>
                  </a: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小数部分，乘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8</a:t>
                  </a: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取整数，直到整数为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1</a:t>
                  </a: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最先求出来的最靠近小数点</a:t>
                  </a:r>
                  <a:endParaRPr lang="en-US" altLang="zh-CN" sz="900" dirty="0">
                    <a:solidFill>
                      <a:srgbClr val="000000"/>
                    </a:solidFill>
                    <a:latin typeface="+mj-ea"/>
                    <a:cs typeface="Lato Light" charset="0"/>
                    <a:sym typeface="Lato Light" charset="0"/>
                  </a:endParaRPr>
                </a:p>
              </p:txBody>
            </p:sp>
            <p:sp>
              <p:nvSpPr>
                <p:cNvPr id="25" name="文本框 42">
                  <a:extLst>
                    <a:ext uri="{FF2B5EF4-FFF2-40B4-BE49-F238E27FC236}">
                      <a16:creationId xmlns:a16="http://schemas.microsoft.com/office/drawing/2014/main" id="{EBDE4959-ECB5-4B63-FE1A-D6EFB4CD8FCA}"/>
                    </a:ext>
                  </a:extLst>
                </p:cNvPr>
                <p:cNvSpPr txBox="1"/>
                <p:nvPr/>
              </p:nvSpPr>
              <p:spPr bwMode="auto">
                <a:xfrm>
                  <a:off x="1690972" y="2476067"/>
                  <a:ext cx="2349783" cy="3385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/>
                  </a:pPr>
                  <a:r>
                    <a:rPr lang="zh-CN" altLang="en-US" sz="1050" spc="75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j-ea"/>
                      <a:ea typeface="+mj-ea"/>
                    </a:rPr>
                    <a:t>十进制转八进制</a:t>
                  </a:r>
                </a:p>
              </p:txBody>
            </p:sp>
          </p:grp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F298CBC-B72C-CD31-9B1E-F1687F1C7096}"/>
                  </a:ext>
                </a:extLst>
              </p:cNvPr>
              <p:cNvSpPr/>
              <p:nvPr/>
            </p:nvSpPr>
            <p:spPr>
              <a:xfrm>
                <a:off x="3067931" y="2024080"/>
                <a:ext cx="520218" cy="405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spc="75" dirty="0">
                    <a:solidFill>
                      <a:srgbClr val="3268B5"/>
                    </a:solidFill>
                    <a:latin typeface="+mj-ea"/>
                    <a:ea typeface="+mj-ea"/>
                  </a:rPr>
                  <a:t>02</a:t>
                </a:r>
                <a:endParaRPr lang="zh-CN" altLang="en-US" sz="1800" dirty="0">
                  <a:solidFill>
                    <a:srgbClr val="3268B5"/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C2ACB53-75CD-DD83-3CD8-5A921D47CB49}"/>
                </a:ext>
              </a:extLst>
            </p:cNvPr>
            <p:cNvGrpSpPr/>
            <p:nvPr/>
          </p:nvGrpSpPr>
          <p:grpSpPr>
            <a:xfrm>
              <a:off x="560023" y="3375435"/>
              <a:ext cx="2131087" cy="1392988"/>
              <a:chOff x="746698" y="2024080"/>
              <a:chExt cx="2841448" cy="1857317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F78E6088-7D94-CE95-9428-B66B481C50A1}"/>
                  </a:ext>
                </a:extLst>
              </p:cNvPr>
              <p:cNvGrpSpPr/>
              <p:nvPr/>
            </p:nvGrpSpPr>
            <p:grpSpPr>
              <a:xfrm>
                <a:off x="746698" y="2395944"/>
                <a:ext cx="2827564" cy="1485453"/>
                <a:chOff x="1213194" y="2476067"/>
                <a:chExt cx="2827564" cy="1485453"/>
              </a:xfrm>
            </p:grpSpPr>
            <p:sp>
              <p:nvSpPr>
                <p:cNvPr id="20" name="文本框 46">
                  <a:extLst>
                    <a:ext uri="{FF2B5EF4-FFF2-40B4-BE49-F238E27FC236}">
                      <a16:creationId xmlns:a16="http://schemas.microsoft.com/office/drawing/2014/main" id="{320E2596-5E69-32A5-D614-22181B4FA8A8}"/>
                    </a:ext>
                  </a:extLst>
                </p:cNvPr>
                <p:cNvSpPr txBox="1"/>
                <p:nvPr/>
              </p:nvSpPr>
              <p:spPr bwMode="auto">
                <a:xfrm>
                  <a:off x="1213194" y="2684247"/>
                  <a:ext cx="2827564" cy="12772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整数部分，除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16</a:t>
                  </a: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取余数，直到商为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0</a:t>
                  </a: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小数部分，乘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16</a:t>
                  </a: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取整数，直到整数为</a:t>
                  </a:r>
                  <a:r>
                    <a:rPr lang="en-US" altLang="zh-CN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1</a:t>
                  </a:r>
                </a:p>
                <a:p>
                  <a:pPr>
                    <a:lnSpc>
                      <a:spcPct val="125000"/>
                    </a:lnSpc>
                  </a:pPr>
                  <a:r>
                    <a:rPr lang="zh-CN" altLang="en-US" sz="900" dirty="0">
                      <a:solidFill>
                        <a:srgbClr val="000000"/>
                      </a:solidFill>
                      <a:latin typeface="+mj-ea"/>
                      <a:cs typeface="Lato Light" charset="0"/>
                      <a:sym typeface="Lato Light" charset="0"/>
                    </a:rPr>
                    <a:t>最先求出来的最靠近小数点</a:t>
                  </a:r>
                  <a:endParaRPr lang="en-US" altLang="zh-CN" sz="900" dirty="0">
                    <a:solidFill>
                      <a:srgbClr val="000000"/>
                    </a:solidFill>
                    <a:latin typeface="+mj-ea"/>
                    <a:cs typeface="Lato Light" charset="0"/>
                    <a:sym typeface="Lato Light" charset="0"/>
                  </a:endParaRPr>
                </a:p>
                <a:p>
                  <a:pPr>
                    <a:lnSpc>
                      <a:spcPct val="125000"/>
                    </a:lnSpc>
                  </a:pPr>
                  <a:endParaRPr lang="en-US" altLang="zh-CN" sz="900" dirty="0">
                    <a:solidFill>
                      <a:srgbClr val="000000"/>
                    </a:solidFill>
                    <a:latin typeface="+mj-ea"/>
                    <a:cs typeface="Lato Light" charset="0"/>
                    <a:sym typeface="Lato Light" charset="0"/>
                  </a:endParaRPr>
                </a:p>
                <a:p>
                  <a:pPr>
                    <a:lnSpc>
                      <a:spcPct val="125000"/>
                    </a:lnSpc>
                  </a:pPr>
                  <a:endParaRPr lang="en-US" altLang="zh-CN" sz="900" dirty="0">
                    <a:solidFill>
                      <a:srgbClr val="000000"/>
                    </a:solidFill>
                    <a:latin typeface="+mj-ea"/>
                    <a:ea typeface="+mj-ea"/>
                    <a:cs typeface="Lato Light" charset="0"/>
                    <a:sym typeface="Lato Light" charset="0"/>
                  </a:endParaRPr>
                </a:p>
              </p:txBody>
            </p:sp>
            <p:sp>
              <p:nvSpPr>
                <p:cNvPr id="21" name="文本框 47">
                  <a:extLst>
                    <a:ext uri="{FF2B5EF4-FFF2-40B4-BE49-F238E27FC236}">
                      <a16:creationId xmlns:a16="http://schemas.microsoft.com/office/drawing/2014/main" id="{3279DF65-38CA-CDB6-5B72-DA1276647614}"/>
                    </a:ext>
                  </a:extLst>
                </p:cNvPr>
                <p:cNvSpPr txBox="1"/>
                <p:nvPr/>
              </p:nvSpPr>
              <p:spPr bwMode="auto">
                <a:xfrm>
                  <a:off x="1690972" y="2476067"/>
                  <a:ext cx="2349783" cy="3385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defRPr/>
                  </a:pPr>
                  <a:r>
                    <a:rPr lang="zh-CN" altLang="en-US" sz="1050" spc="75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j-ea"/>
                      <a:ea typeface="+mj-ea"/>
                    </a:rPr>
                    <a:t>十进制转十六进制</a:t>
                  </a:r>
                </a:p>
              </p:txBody>
            </p:sp>
          </p:grp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76998E6-79D6-EB4F-3D19-5540AA72DC68}"/>
                  </a:ext>
                </a:extLst>
              </p:cNvPr>
              <p:cNvSpPr/>
              <p:nvPr/>
            </p:nvSpPr>
            <p:spPr>
              <a:xfrm>
                <a:off x="3067928" y="2024080"/>
                <a:ext cx="520218" cy="405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spc="75" dirty="0">
                    <a:solidFill>
                      <a:srgbClr val="3268B5"/>
                    </a:solidFill>
                    <a:latin typeface="+mj-ea"/>
                    <a:ea typeface="+mj-ea"/>
                  </a:rPr>
                  <a:t>03</a:t>
                </a:r>
                <a:endParaRPr lang="zh-CN" altLang="en-US" sz="1800" dirty="0">
                  <a:solidFill>
                    <a:srgbClr val="3268B5"/>
                  </a:solidFill>
                  <a:latin typeface="+mj-ea"/>
                  <a:ea typeface="+mj-ea"/>
                </a:endParaRPr>
              </a:p>
            </p:txBody>
          </p:sp>
        </p:grp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A7EB7D2-A4B0-E41F-C9B9-BF477F5341ED}"/>
              </a:ext>
            </a:extLst>
          </p:cNvPr>
          <p:cNvCxnSpPr/>
          <p:nvPr/>
        </p:nvCxnSpPr>
        <p:spPr>
          <a:xfrm>
            <a:off x="4500032" y="1030038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FBD5D8F-9C97-3D5F-7B2F-DF576EEC1BBD}"/>
              </a:ext>
            </a:extLst>
          </p:cNvPr>
          <p:cNvCxnSpPr/>
          <p:nvPr/>
        </p:nvCxnSpPr>
        <p:spPr>
          <a:xfrm>
            <a:off x="4500032" y="1393314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8">
            <a:extLst>
              <a:ext uri="{FF2B5EF4-FFF2-40B4-BE49-F238E27FC236}">
                <a16:creationId xmlns:a16="http://schemas.microsoft.com/office/drawing/2014/main" id="{8513AAF2-8F1A-E312-DFE8-DF9B5DD98D8B}"/>
              </a:ext>
            </a:extLst>
          </p:cNvPr>
          <p:cNvSpPr txBox="1"/>
          <p:nvPr/>
        </p:nvSpPr>
        <p:spPr>
          <a:xfrm>
            <a:off x="4499992" y="1030038"/>
            <a:ext cx="4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F31D7058-0D40-419A-C8E4-006C8D994580}"/>
              </a:ext>
            </a:extLst>
          </p:cNvPr>
          <p:cNvSpPr txBox="1"/>
          <p:nvPr/>
        </p:nvSpPr>
        <p:spPr>
          <a:xfrm>
            <a:off x="4541912" y="1405025"/>
            <a:ext cx="4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36" name="TextBox 31">
            <a:extLst>
              <a:ext uri="{FF2B5EF4-FFF2-40B4-BE49-F238E27FC236}">
                <a16:creationId xmlns:a16="http://schemas.microsoft.com/office/drawing/2014/main" id="{23DC8124-2FF8-1F03-4489-7B39739E370A}"/>
              </a:ext>
            </a:extLst>
          </p:cNvPr>
          <p:cNvSpPr txBox="1"/>
          <p:nvPr/>
        </p:nvSpPr>
        <p:spPr>
          <a:xfrm>
            <a:off x="4631912" y="1756590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247224F5-078D-D460-3A04-FE7B262A0909}"/>
              </a:ext>
            </a:extLst>
          </p:cNvPr>
          <p:cNvSpPr txBox="1"/>
          <p:nvPr/>
        </p:nvSpPr>
        <p:spPr>
          <a:xfrm>
            <a:off x="4716016" y="2110033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42BA4961-521C-C78F-2362-C5D562EC8AF6}"/>
              </a:ext>
            </a:extLst>
          </p:cNvPr>
          <p:cNvSpPr txBox="1"/>
          <p:nvPr/>
        </p:nvSpPr>
        <p:spPr>
          <a:xfrm>
            <a:off x="5292040" y="2497172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FFDCCDC3-7656-5BD7-1914-E70BFE7392C5}"/>
              </a:ext>
            </a:extLst>
          </p:cNvPr>
          <p:cNvSpPr txBox="1"/>
          <p:nvPr/>
        </p:nvSpPr>
        <p:spPr>
          <a:xfrm>
            <a:off x="5292040" y="2848034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TextBox 38">
            <a:extLst>
              <a:ext uri="{FF2B5EF4-FFF2-40B4-BE49-F238E27FC236}">
                <a16:creationId xmlns:a16="http://schemas.microsoft.com/office/drawing/2014/main" id="{17D14A90-2EC2-369B-61E4-E167FA450283}"/>
              </a:ext>
            </a:extLst>
          </p:cNvPr>
          <p:cNvSpPr txBox="1"/>
          <p:nvPr/>
        </p:nvSpPr>
        <p:spPr>
          <a:xfrm>
            <a:off x="4166325" y="1062185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TextBox 39">
            <a:extLst>
              <a:ext uri="{FF2B5EF4-FFF2-40B4-BE49-F238E27FC236}">
                <a16:creationId xmlns:a16="http://schemas.microsoft.com/office/drawing/2014/main" id="{22B11A3D-C817-0625-5753-96B852040ED3}"/>
              </a:ext>
            </a:extLst>
          </p:cNvPr>
          <p:cNvSpPr txBox="1"/>
          <p:nvPr/>
        </p:nvSpPr>
        <p:spPr>
          <a:xfrm>
            <a:off x="4291807" y="1387294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4" name="TextBox 40">
            <a:extLst>
              <a:ext uri="{FF2B5EF4-FFF2-40B4-BE49-F238E27FC236}">
                <a16:creationId xmlns:a16="http://schemas.microsoft.com/office/drawing/2014/main" id="{EAE59084-E8A9-3F9D-626A-D92283B5A837}"/>
              </a:ext>
            </a:extLst>
          </p:cNvPr>
          <p:cNvSpPr txBox="1"/>
          <p:nvPr/>
        </p:nvSpPr>
        <p:spPr>
          <a:xfrm>
            <a:off x="4397876" y="1742091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5" name="TextBox 41">
            <a:extLst>
              <a:ext uri="{FF2B5EF4-FFF2-40B4-BE49-F238E27FC236}">
                <a16:creationId xmlns:a16="http://schemas.microsoft.com/office/drawing/2014/main" id="{D9ECD426-921D-3D27-E8E2-BF8795D6A242}"/>
              </a:ext>
            </a:extLst>
          </p:cNvPr>
          <p:cNvSpPr txBox="1"/>
          <p:nvPr/>
        </p:nvSpPr>
        <p:spPr>
          <a:xfrm>
            <a:off x="4531716" y="2497172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6" name="TextBox 42">
            <a:extLst>
              <a:ext uri="{FF2B5EF4-FFF2-40B4-BE49-F238E27FC236}">
                <a16:creationId xmlns:a16="http://schemas.microsoft.com/office/drawing/2014/main" id="{A95352B7-EBF1-A4B5-2C3F-90E8C99522AA}"/>
              </a:ext>
            </a:extLst>
          </p:cNvPr>
          <p:cNvSpPr txBox="1"/>
          <p:nvPr/>
        </p:nvSpPr>
        <p:spPr>
          <a:xfrm>
            <a:off x="4489040" y="2110033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926FE65-0E50-5CCB-2972-7C44624586FE}"/>
              </a:ext>
            </a:extLst>
          </p:cNvPr>
          <p:cNvCxnSpPr/>
          <p:nvPr/>
        </p:nvCxnSpPr>
        <p:spPr>
          <a:xfrm>
            <a:off x="4541912" y="139937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2B38995-DFCA-881B-123B-E49E0CFC12B6}"/>
              </a:ext>
            </a:extLst>
          </p:cNvPr>
          <p:cNvCxnSpPr/>
          <p:nvPr/>
        </p:nvCxnSpPr>
        <p:spPr>
          <a:xfrm>
            <a:off x="4541912" y="1762646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55EB3F5-A87E-3A47-89BE-AA2B99C3786D}"/>
              </a:ext>
            </a:extLst>
          </p:cNvPr>
          <p:cNvCxnSpPr/>
          <p:nvPr/>
        </p:nvCxnSpPr>
        <p:spPr>
          <a:xfrm>
            <a:off x="4629652" y="1762646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9759450-B386-46F7-D682-8666093A90D7}"/>
              </a:ext>
            </a:extLst>
          </p:cNvPr>
          <p:cNvCxnSpPr/>
          <p:nvPr/>
        </p:nvCxnSpPr>
        <p:spPr>
          <a:xfrm>
            <a:off x="4629652" y="2125922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6B852E2-1511-C603-DFDA-0B6B79404D47}"/>
              </a:ext>
            </a:extLst>
          </p:cNvPr>
          <p:cNvCxnSpPr/>
          <p:nvPr/>
        </p:nvCxnSpPr>
        <p:spPr>
          <a:xfrm>
            <a:off x="4721912" y="2127840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1A4BDC32-BC5E-6784-3C16-ECB61718A52C}"/>
              </a:ext>
            </a:extLst>
          </p:cNvPr>
          <p:cNvCxnSpPr/>
          <p:nvPr/>
        </p:nvCxnSpPr>
        <p:spPr>
          <a:xfrm>
            <a:off x="4721912" y="2491116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A9FF923-8C36-7232-109D-1B1C5424F962}"/>
              </a:ext>
            </a:extLst>
          </p:cNvPr>
          <p:cNvCxnSpPr/>
          <p:nvPr/>
        </p:nvCxnSpPr>
        <p:spPr>
          <a:xfrm>
            <a:off x="4829984" y="2488998"/>
            <a:ext cx="0" cy="36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BF9CFBFB-4D2D-9D90-8AF3-D677E9E776CB}"/>
              </a:ext>
            </a:extLst>
          </p:cNvPr>
          <p:cNvCxnSpPr/>
          <p:nvPr/>
        </p:nvCxnSpPr>
        <p:spPr>
          <a:xfrm>
            <a:off x="4829984" y="2852274"/>
            <a:ext cx="36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6">
            <a:extLst>
              <a:ext uri="{FF2B5EF4-FFF2-40B4-BE49-F238E27FC236}">
                <a16:creationId xmlns:a16="http://schemas.microsoft.com/office/drawing/2014/main" id="{2E0498E3-F38A-2190-39AB-012E64EAF1AC}"/>
              </a:ext>
            </a:extLst>
          </p:cNvPr>
          <p:cNvSpPr txBox="1"/>
          <p:nvPr/>
        </p:nvSpPr>
        <p:spPr>
          <a:xfrm>
            <a:off x="5292040" y="1405025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6" name="TextBox 57">
            <a:extLst>
              <a:ext uri="{FF2B5EF4-FFF2-40B4-BE49-F238E27FC236}">
                <a16:creationId xmlns:a16="http://schemas.microsoft.com/office/drawing/2014/main" id="{D8EAF201-6F23-2446-2393-09507B7C17BA}"/>
              </a:ext>
            </a:extLst>
          </p:cNvPr>
          <p:cNvSpPr txBox="1"/>
          <p:nvPr/>
        </p:nvSpPr>
        <p:spPr>
          <a:xfrm>
            <a:off x="4860032" y="2848034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7" name="TextBox 58">
            <a:extLst>
              <a:ext uri="{FF2B5EF4-FFF2-40B4-BE49-F238E27FC236}">
                <a16:creationId xmlns:a16="http://schemas.microsoft.com/office/drawing/2014/main" id="{7BA6805C-01A9-D29B-6EBB-E98D02BFAFE4}"/>
              </a:ext>
            </a:extLst>
          </p:cNvPr>
          <p:cNvSpPr txBox="1"/>
          <p:nvPr/>
        </p:nvSpPr>
        <p:spPr>
          <a:xfrm>
            <a:off x="4761656" y="2497172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8" name="TextBox 59">
            <a:extLst>
              <a:ext uri="{FF2B5EF4-FFF2-40B4-BE49-F238E27FC236}">
                <a16:creationId xmlns:a16="http://schemas.microsoft.com/office/drawing/2014/main" id="{D10512ED-3CBB-88D3-26C2-39C6E74DC13A}"/>
              </a:ext>
            </a:extLst>
          </p:cNvPr>
          <p:cNvSpPr txBox="1"/>
          <p:nvPr/>
        </p:nvSpPr>
        <p:spPr>
          <a:xfrm>
            <a:off x="5292040" y="2113158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9" name="TextBox 60">
            <a:extLst>
              <a:ext uri="{FF2B5EF4-FFF2-40B4-BE49-F238E27FC236}">
                <a16:creationId xmlns:a16="http://schemas.microsoft.com/office/drawing/2014/main" id="{125D3F96-FCC7-F6EE-6505-4948B9D38E8C}"/>
              </a:ext>
            </a:extLst>
          </p:cNvPr>
          <p:cNvSpPr txBox="1"/>
          <p:nvPr/>
        </p:nvSpPr>
        <p:spPr>
          <a:xfrm>
            <a:off x="5292040" y="1756590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60" name="TextBox 6148">
            <a:extLst>
              <a:ext uri="{FF2B5EF4-FFF2-40B4-BE49-F238E27FC236}">
                <a16:creationId xmlns:a16="http://schemas.microsoft.com/office/drawing/2014/main" id="{8CF4AAA7-DB4D-4339-AF7B-A81519C33B85}"/>
              </a:ext>
            </a:extLst>
          </p:cNvPr>
          <p:cNvSpPr txBox="1"/>
          <p:nvPr/>
        </p:nvSpPr>
        <p:spPr>
          <a:xfrm>
            <a:off x="3969588" y="35705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25=11001</a:t>
            </a:r>
            <a:endParaRPr lang="zh-CN" altLang="en-US" dirty="0"/>
          </a:p>
        </p:txBody>
      </p:sp>
      <p:sp>
        <p:nvSpPr>
          <p:cNvPr id="61" name="TextBox 72">
            <a:extLst>
              <a:ext uri="{FF2B5EF4-FFF2-40B4-BE49-F238E27FC236}">
                <a16:creationId xmlns:a16="http://schemas.microsoft.com/office/drawing/2014/main" id="{146F3C3E-92E5-1B36-52AB-91D09DE8AA83}"/>
              </a:ext>
            </a:extLst>
          </p:cNvPr>
          <p:cNvSpPr txBox="1"/>
          <p:nvPr/>
        </p:nvSpPr>
        <p:spPr>
          <a:xfrm>
            <a:off x="6753129" y="103003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0.125</a:t>
            </a:r>
            <a:endParaRPr lang="zh-CN" altLang="en-US" dirty="0"/>
          </a:p>
        </p:txBody>
      </p:sp>
      <p:sp>
        <p:nvSpPr>
          <p:cNvPr id="62" name="TextBox 73">
            <a:extLst>
              <a:ext uri="{FF2B5EF4-FFF2-40B4-BE49-F238E27FC236}">
                <a16:creationId xmlns:a16="http://schemas.microsoft.com/office/drawing/2014/main" id="{2B379386-F892-66C8-5C2C-90AB7182F14E}"/>
              </a:ext>
            </a:extLst>
          </p:cNvPr>
          <p:cNvSpPr txBox="1"/>
          <p:nvPr/>
        </p:nvSpPr>
        <p:spPr>
          <a:xfrm>
            <a:off x="6884640" y="1705928"/>
            <a:ext cx="63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0.25</a:t>
            </a:r>
            <a:endParaRPr lang="zh-CN" altLang="en-US" dirty="0"/>
          </a:p>
        </p:txBody>
      </p:sp>
      <p:sp>
        <p:nvSpPr>
          <p:cNvPr id="63" name="TextBox 74">
            <a:extLst>
              <a:ext uri="{FF2B5EF4-FFF2-40B4-BE49-F238E27FC236}">
                <a16:creationId xmlns:a16="http://schemas.microsoft.com/office/drawing/2014/main" id="{193F2E5C-0626-995D-9A51-CBE7D69DE394}"/>
              </a:ext>
            </a:extLst>
          </p:cNvPr>
          <p:cNvSpPr txBox="1"/>
          <p:nvPr/>
        </p:nvSpPr>
        <p:spPr>
          <a:xfrm>
            <a:off x="7017645" y="2416628"/>
            <a:ext cx="57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0.5</a:t>
            </a:r>
            <a:endParaRPr lang="zh-CN" altLang="en-US" dirty="0"/>
          </a:p>
        </p:txBody>
      </p:sp>
      <p:sp>
        <p:nvSpPr>
          <p:cNvPr id="64" name="TextBox 6151">
            <a:extLst>
              <a:ext uri="{FF2B5EF4-FFF2-40B4-BE49-F238E27FC236}">
                <a16:creationId xmlns:a16="http://schemas.microsoft.com/office/drawing/2014/main" id="{571A5B26-B7A1-56EF-8DB0-FAEF98A01333}"/>
              </a:ext>
            </a:extLst>
          </p:cNvPr>
          <p:cNvSpPr txBox="1"/>
          <p:nvPr/>
        </p:nvSpPr>
        <p:spPr>
          <a:xfrm>
            <a:off x="6440992" y="1318795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65" name="TextBox 78">
            <a:extLst>
              <a:ext uri="{FF2B5EF4-FFF2-40B4-BE49-F238E27FC236}">
                <a16:creationId xmlns:a16="http://schemas.microsoft.com/office/drawing/2014/main" id="{699A3CF2-B825-49E7-F5B6-768E0BF4D58F}"/>
              </a:ext>
            </a:extLst>
          </p:cNvPr>
          <p:cNvSpPr txBox="1"/>
          <p:nvPr/>
        </p:nvSpPr>
        <p:spPr>
          <a:xfrm>
            <a:off x="6440992" y="2720596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66" name="TextBox 79">
            <a:extLst>
              <a:ext uri="{FF2B5EF4-FFF2-40B4-BE49-F238E27FC236}">
                <a16:creationId xmlns:a16="http://schemas.microsoft.com/office/drawing/2014/main" id="{D06C67E4-0845-51F1-ACDD-C29254F22092}"/>
              </a:ext>
            </a:extLst>
          </p:cNvPr>
          <p:cNvSpPr txBox="1"/>
          <p:nvPr/>
        </p:nvSpPr>
        <p:spPr>
          <a:xfrm>
            <a:off x="6440992" y="1907919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67" name="TextBox 80">
            <a:extLst>
              <a:ext uri="{FF2B5EF4-FFF2-40B4-BE49-F238E27FC236}">
                <a16:creationId xmlns:a16="http://schemas.microsoft.com/office/drawing/2014/main" id="{31F9CF51-4AA3-922F-9EA5-BBC988059939}"/>
              </a:ext>
            </a:extLst>
          </p:cNvPr>
          <p:cNvSpPr txBox="1"/>
          <p:nvPr/>
        </p:nvSpPr>
        <p:spPr>
          <a:xfrm>
            <a:off x="7128284" y="1322782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8" name="TextBox 81">
            <a:extLst>
              <a:ext uri="{FF2B5EF4-FFF2-40B4-BE49-F238E27FC236}">
                <a16:creationId xmlns:a16="http://schemas.microsoft.com/office/drawing/2014/main" id="{8451182D-786E-2B76-B875-76C1A55196BB}"/>
              </a:ext>
            </a:extLst>
          </p:cNvPr>
          <p:cNvSpPr txBox="1"/>
          <p:nvPr/>
        </p:nvSpPr>
        <p:spPr>
          <a:xfrm>
            <a:off x="7128284" y="2002978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9" name="TextBox 82">
            <a:extLst>
              <a:ext uri="{FF2B5EF4-FFF2-40B4-BE49-F238E27FC236}">
                <a16:creationId xmlns:a16="http://schemas.microsoft.com/office/drawing/2014/main" id="{C5E5FE8B-882B-386E-43D0-7294AD5D4AF8}"/>
              </a:ext>
            </a:extLst>
          </p:cNvPr>
          <p:cNvSpPr txBox="1"/>
          <p:nvPr/>
        </p:nvSpPr>
        <p:spPr>
          <a:xfrm>
            <a:off x="7149173" y="2778276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0" name="TextBox 83">
            <a:extLst>
              <a:ext uri="{FF2B5EF4-FFF2-40B4-BE49-F238E27FC236}">
                <a16:creationId xmlns:a16="http://schemas.microsoft.com/office/drawing/2014/main" id="{4A866964-DCF8-8B6A-C451-A9F9A715B1C6}"/>
              </a:ext>
            </a:extLst>
          </p:cNvPr>
          <p:cNvSpPr txBox="1"/>
          <p:nvPr/>
        </p:nvSpPr>
        <p:spPr>
          <a:xfrm>
            <a:off x="8185184" y="1705928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71" name="TextBox 84">
            <a:extLst>
              <a:ext uri="{FF2B5EF4-FFF2-40B4-BE49-F238E27FC236}">
                <a16:creationId xmlns:a16="http://schemas.microsoft.com/office/drawing/2014/main" id="{BD73AB0C-01D9-A44B-0614-14CDEC1E901A}"/>
              </a:ext>
            </a:extLst>
          </p:cNvPr>
          <p:cNvSpPr txBox="1"/>
          <p:nvPr/>
        </p:nvSpPr>
        <p:spPr>
          <a:xfrm>
            <a:off x="8172380" y="2416628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E280D25-C3DE-3152-5666-4DF1A6FBFB84}"/>
              </a:ext>
            </a:extLst>
          </p:cNvPr>
          <p:cNvCxnSpPr/>
          <p:nvPr/>
        </p:nvCxnSpPr>
        <p:spPr>
          <a:xfrm>
            <a:off x="6084168" y="1688127"/>
            <a:ext cx="1584176" cy="3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7D522D3F-5C8C-F278-5EE4-EF85ABB42BE7}"/>
              </a:ext>
            </a:extLst>
          </p:cNvPr>
          <p:cNvCxnSpPr/>
          <p:nvPr/>
        </p:nvCxnSpPr>
        <p:spPr>
          <a:xfrm>
            <a:off x="6084168" y="2368323"/>
            <a:ext cx="1584176" cy="3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29EB0A7-A931-5DA4-959D-C791991E7587}"/>
              </a:ext>
            </a:extLst>
          </p:cNvPr>
          <p:cNvCxnSpPr/>
          <p:nvPr/>
        </p:nvCxnSpPr>
        <p:spPr>
          <a:xfrm>
            <a:off x="6084168" y="3143827"/>
            <a:ext cx="1584176" cy="3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89">
            <a:extLst>
              <a:ext uri="{FF2B5EF4-FFF2-40B4-BE49-F238E27FC236}">
                <a16:creationId xmlns:a16="http://schemas.microsoft.com/office/drawing/2014/main" id="{87EF7053-FAC5-4BED-6448-6CAF77D00797}"/>
              </a:ext>
            </a:extLst>
          </p:cNvPr>
          <p:cNvSpPr txBox="1"/>
          <p:nvPr/>
        </p:nvSpPr>
        <p:spPr>
          <a:xfrm>
            <a:off x="7149173" y="3219822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6" name="TextBox 90">
            <a:extLst>
              <a:ext uri="{FF2B5EF4-FFF2-40B4-BE49-F238E27FC236}">
                <a16:creationId xmlns:a16="http://schemas.microsoft.com/office/drawing/2014/main" id="{123C21FA-3C30-A9F3-E22C-6EB19BBE5815}"/>
              </a:ext>
            </a:extLst>
          </p:cNvPr>
          <p:cNvSpPr txBox="1"/>
          <p:nvPr/>
        </p:nvSpPr>
        <p:spPr>
          <a:xfrm>
            <a:off x="8185184" y="3219822"/>
            <a:ext cx="28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7" name="TextBox 91">
            <a:extLst>
              <a:ext uri="{FF2B5EF4-FFF2-40B4-BE49-F238E27FC236}">
                <a16:creationId xmlns:a16="http://schemas.microsoft.com/office/drawing/2014/main" id="{B5F1B6CB-3B8C-85D2-3537-17995DCCD694}"/>
              </a:ext>
            </a:extLst>
          </p:cNvPr>
          <p:cNvSpPr txBox="1"/>
          <p:nvPr/>
        </p:nvSpPr>
        <p:spPr>
          <a:xfrm>
            <a:off x="6480252" y="357057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0.125=0.001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1285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6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6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5" grpId="0"/>
      <p:bldP spid="76" grpId="0"/>
      <p:bldP spid="7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C5C9C28-683A-2AA6-EE65-E165CD8CCDEF}"/>
              </a:ext>
            </a:extLst>
          </p:cNvPr>
          <p:cNvSpPr/>
          <p:nvPr/>
        </p:nvSpPr>
        <p:spPr>
          <a:xfrm>
            <a:off x="683568" y="1347614"/>
            <a:ext cx="3455471" cy="3455471"/>
          </a:xfrm>
          <a:prstGeom prst="ellipse">
            <a:avLst/>
          </a:prstGeom>
          <a:solidFill>
            <a:srgbClr val="DF2D3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8F35C25-F87D-EF81-DDA0-8D3B72A8B042}"/>
              </a:ext>
            </a:extLst>
          </p:cNvPr>
          <p:cNvSpPr/>
          <p:nvPr/>
        </p:nvSpPr>
        <p:spPr>
          <a:xfrm>
            <a:off x="5217468" y="1347613"/>
            <a:ext cx="3455471" cy="345547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9640D9-3827-8CA4-FFD7-780BDF99E5BD}"/>
              </a:ext>
            </a:extLst>
          </p:cNvPr>
          <p:cNvGrpSpPr/>
          <p:nvPr/>
        </p:nvGrpSpPr>
        <p:grpSpPr>
          <a:xfrm>
            <a:off x="3752207" y="2149303"/>
            <a:ext cx="1852094" cy="1852092"/>
            <a:chOff x="5146577" y="2705101"/>
            <a:chExt cx="1852094" cy="1852092"/>
          </a:xfrm>
          <a:effectLst/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27E0AE8-D897-B150-F13C-607AE15D72AB}"/>
                </a:ext>
              </a:extLst>
            </p:cNvPr>
            <p:cNvSpPr/>
            <p:nvPr/>
          </p:nvSpPr>
          <p:spPr>
            <a:xfrm>
              <a:off x="5146577" y="2705101"/>
              <a:ext cx="1852094" cy="18520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76C5CD7-3827-4D39-24CC-A617FABD7F4F}"/>
                </a:ext>
              </a:extLst>
            </p:cNvPr>
            <p:cNvCxnSpPr/>
            <p:nvPr/>
          </p:nvCxnSpPr>
          <p:spPr>
            <a:xfrm flipH="1">
              <a:off x="5585379" y="3102653"/>
              <a:ext cx="974488" cy="105698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2">
              <a:extLst>
                <a:ext uri="{FF2B5EF4-FFF2-40B4-BE49-F238E27FC236}">
                  <a16:creationId xmlns:a16="http://schemas.microsoft.com/office/drawing/2014/main" id="{E57FA3D7-966A-2159-7D42-2EDBB3C49958}"/>
                </a:ext>
              </a:extLst>
            </p:cNvPr>
            <p:cNvSpPr/>
            <p:nvPr/>
          </p:nvSpPr>
          <p:spPr>
            <a:xfrm rot="16200000">
              <a:off x="5585379" y="3139623"/>
              <a:ext cx="396240" cy="322299"/>
            </a:xfrm>
            <a:custGeom>
              <a:avLst/>
              <a:gdLst>
                <a:gd name="T0" fmla="*/ 130 w 256"/>
                <a:gd name="T1" fmla="*/ 8 h 208"/>
                <a:gd name="T2" fmla="*/ 130 w 256"/>
                <a:gd name="T3" fmla="*/ 37 h 208"/>
                <a:gd name="T4" fmla="*/ 177 w 256"/>
                <a:gd name="T5" fmla="*/ 84 h 208"/>
                <a:gd name="T6" fmla="*/ 21 w 256"/>
                <a:gd name="T7" fmla="*/ 84 h 208"/>
                <a:gd name="T8" fmla="*/ 0 w 256"/>
                <a:gd name="T9" fmla="*/ 105 h 208"/>
                <a:gd name="T10" fmla="*/ 21 w 256"/>
                <a:gd name="T11" fmla="*/ 126 h 208"/>
                <a:gd name="T12" fmla="*/ 177 w 256"/>
                <a:gd name="T13" fmla="*/ 126 h 208"/>
                <a:gd name="T14" fmla="*/ 130 w 256"/>
                <a:gd name="T15" fmla="*/ 173 h 208"/>
                <a:gd name="T16" fmla="*/ 130 w 256"/>
                <a:gd name="T17" fmla="*/ 202 h 208"/>
                <a:gd name="T18" fmla="*/ 144 w 256"/>
                <a:gd name="T19" fmla="*/ 208 h 208"/>
                <a:gd name="T20" fmla="*/ 159 w 256"/>
                <a:gd name="T21" fmla="*/ 202 h 208"/>
                <a:gd name="T22" fmla="*/ 256 w 256"/>
                <a:gd name="T23" fmla="*/ 105 h 208"/>
                <a:gd name="T24" fmla="*/ 159 w 256"/>
                <a:gd name="T25" fmla="*/ 8 h 208"/>
                <a:gd name="T26" fmla="*/ 130 w 256"/>
                <a:gd name="T27" fmla="*/ 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208">
                  <a:moveTo>
                    <a:pt x="130" y="8"/>
                  </a:moveTo>
                  <a:cubicBezTo>
                    <a:pt x="122" y="16"/>
                    <a:pt x="122" y="29"/>
                    <a:pt x="130" y="37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9" y="84"/>
                    <a:pt x="0" y="94"/>
                    <a:pt x="0" y="105"/>
                  </a:cubicBezTo>
                  <a:cubicBezTo>
                    <a:pt x="0" y="116"/>
                    <a:pt x="9" y="126"/>
                    <a:pt x="21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22" y="181"/>
                    <a:pt x="122" y="194"/>
                    <a:pt x="130" y="202"/>
                  </a:cubicBezTo>
                  <a:cubicBezTo>
                    <a:pt x="134" y="206"/>
                    <a:pt x="139" y="208"/>
                    <a:pt x="144" y="208"/>
                  </a:cubicBezTo>
                  <a:cubicBezTo>
                    <a:pt x="150" y="208"/>
                    <a:pt x="155" y="206"/>
                    <a:pt x="159" y="202"/>
                  </a:cubicBezTo>
                  <a:cubicBezTo>
                    <a:pt x="256" y="105"/>
                    <a:pt x="256" y="105"/>
                    <a:pt x="256" y="105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1" y="0"/>
                    <a:pt x="138" y="0"/>
                    <a:pt x="13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2F8B5F6-F758-CB5A-1E44-8637A843E1C4}"/>
                </a:ext>
              </a:extLst>
            </p:cNvPr>
            <p:cNvSpPr/>
            <p:nvPr/>
          </p:nvSpPr>
          <p:spPr>
            <a:xfrm rot="16200000" flipV="1">
              <a:off x="6215597" y="3800369"/>
              <a:ext cx="396240" cy="322299"/>
            </a:xfrm>
            <a:custGeom>
              <a:avLst/>
              <a:gdLst>
                <a:gd name="T0" fmla="*/ 130 w 256"/>
                <a:gd name="T1" fmla="*/ 8 h 208"/>
                <a:gd name="T2" fmla="*/ 130 w 256"/>
                <a:gd name="T3" fmla="*/ 37 h 208"/>
                <a:gd name="T4" fmla="*/ 177 w 256"/>
                <a:gd name="T5" fmla="*/ 84 h 208"/>
                <a:gd name="T6" fmla="*/ 21 w 256"/>
                <a:gd name="T7" fmla="*/ 84 h 208"/>
                <a:gd name="T8" fmla="*/ 0 w 256"/>
                <a:gd name="T9" fmla="*/ 105 h 208"/>
                <a:gd name="T10" fmla="*/ 21 w 256"/>
                <a:gd name="T11" fmla="*/ 126 h 208"/>
                <a:gd name="T12" fmla="*/ 177 w 256"/>
                <a:gd name="T13" fmla="*/ 126 h 208"/>
                <a:gd name="T14" fmla="*/ 130 w 256"/>
                <a:gd name="T15" fmla="*/ 173 h 208"/>
                <a:gd name="T16" fmla="*/ 130 w 256"/>
                <a:gd name="T17" fmla="*/ 202 h 208"/>
                <a:gd name="T18" fmla="*/ 144 w 256"/>
                <a:gd name="T19" fmla="*/ 208 h 208"/>
                <a:gd name="T20" fmla="*/ 159 w 256"/>
                <a:gd name="T21" fmla="*/ 202 h 208"/>
                <a:gd name="T22" fmla="*/ 256 w 256"/>
                <a:gd name="T23" fmla="*/ 105 h 208"/>
                <a:gd name="T24" fmla="*/ 159 w 256"/>
                <a:gd name="T25" fmla="*/ 8 h 208"/>
                <a:gd name="T26" fmla="*/ 130 w 256"/>
                <a:gd name="T27" fmla="*/ 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6" h="208">
                  <a:moveTo>
                    <a:pt x="130" y="8"/>
                  </a:moveTo>
                  <a:cubicBezTo>
                    <a:pt x="122" y="16"/>
                    <a:pt x="122" y="29"/>
                    <a:pt x="130" y="37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9" y="84"/>
                    <a:pt x="0" y="94"/>
                    <a:pt x="0" y="105"/>
                  </a:cubicBezTo>
                  <a:cubicBezTo>
                    <a:pt x="0" y="116"/>
                    <a:pt x="9" y="126"/>
                    <a:pt x="21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22" y="181"/>
                    <a:pt x="122" y="194"/>
                    <a:pt x="130" y="202"/>
                  </a:cubicBezTo>
                  <a:cubicBezTo>
                    <a:pt x="134" y="206"/>
                    <a:pt x="139" y="208"/>
                    <a:pt x="144" y="208"/>
                  </a:cubicBezTo>
                  <a:cubicBezTo>
                    <a:pt x="150" y="208"/>
                    <a:pt x="155" y="206"/>
                    <a:pt x="159" y="202"/>
                  </a:cubicBezTo>
                  <a:cubicBezTo>
                    <a:pt x="256" y="105"/>
                    <a:pt x="256" y="105"/>
                    <a:pt x="256" y="105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1" y="0"/>
                    <a:pt x="138" y="0"/>
                    <a:pt x="130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649A43-13C6-432D-43BE-7ACE7E4C95FC}"/>
              </a:ext>
            </a:extLst>
          </p:cNvPr>
          <p:cNvCxnSpPr/>
          <p:nvPr/>
        </p:nvCxnSpPr>
        <p:spPr>
          <a:xfrm>
            <a:off x="1662273" y="2479774"/>
            <a:ext cx="14980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5D990F4-4230-A3EA-D741-5EE61B5DC3E2}"/>
              </a:ext>
            </a:extLst>
          </p:cNvPr>
          <p:cNvCxnSpPr/>
          <p:nvPr/>
        </p:nvCxnSpPr>
        <p:spPr>
          <a:xfrm>
            <a:off x="6196173" y="2479774"/>
            <a:ext cx="14980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5364A4B-4E19-A7FC-3104-3F2A7BB6664D}"/>
              </a:ext>
            </a:extLst>
          </p:cNvPr>
          <p:cNvGrpSpPr/>
          <p:nvPr/>
        </p:nvGrpSpPr>
        <p:grpSpPr>
          <a:xfrm>
            <a:off x="1070129" y="1995686"/>
            <a:ext cx="7343196" cy="2638657"/>
            <a:chOff x="6340085" y="1590700"/>
            <a:chExt cx="7343196" cy="2638657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B7B3193-5907-57E5-54AD-E6F08BB1CD95}"/>
                </a:ext>
              </a:extLst>
            </p:cNvPr>
            <p:cNvSpPr/>
            <p:nvPr/>
          </p:nvSpPr>
          <p:spPr>
            <a:xfrm>
              <a:off x="6340085" y="2176487"/>
              <a:ext cx="2593137" cy="205287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</a:rPr>
                <a:t>表示方法：（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-13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）</a:t>
              </a:r>
              <a:endParaRPr lang="en-US" altLang="zh-CN" sz="1400" b="1" dirty="0">
                <a:solidFill>
                  <a:schemeClr val="bg1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</a:rPr>
                <a:t>原码：符号位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+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数字位</a:t>
              </a:r>
              <a:endParaRPr lang="en-US" altLang="zh-CN" sz="1400" b="1" dirty="0">
                <a:solidFill>
                  <a:schemeClr val="bg1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10001101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</a:rPr>
                <a:t>反码：</a:t>
              </a:r>
              <a:r>
                <a:rPr lang="zh-CN" altLang="en-US" sz="1400" b="1" dirty="0">
                  <a:solidFill>
                    <a:schemeClr val="bg1"/>
                  </a:solidFill>
                  <a:sym typeface="Lato Light" charset="0"/>
                </a:rPr>
                <a:t>负数反码对原码数字位取反</a:t>
              </a:r>
              <a:r>
                <a:rPr lang="en-US" altLang="zh-CN" sz="1400" b="1" dirty="0">
                  <a:solidFill>
                    <a:schemeClr val="bg1"/>
                  </a:solidFill>
                  <a:sym typeface="Lato Light" charset="0"/>
                </a:rPr>
                <a:t>:11110010</a:t>
              </a:r>
              <a:endParaRPr lang="en-US" altLang="zh-CN" sz="1400" b="1" dirty="0">
                <a:solidFill>
                  <a:schemeClr val="bg1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sym typeface="+mn-ea"/>
                </a:rPr>
                <a:t>补码：</a:t>
              </a:r>
              <a:r>
                <a:rPr lang="zh-CN" altLang="en-US" sz="1400" b="1" dirty="0">
                  <a:solidFill>
                    <a:schemeClr val="bg1"/>
                  </a:solidFill>
                  <a:sym typeface="Lato Light" charset="0"/>
                </a:rPr>
                <a:t>负数反码</a:t>
              </a:r>
              <a:r>
                <a:rPr lang="en-US" altLang="zh-CN" sz="1400" b="1" dirty="0">
                  <a:solidFill>
                    <a:schemeClr val="bg1"/>
                  </a:solidFill>
                  <a:sym typeface="Lato Light" charset="0"/>
                </a:rPr>
                <a:t>+1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  <a:sym typeface="+mn-ea"/>
                </a:rPr>
                <a:t>           11110011</a:t>
              </a:r>
              <a:endParaRPr lang="zh-CN" altLang="en-US" sz="1400" b="1" dirty="0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BFE40C1-CB34-8099-F232-A674D70C836C}"/>
                </a:ext>
              </a:extLst>
            </p:cNvPr>
            <p:cNvSpPr/>
            <p:nvPr/>
          </p:nvSpPr>
          <p:spPr>
            <a:xfrm>
              <a:off x="6613765" y="1590700"/>
              <a:ext cx="2241974" cy="43037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</a:rPr>
                <a:t>定点数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8E4ED6D-FBEC-DD66-188B-9976CF0972A0}"/>
                </a:ext>
              </a:extLst>
            </p:cNvPr>
            <p:cNvSpPr/>
            <p:nvPr/>
          </p:nvSpPr>
          <p:spPr>
            <a:xfrm>
              <a:off x="11133871" y="2176487"/>
              <a:ext cx="2549410" cy="12126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rgbClr val="FFC000"/>
                  </a:solidFill>
                </a:rPr>
                <a:t>表示方法：</a:t>
              </a:r>
              <a:endParaRPr lang="en-US" altLang="zh-CN" sz="1400" b="1" dirty="0">
                <a:solidFill>
                  <a:srgbClr val="FFC000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</a:rPr>
                <a:t>阶符 阶码 数符 尾数</a:t>
              </a:r>
              <a:endParaRPr lang="en-US" altLang="zh-CN" sz="1400" b="1" dirty="0">
                <a:solidFill>
                  <a:schemeClr val="bg1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-0.001101B=</a:t>
              </a:r>
            </a:p>
            <a:p>
              <a:pPr>
                <a:lnSpc>
                  <a:spcPct val="130000"/>
                </a:lnSpc>
              </a:pPr>
              <a:endParaRPr lang="zh-CN" altLang="en-US" sz="1400" b="1" dirty="0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88D0646B-6C5B-E13B-36A8-BAA530E1AFEA}"/>
              </a:ext>
            </a:extLst>
          </p:cNvPr>
          <p:cNvSpPr/>
          <p:nvPr/>
        </p:nvSpPr>
        <p:spPr>
          <a:xfrm>
            <a:off x="5821711" y="2011361"/>
            <a:ext cx="2241974" cy="43037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浮点数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9E84F1-FD2B-2413-88A8-7C1BD86C7863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数值表示方法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39E652-DA72-D05D-950D-46B45DBA32CF}"/>
              </a:ext>
            </a:extLst>
          </p:cNvPr>
          <p:cNvSpPr/>
          <p:nvPr/>
        </p:nvSpPr>
        <p:spPr>
          <a:xfrm>
            <a:off x="5821711" y="3424781"/>
            <a:ext cx="1192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-1.101*2</a:t>
            </a:r>
            <a:r>
              <a:rPr lang="en-US" altLang="zh-CN" b="1" baseline="30000" dirty="0">
                <a:solidFill>
                  <a:schemeClr val="bg1"/>
                </a:solidFill>
              </a:rPr>
              <a:t>-3</a:t>
            </a:r>
            <a:endParaRPr lang="zh-CN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06664"/>
      </p:ext>
    </p:extLst>
  </p:cSld>
  <p:clrMapOvr>
    <a:masterClrMapping/>
  </p:clrMapOvr>
  <p:transition spd="slow">
    <p:wip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3" presetID="2" presetClass="entr" presetSubtype="8" fill="hold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6" presetID="3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3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E5A459B-EA7D-3FA3-E40A-ADB48F478437}"/>
              </a:ext>
            </a:extLst>
          </p:cNvPr>
          <p:cNvSpPr txBox="1"/>
          <p:nvPr/>
        </p:nvSpPr>
        <p:spPr>
          <a:xfrm>
            <a:off x="1414889" y="33149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文字的信息表示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059E528-6269-038C-E7AD-FADB7ED9AF3E}"/>
              </a:ext>
            </a:extLst>
          </p:cNvPr>
          <p:cNvSpPr/>
          <p:nvPr/>
        </p:nvSpPr>
        <p:spPr>
          <a:xfrm>
            <a:off x="2438907" y="4343301"/>
            <a:ext cx="385049" cy="38504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043ECC0-66AC-EFB7-BFAB-9651E5F47BF6}"/>
              </a:ext>
            </a:extLst>
          </p:cNvPr>
          <p:cNvGrpSpPr/>
          <p:nvPr/>
        </p:nvGrpSpPr>
        <p:grpSpPr>
          <a:xfrm>
            <a:off x="4302933" y="1268093"/>
            <a:ext cx="4324177" cy="622393"/>
            <a:chOff x="4302933" y="1268093"/>
            <a:chExt cx="4324177" cy="622393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5AE7319-A362-2170-415F-DC7204C64CA9}"/>
                </a:ext>
              </a:extLst>
            </p:cNvPr>
            <p:cNvSpPr/>
            <p:nvPr/>
          </p:nvSpPr>
          <p:spPr>
            <a:xfrm>
              <a:off x="4302933" y="1325881"/>
              <a:ext cx="488142" cy="48814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400" dirty="0"/>
                <a:t>1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78F0B0A-AB21-76A2-68DC-512D7C6A6C3A}"/>
                </a:ext>
              </a:extLst>
            </p:cNvPr>
            <p:cNvGrpSpPr/>
            <p:nvPr/>
          </p:nvGrpSpPr>
          <p:grpSpPr>
            <a:xfrm>
              <a:off x="4908550" y="1268093"/>
              <a:ext cx="3718560" cy="622393"/>
              <a:chOff x="874712" y="3387780"/>
              <a:chExt cx="4791529" cy="622475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FAC4FB1-13E5-0F2E-4450-E39BE9C89972}"/>
                  </a:ext>
                </a:extLst>
              </p:cNvPr>
              <p:cNvSpPr/>
              <p:nvPr/>
            </p:nvSpPr>
            <p:spPr>
              <a:xfrm>
                <a:off x="874712" y="3677812"/>
                <a:ext cx="4791529" cy="33244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lang="zh-CN" altLang="en-US" sz="1200" dirty="0">
                    <a:solidFill>
                      <a:srgbClr val="000000"/>
                    </a:solidFill>
                    <a:latin typeface="+mj-ea"/>
                    <a:cs typeface="Lato Light" charset="0"/>
                  </a:rPr>
                  <a:t>美国标准信息交换码，国际通用的用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+mj-ea"/>
                    <a:cs typeface="Lato Light" charset="0"/>
                  </a:rPr>
                  <a:t>7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+mj-ea"/>
                    <a:cs typeface="Lato Light" charset="0"/>
                  </a:rPr>
                  <a:t>位二进制表示</a:t>
                </a: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495169F-E4F5-BBEC-51C7-B147E4DC33C0}"/>
                  </a:ext>
                </a:extLst>
              </p:cNvPr>
              <p:cNvSpPr/>
              <p:nvPr/>
            </p:nvSpPr>
            <p:spPr>
              <a:xfrm>
                <a:off x="874712" y="3387780"/>
                <a:ext cx="2241974" cy="36066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b="1" dirty="0"/>
                  <a:t>ASCII</a:t>
                </a:r>
                <a:r>
                  <a:rPr lang="zh-CN" altLang="en-US" sz="1600" b="1" dirty="0"/>
                  <a:t>码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1B4FF22-66BC-3E1A-7838-B6BF63F69E6A}"/>
              </a:ext>
            </a:extLst>
          </p:cNvPr>
          <p:cNvGrpSpPr/>
          <p:nvPr/>
        </p:nvGrpSpPr>
        <p:grpSpPr>
          <a:xfrm>
            <a:off x="4302933" y="1988658"/>
            <a:ext cx="4464063" cy="592064"/>
            <a:chOff x="4302933" y="1923684"/>
            <a:chExt cx="4464063" cy="592064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B28A6F8-9389-E344-1FB8-35D497A57E22}"/>
                </a:ext>
              </a:extLst>
            </p:cNvPr>
            <p:cNvSpPr/>
            <p:nvPr/>
          </p:nvSpPr>
          <p:spPr>
            <a:xfrm>
              <a:off x="4302933" y="1981704"/>
              <a:ext cx="488142" cy="48814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400" dirty="0"/>
                <a:t>2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B4AED09-7E1F-348C-344F-32050286C8AF}"/>
                </a:ext>
              </a:extLst>
            </p:cNvPr>
            <p:cNvGrpSpPr/>
            <p:nvPr/>
          </p:nvGrpSpPr>
          <p:grpSpPr>
            <a:xfrm>
              <a:off x="4908550" y="1923684"/>
              <a:ext cx="3858446" cy="592064"/>
              <a:chOff x="874712" y="3387780"/>
              <a:chExt cx="4971778" cy="592141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69A41C6-B441-4276-7DC3-7ADAEBC1B4F4}"/>
                  </a:ext>
                </a:extLst>
              </p:cNvPr>
              <p:cNvSpPr/>
              <p:nvPr/>
            </p:nvSpPr>
            <p:spPr>
              <a:xfrm>
                <a:off x="874712" y="3677812"/>
                <a:ext cx="4791529" cy="30210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US" altLang="zh-CN" sz="1200" dirty="0">
                    <a:latin typeface="+mn-ea"/>
                  </a:rPr>
                  <a:t>GB2312-80(UTF-8)</a:t>
                </a:r>
                <a:endParaRPr lang="en-US" altLang="zh-CN" sz="1200" dirty="0">
                  <a:solidFill>
                    <a:srgbClr val="000000"/>
                  </a:solidFill>
                  <a:latin typeface="+mn-ea"/>
                  <a:cs typeface="Lato Light" charset="0"/>
                  <a:sym typeface="Lato Light" charset="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2066AB8-C948-A8B4-2810-17CF050F27CB}"/>
                  </a:ext>
                </a:extLst>
              </p:cNvPr>
              <p:cNvSpPr/>
              <p:nvPr/>
            </p:nvSpPr>
            <p:spPr>
              <a:xfrm>
                <a:off x="874712" y="3387780"/>
                <a:ext cx="4971778" cy="364121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b="1" dirty="0"/>
                  <a:t>汉字国标码、机内码、输入码、字形码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3650C29-D4E0-4C09-85C0-5A7FEA0B0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195509"/>
              </p:ext>
            </p:extLst>
          </p:nvPr>
        </p:nvGraphicFramePr>
        <p:xfrm>
          <a:off x="4006202" y="2939344"/>
          <a:ext cx="513779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899">
                  <a:extLst>
                    <a:ext uri="{9D8B030D-6E8A-4147-A177-3AD203B41FA5}">
                      <a16:colId xmlns:a16="http://schemas.microsoft.com/office/drawing/2014/main" val="2659782634"/>
                    </a:ext>
                  </a:extLst>
                </a:gridCol>
                <a:gridCol w="2568899">
                  <a:extLst>
                    <a:ext uri="{9D8B030D-6E8A-4147-A177-3AD203B41FA5}">
                      <a16:colId xmlns:a16="http://schemas.microsoft.com/office/drawing/2014/main" val="468948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ASCII</a:t>
                      </a:r>
                      <a:r>
                        <a:rPr lang="zh-CN" altLang="en-US" dirty="0"/>
                        <a:t>码值（十进制）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21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‘A’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09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‘a’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12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‘0’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50894"/>
                  </a:ext>
                </a:extLst>
              </a:tr>
            </a:tbl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23B25E3E-AD7B-AB2E-5D26-FD62A57F5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772217"/>
            <a:ext cx="1986780" cy="198678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73D232F7-3B50-5B4E-8061-7F13F628903D}"/>
              </a:ext>
            </a:extLst>
          </p:cNvPr>
          <p:cNvSpPr/>
          <p:nvPr/>
        </p:nvSpPr>
        <p:spPr>
          <a:xfrm>
            <a:off x="2631432" y="2939344"/>
            <a:ext cx="1161708" cy="116170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112217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2C2085-1E1C-1AF0-230C-532E0188E91A}"/>
              </a:ext>
            </a:extLst>
          </p:cNvPr>
          <p:cNvSpPr txBox="1"/>
          <p:nvPr/>
        </p:nvSpPr>
        <p:spPr>
          <a:xfrm>
            <a:off x="1414889" y="33149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各种汉字编码之间的关系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9B5923C-E0BF-91D6-4A19-06509C629EB3}"/>
              </a:ext>
            </a:extLst>
          </p:cNvPr>
          <p:cNvGrpSpPr/>
          <p:nvPr/>
        </p:nvGrpSpPr>
        <p:grpSpPr>
          <a:xfrm>
            <a:off x="116830" y="2026264"/>
            <a:ext cx="1302335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7">
              <a:extLst>
                <a:ext uri="{FF2B5EF4-FFF2-40B4-BE49-F238E27FC236}">
                  <a16:creationId xmlns:a16="http://schemas.microsoft.com/office/drawing/2014/main" id="{F673F4E7-9EC9-DA1E-57DD-CB4E106D3D5A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106E5D9-6816-3DE6-CA85-DEE8BDC324F5}"/>
                </a:ext>
              </a:extLst>
            </p:cNvPr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80808"/>
                  </a:solidFill>
                  <a:latin typeface="+mj-ea"/>
                  <a:ea typeface="+mj-ea"/>
                </a:rPr>
                <a:t>输入码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5BE6B75-EE53-F1FB-439E-2025C91D13C3}"/>
              </a:ext>
            </a:extLst>
          </p:cNvPr>
          <p:cNvGrpSpPr/>
          <p:nvPr/>
        </p:nvGrpSpPr>
        <p:grpSpPr>
          <a:xfrm>
            <a:off x="6812231" y="1212132"/>
            <a:ext cx="1973550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" name="同心圆 10">
              <a:extLst>
                <a:ext uri="{FF2B5EF4-FFF2-40B4-BE49-F238E27FC236}">
                  <a16:creationId xmlns:a16="http://schemas.microsoft.com/office/drawing/2014/main" id="{98003660-D3FF-5C22-500D-FE1DA392A276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5123538-AE7C-9D46-C122-00395472A45D}"/>
                </a:ext>
              </a:extLst>
            </p:cNvPr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80808"/>
                  </a:solidFill>
                  <a:latin typeface="+mj-ea"/>
                  <a:ea typeface="+mj-ea"/>
                </a:rPr>
                <a:t>显示输出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7BE6F6-2B92-F85D-4A18-02FEDB39A334}"/>
              </a:ext>
            </a:extLst>
          </p:cNvPr>
          <p:cNvGrpSpPr/>
          <p:nvPr/>
        </p:nvGrpSpPr>
        <p:grpSpPr>
          <a:xfrm>
            <a:off x="1878076" y="2026264"/>
            <a:ext cx="1302335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3" name="同心圆 13">
              <a:extLst>
                <a:ext uri="{FF2B5EF4-FFF2-40B4-BE49-F238E27FC236}">
                  <a16:creationId xmlns:a16="http://schemas.microsoft.com/office/drawing/2014/main" id="{3E72FF33-95B1-3379-F0AE-982699EBCADB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00D6F8B-1503-9C35-356F-7FA20FB48C6F}"/>
                </a:ext>
              </a:extLst>
            </p:cNvPr>
            <p:cNvSpPr/>
            <p:nvPr/>
          </p:nvSpPr>
          <p:spPr>
            <a:xfrm>
              <a:off x="392112" y="760415"/>
              <a:ext cx="3825875" cy="3825876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80808"/>
                  </a:solidFill>
                  <a:latin typeface="+mj-ea"/>
                  <a:ea typeface="+mj-ea"/>
                </a:rPr>
                <a:t>国标码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A16A936-5553-D43B-9EDB-DB2060EF8602}"/>
              </a:ext>
            </a:extLst>
          </p:cNvPr>
          <p:cNvGrpSpPr/>
          <p:nvPr/>
        </p:nvGrpSpPr>
        <p:grpSpPr>
          <a:xfrm>
            <a:off x="3639322" y="2026264"/>
            <a:ext cx="1302335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6" name="同心圆 16">
              <a:extLst>
                <a:ext uri="{FF2B5EF4-FFF2-40B4-BE49-F238E27FC236}">
                  <a16:creationId xmlns:a16="http://schemas.microsoft.com/office/drawing/2014/main" id="{D16FC586-F260-C8CF-497F-77D498C35A82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70476B7-5EAB-7409-F26D-FE9002B56FE4}"/>
                </a:ext>
              </a:extLst>
            </p:cNvPr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80808"/>
                  </a:solidFill>
                  <a:latin typeface="+mj-ea"/>
                  <a:ea typeface="+mj-ea"/>
                </a:rPr>
                <a:t>机内码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2C9042-9845-1FDF-B03B-5CFA2FB9357A}"/>
              </a:ext>
            </a:extLst>
          </p:cNvPr>
          <p:cNvGrpSpPr/>
          <p:nvPr/>
        </p:nvGrpSpPr>
        <p:grpSpPr>
          <a:xfrm>
            <a:off x="5400569" y="2026264"/>
            <a:ext cx="1302335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20">
              <a:extLst>
                <a:ext uri="{FF2B5EF4-FFF2-40B4-BE49-F238E27FC236}">
                  <a16:creationId xmlns:a16="http://schemas.microsoft.com/office/drawing/2014/main" id="{0F4F4DE5-F890-3F80-E2C9-2721BA9D2B66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3822668-A516-AD7A-E607-0BA41CE173AC}"/>
                </a:ext>
              </a:extLst>
            </p:cNvPr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80808"/>
                  </a:solidFill>
                  <a:latin typeface="+mj-ea"/>
                  <a:ea typeface="+mj-ea"/>
                </a:rPr>
                <a:t>字形码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AC7DC0E-F47B-729E-709F-A5293E26BFF1}"/>
              </a:ext>
            </a:extLst>
          </p:cNvPr>
          <p:cNvGrpSpPr/>
          <p:nvPr/>
        </p:nvGrpSpPr>
        <p:grpSpPr>
          <a:xfrm>
            <a:off x="6812231" y="2787774"/>
            <a:ext cx="1973550" cy="60940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" name="同心圆 23">
              <a:extLst>
                <a:ext uri="{FF2B5EF4-FFF2-40B4-BE49-F238E27FC236}">
                  <a16:creationId xmlns:a16="http://schemas.microsoft.com/office/drawing/2014/main" id="{F70E551D-B141-6ADC-96E9-9550B64EA25B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75BEEC89-4474-3155-BFD8-A186093B6362}"/>
                </a:ext>
              </a:extLst>
            </p:cNvPr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80808"/>
                  </a:solidFill>
                  <a:latin typeface="+mj-ea"/>
                  <a:ea typeface="+mj-ea"/>
                </a:rPr>
                <a:t>打印输出</a:t>
              </a: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4D83CAB-CE44-AFD1-8DD3-4B06C5C6C8BB}"/>
              </a:ext>
            </a:extLst>
          </p:cNvPr>
          <p:cNvCxnSpPr>
            <a:stCxn id="7" idx="6"/>
            <a:endCxn id="14" idx="2"/>
          </p:cNvCxnSpPr>
          <p:nvPr/>
        </p:nvCxnSpPr>
        <p:spPr>
          <a:xfrm>
            <a:off x="1419165" y="2330969"/>
            <a:ext cx="487335" cy="0"/>
          </a:xfrm>
          <a:prstGeom prst="straightConnector1">
            <a:avLst/>
          </a:prstGeom>
          <a:ln>
            <a:solidFill>
              <a:srgbClr val="3268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87826C9-0D83-7E30-A40D-2CF5307E1563}"/>
              </a:ext>
            </a:extLst>
          </p:cNvPr>
          <p:cNvCxnSpPr/>
          <p:nvPr/>
        </p:nvCxnSpPr>
        <p:spPr>
          <a:xfrm>
            <a:off x="3151987" y="2330969"/>
            <a:ext cx="487335" cy="0"/>
          </a:xfrm>
          <a:prstGeom prst="straightConnector1">
            <a:avLst/>
          </a:prstGeom>
          <a:ln>
            <a:solidFill>
              <a:srgbClr val="3268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EF9D019-E9D4-A7DE-E637-BA6529DD68E4}"/>
              </a:ext>
            </a:extLst>
          </p:cNvPr>
          <p:cNvCxnSpPr/>
          <p:nvPr/>
        </p:nvCxnSpPr>
        <p:spPr>
          <a:xfrm>
            <a:off x="4941658" y="2330969"/>
            <a:ext cx="487335" cy="0"/>
          </a:xfrm>
          <a:prstGeom prst="straightConnector1">
            <a:avLst/>
          </a:prstGeom>
          <a:ln>
            <a:solidFill>
              <a:srgbClr val="3268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E390A06-267B-0FCE-7394-B9988F6E162D}"/>
              </a:ext>
            </a:extLst>
          </p:cNvPr>
          <p:cNvCxnSpPr>
            <a:stCxn id="19" idx="7"/>
          </p:cNvCxnSpPr>
          <p:nvPr/>
        </p:nvCxnSpPr>
        <p:spPr>
          <a:xfrm flipV="1">
            <a:off x="6512181" y="1635646"/>
            <a:ext cx="436083" cy="479864"/>
          </a:xfrm>
          <a:prstGeom prst="straightConnector1">
            <a:avLst/>
          </a:prstGeom>
          <a:ln>
            <a:solidFill>
              <a:srgbClr val="3268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E408DCF-0695-E299-83A3-3CE36ACF151B}"/>
              </a:ext>
            </a:extLst>
          </p:cNvPr>
          <p:cNvCxnSpPr>
            <a:stCxn id="20" idx="6"/>
            <a:endCxn id="23" idx="1"/>
          </p:cNvCxnSpPr>
          <p:nvPr/>
        </p:nvCxnSpPr>
        <p:spPr>
          <a:xfrm>
            <a:off x="6674480" y="2330969"/>
            <a:ext cx="457228" cy="555456"/>
          </a:xfrm>
          <a:prstGeom prst="straightConnector1">
            <a:avLst/>
          </a:prstGeom>
          <a:ln>
            <a:solidFill>
              <a:srgbClr val="3268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951321"/>
      </p:ext>
    </p:extLst>
  </p:cSld>
  <p:clrMapOvr>
    <a:masterClrMapping/>
  </p:clrMapOvr>
  <p:transition spd="slow">
    <p:wip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4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6" fill="hold">
                          <p:stCondLst>
                            <p:cond delay="indefinite"/>
                          </p:stCondLst>
                          <p:childTnLst>
                            <p:par>
                              <p:cTn id="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6" fill="hold">
                          <p:stCondLst>
                            <p:cond delay="indefinite"/>
                          </p:stCondLst>
                          <p:childTnLst>
                            <p:par>
                              <p:cTn id="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5" fill="hold">
                          <p:stCondLst>
                            <p:cond delay="indefinite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4E2988-9181-80FE-46C1-A56B5B8E8C33}"/>
              </a:ext>
            </a:extLst>
          </p:cNvPr>
          <p:cNvSpPr txBox="1"/>
          <p:nvPr/>
        </p:nvSpPr>
        <p:spPr>
          <a:xfrm>
            <a:off x="1414889" y="33149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rgbClr val="0D0D0D"/>
                </a:solidFill>
                <a:cs typeface="+mn-ea"/>
              </a:rPr>
              <a:t>图像的信息表示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D24AFEA-F40B-8C08-A7D4-AE30FEA10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412875"/>
            <a:ext cx="8712200" cy="302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031757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6ED93C-AB40-79B9-28B6-9161BC0B5F00}"/>
              </a:ext>
            </a:extLst>
          </p:cNvPr>
          <p:cNvSpPr txBox="1"/>
          <p:nvPr/>
        </p:nvSpPr>
        <p:spPr>
          <a:xfrm>
            <a:off x="1414889" y="33149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声音的信息表示</a:t>
            </a:r>
          </a:p>
        </p:txBody>
      </p:sp>
      <p:pic>
        <p:nvPicPr>
          <p:cNvPr id="6" name="Picture 2" descr="https://ss0.bdstatic.com/70cFuHSh_Q1YnxGkpoWK1HF6hhy/it/u=4282627039,2556153691&amp;fm=200&amp;gp=0.jpg">
            <a:extLst>
              <a:ext uri="{FF2B5EF4-FFF2-40B4-BE49-F238E27FC236}">
                <a16:creationId xmlns:a16="http://schemas.microsoft.com/office/drawing/2014/main" id="{707CAAAA-F549-DFE6-8629-66DD20755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" y="1059582"/>
            <a:ext cx="427672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67298E14-CDE2-ED34-AD42-FAB69291B247}"/>
              </a:ext>
            </a:extLst>
          </p:cNvPr>
          <p:cNvGrpSpPr/>
          <p:nvPr/>
        </p:nvGrpSpPr>
        <p:grpSpPr>
          <a:xfrm>
            <a:off x="5580112" y="1563638"/>
            <a:ext cx="2281386" cy="2281386"/>
            <a:chOff x="1403648" y="1115468"/>
            <a:chExt cx="1294414" cy="129441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3929F10-58BB-6ACB-20CA-62BC46097CAA}"/>
                </a:ext>
              </a:extLst>
            </p:cNvPr>
            <p:cNvSpPr/>
            <p:nvPr/>
          </p:nvSpPr>
          <p:spPr>
            <a:xfrm>
              <a:off x="1557108" y="1233683"/>
              <a:ext cx="1022740" cy="1022740"/>
            </a:xfrm>
            <a:prstGeom prst="ellipse">
              <a:avLst/>
            </a:prstGeom>
            <a:solidFill>
              <a:srgbClr val="3268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latin typeface="+mj-ea"/>
                <a:ea typeface="+mj-ea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8163488-252D-1CE8-8215-E4D66DD8D325}"/>
                </a:ext>
              </a:extLst>
            </p:cNvPr>
            <p:cNvGrpSpPr/>
            <p:nvPr/>
          </p:nvGrpSpPr>
          <p:grpSpPr>
            <a:xfrm>
              <a:off x="1403648" y="1115468"/>
              <a:ext cx="1294414" cy="1294414"/>
              <a:chOff x="2555776" y="915566"/>
              <a:chExt cx="1944216" cy="1944216"/>
            </a:xfrm>
            <a:effectLst>
              <a:outerShdw blurRad="63500" dist="50800" dir="8100000" algn="tr" rotWithShape="0">
                <a:prstClr val="black">
                  <a:alpha val="35000"/>
                </a:prstClr>
              </a:outerShdw>
            </a:effectLst>
          </p:grpSpPr>
          <p:sp>
            <p:nvSpPr>
              <p:cNvPr id="11" name="同心圆 12">
                <a:extLst>
                  <a:ext uri="{FF2B5EF4-FFF2-40B4-BE49-F238E27FC236}">
                    <a16:creationId xmlns:a16="http://schemas.microsoft.com/office/drawing/2014/main" id="{9874C49A-67E5-6FFA-F50F-235A45D155EE}"/>
                  </a:ext>
                </a:extLst>
              </p:cNvPr>
              <p:cNvSpPr/>
              <p:nvPr/>
            </p:nvSpPr>
            <p:spPr>
              <a:xfrm>
                <a:off x="2555776" y="915566"/>
                <a:ext cx="1944216" cy="1944216"/>
              </a:xfrm>
              <a:prstGeom prst="donut">
                <a:avLst>
                  <a:gd name="adj" fmla="val 10097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81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同心圆 13">
                <a:extLst>
                  <a:ext uri="{FF2B5EF4-FFF2-40B4-BE49-F238E27FC236}">
                    <a16:creationId xmlns:a16="http://schemas.microsoft.com/office/drawing/2014/main" id="{F903F2DD-3683-3C1C-6517-79E1E527D8CB}"/>
                  </a:ext>
                </a:extLst>
              </p:cNvPr>
              <p:cNvSpPr/>
              <p:nvPr/>
            </p:nvSpPr>
            <p:spPr>
              <a:xfrm>
                <a:off x="2733335" y="1093125"/>
                <a:ext cx="1589098" cy="1589098"/>
              </a:xfrm>
              <a:prstGeom prst="donut">
                <a:avLst>
                  <a:gd name="adj" fmla="val 12059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0" name="TextBox 30">
              <a:extLst>
                <a:ext uri="{FF2B5EF4-FFF2-40B4-BE49-F238E27FC236}">
                  <a16:creationId xmlns:a16="http://schemas.microsoft.com/office/drawing/2014/main" id="{E3D61334-5B93-0C09-7009-A4DFC6099C84}"/>
                </a:ext>
              </a:extLst>
            </p:cNvPr>
            <p:cNvSpPr txBox="1"/>
            <p:nvPr/>
          </p:nvSpPr>
          <p:spPr>
            <a:xfrm>
              <a:off x="1687876" y="1634369"/>
              <a:ext cx="725958" cy="296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a:defRPr>
              </a:lvl1pPr>
            </a:lstStyle>
            <a:p>
              <a:r>
                <a:rPr lang="zh-CN" altLang="en-US" sz="2800" dirty="0">
                  <a:solidFill>
                    <a:schemeClr val="bg1"/>
                  </a:solidFill>
                  <a:effectLst/>
                  <a:latin typeface="+mj-ea"/>
                  <a:ea typeface="+mj-ea"/>
                </a:rPr>
                <a:t>数字化</a:t>
              </a:r>
              <a:endParaRPr lang="en-US" altLang="zh-CN" sz="2800" dirty="0">
                <a:solidFill>
                  <a:schemeClr val="bg1"/>
                </a:solidFill>
                <a:effectLst/>
                <a:latin typeface="+mj-ea"/>
                <a:ea typeface="+mj-ea"/>
              </a:endParaRPr>
            </a:p>
          </p:txBody>
        </p: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6D058E5F-333C-1390-A291-3E492249A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04331"/>
            <a:ext cx="4746303" cy="2272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85486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9D68FA-B1EB-4E05-850B-500BF25BE7FE}"/>
              </a:ext>
            </a:extLst>
          </p:cNvPr>
          <p:cNvGrpSpPr/>
          <p:nvPr/>
        </p:nvGrpSpPr>
        <p:grpSpPr>
          <a:xfrm>
            <a:off x="251521" y="1252974"/>
            <a:ext cx="8679021" cy="3096184"/>
            <a:chOff x="1769904" y="1505863"/>
            <a:chExt cx="8679021" cy="412824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D241486-457E-8F00-8D6D-0F184F70EE4D}"/>
                </a:ext>
              </a:extLst>
            </p:cNvPr>
            <p:cNvSpPr/>
            <p:nvPr/>
          </p:nvSpPr>
          <p:spPr>
            <a:xfrm>
              <a:off x="1769904" y="1556473"/>
              <a:ext cx="8643938" cy="4077635"/>
            </a:xfrm>
            <a:prstGeom prst="rect">
              <a:avLst/>
            </a:prstGeom>
            <a:solidFill>
              <a:srgbClr val="D5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2365724-1B3A-3E78-E807-6749F32244C2}"/>
                </a:ext>
              </a:extLst>
            </p:cNvPr>
            <p:cNvCxnSpPr/>
            <p:nvPr/>
          </p:nvCxnSpPr>
          <p:spPr>
            <a:xfrm flipV="1">
              <a:off x="2689383" y="1563388"/>
              <a:ext cx="0" cy="4070720"/>
            </a:xfrm>
            <a:prstGeom prst="straightConnector1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5A7CB76B-EFB2-A779-07D9-1FE8F737CD69}"/>
                </a:ext>
              </a:extLst>
            </p:cNvPr>
            <p:cNvCxnSpPr/>
            <p:nvPr/>
          </p:nvCxnSpPr>
          <p:spPr>
            <a:xfrm>
              <a:off x="2677350" y="3676385"/>
              <a:ext cx="76382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13F4681-F5D5-B132-2C6D-682A20628A77}"/>
                </a:ext>
              </a:extLst>
            </p:cNvPr>
            <p:cNvSpPr/>
            <p:nvPr/>
          </p:nvSpPr>
          <p:spPr>
            <a:xfrm>
              <a:off x="9562144" y="3318466"/>
              <a:ext cx="886781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kumimoji="1" lang="en-US" altLang="zh-CN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(t)</a:t>
              </a:r>
              <a:endPara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D91619A-7524-B256-DF4F-3991742BC297}"/>
                </a:ext>
              </a:extLst>
            </p:cNvPr>
            <p:cNvSpPr/>
            <p:nvPr/>
          </p:nvSpPr>
          <p:spPr>
            <a:xfrm>
              <a:off x="2677949" y="1505863"/>
              <a:ext cx="646331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幅值</a:t>
              </a: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DDFD3AA9-68BC-E30F-62BD-3A6E8DA7CDE7}"/>
                </a:ext>
              </a:extLst>
            </p:cNvPr>
            <p:cNvSpPr/>
            <p:nvPr/>
          </p:nvSpPr>
          <p:spPr>
            <a:xfrm>
              <a:off x="2705986" y="2053522"/>
              <a:ext cx="7384699" cy="3150461"/>
            </a:xfrm>
            <a:custGeom>
              <a:avLst/>
              <a:gdLst>
                <a:gd name="connsiteX0" fmla="*/ 0 w 7357730"/>
                <a:gd name="connsiteY0" fmla="*/ 1686027 h 3280756"/>
                <a:gd name="connsiteX1" fmla="*/ 111642 w 7357730"/>
                <a:gd name="connsiteY1" fmla="*/ 1893362 h 3280756"/>
                <a:gd name="connsiteX2" fmla="*/ 287079 w 7357730"/>
                <a:gd name="connsiteY2" fmla="*/ 1888046 h 3280756"/>
                <a:gd name="connsiteX3" fmla="*/ 478465 w 7357730"/>
                <a:gd name="connsiteY3" fmla="*/ 1526539 h 3280756"/>
                <a:gd name="connsiteX4" fmla="*/ 813391 w 7357730"/>
                <a:gd name="connsiteY4" fmla="*/ 548343 h 3280756"/>
                <a:gd name="connsiteX5" fmla="*/ 967563 w 7357730"/>
                <a:gd name="connsiteY5" fmla="*/ 11399 h 3280756"/>
                <a:gd name="connsiteX6" fmla="*/ 1100470 w 7357730"/>
                <a:gd name="connsiteY6" fmla="*/ 303794 h 3280756"/>
                <a:gd name="connsiteX7" fmla="*/ 1254642 w 7357730"/>
                <a:gd name="connsiteY7" fmla="*/ 1638180 h 3280756"/>
                <a:gd name="connsiteX8" fmla="*/ 1440712 w 7357730"/>
                <a:gd name="connsiteY8" fmla="*/ 3211799 h 3280756"/>
                <a:gd name="connsiteX9" fmla="*/ 1679944 w 7357730"/>
                <a:gd name="connsiteY9" fmla="*/ 2866241 h 3280756"/>
                <a:gd name="connsiteX10" fmla="*/ 1924493 w 7357730"/>
                <a:gd name="connsiteY10" fmla="*/ 1659446 h 3280756"/>
                <a:gd name="connsiteX11" fmla="*/ 2222205 w 7357730"/>
                <a:gd name="connsiteY11" fmla="*/ 739729 h 3280756"/>
                <a:gd name="connsiteX12" fmla="*/ 2482702 w 7357730"/>
                <a:gd name="connsiteY12" fmla="*/ 1281990 h 3280756"/>
                <a:gd name="connsiteX13" fmla="*/ 2519916 w 7357730"/>
                <a:gd name="connsiteY13" fmla="*/ 1643497 h 3280756"/>
                <a:gd name="connsiteX14" fmla="*/ 2759149 w 7357730"/>
                <a:gd name="connsiteY14" fmla="*/ 2478152 h 3280756"/>
                <a:gd name="connsiteX15" fmla="*/ 2950535 w 7357730"/>
                <a:gd name="connsiteY15" fmla="*/ 2451571 h 3280756"/>
                <a:gd name="connsiteX16" fmla="*/ 3290777 w 7357730"/>
                <a:gd name="connsiteY16" fmla="*/ 1648813 h 3280756"/>
                <a:gd name="connsiteX17" fmla="*/ 3418367 w 7357730"/>
                <a:gd name="connsiteY17" fmla="*/ 1404264 h 3280756"/>
                <a:gd name="connsiteX18" fmla="*/ 3710763 w 7357730"/>
                <a:gd name="connsiteY18" fmla="*/ 1600966 h 3280756"/>
                <a:gd name="connsiteX19" fmla="*/ 3875567 w 7357730"/>
                <a:gd name="connsiteY19" fmla="*/ 1781720 h 3280756"/>
                <a:gd name="connsiteX20" fmla="*/ 4093535 w 7357730"/>
                <a:gd name="connsiteY20" fmla="*/ 1802985 h 3280756"/>
                <a:gd name="connsiteX21" fmla="*/ 4332767 w 7357730"/>
                <a:gd name="connsiteY21" fmla="*/ 1760455 h 3280756"/>
                <a:gd name="connsiteX22" fmla="*/ 4577316 w 7357730"/>
                <a:gd name="connsiteY22" fmla="*/ 1957157 h 3280756"/>
                <a:gd name="connsiteX23" fmla="*/ 4774019 w 7357730"/>
                <a:gd name="connsiteY23" fmla="*/ 1808301 h 3280756"/>
                <a:gd name="connsiteX24" fmla="*/ 4922874 w 7357730"/>
                <a:gd name="connsiteY24" fmla="*/ 1388315 h 3280756"/>
                <a:gd name="connsiteX25" fmla="*/ 5050465 w 7357730"/>
                <a:gd name="connsiteY25" fmla="*/ 1218194 h 3280756"/>
                <a:gd name="connsiteX26" fmla="*/ 5284381 w 7357730"/>
                <a:gd name="connsiteY26" fmla="*/ 1494641 h 3280756"/>
                <a:gd name="connsiteX27" fmla="*/ 5512981 w 7357730"/>
                <a:gd name="connsiteY27" fmla="*/ 1792352 h 3280756"/>
                <a:gd name="connsiteX28" fmla="*/ 5794744 w 7357730"/>
                <a:gd name="connsiteY28" fmla="*/ 2339929 h 3280756"/>
                <a:gd name="connsiteX29" fmla="*/ 5901070 w 7357730"/>
                <a:gd name="connsiteY29" fmla="*/ 2366511 h 3280756"/>
                <a:gd name="connsiteX30" fmla="*/ 6134986 w 7357730"/>
                <a:gd name="connsiteY30" fmla="*/ 1712608 h 3280756"/>
                <a:gd name="connsiteX31" fmla="*/ 6230679 w 7357730"/>
                <a:gd name="connsiteY31" fmla="*/ 1414897 h 3280756"/>
                <a:gd name="connsiteX32" fmla="*/ 6363586 w 7357730"/>
                <a:gd name="connsiteY32" fmla="*/ 1149083 h 3280756"/>
                <a:gd name="connsiteX33" fmla="*/ 6608135 w 7357730"/>
                <a:gd name="connsiteY33" fmla="*/ 1398948 h 3280756"/>
                <a:gd name="connsiteX34" fmla="*/ 6746358 w 7357730"/>
                <a:gd name="connsiteY34" fmla="*/ 1781720 h 3280756"/>
                <a:gd name="connsiteX35" fmla="*/ 6900530 w 7357730"/>
                <a:gd name="connsiteY35" fmla="*/ 2090064 h 3280756"/>
                <a:gd name="connsiteX36" fmla="*/ 7006856 w 7357730"/>
                <a:gd name="connsiteY36" fmla="*/ 2185757 h 3280756"/>
                <a:gd name="connsiteX37" fmla="*/ 7272670 w 7357730"/>
                <a:gd name="connsiteY37" fmla="*/ 1861464 h 3280756"/>
                <a:gd name="connsiteX38" fmla="*/ 7357730 w 7357730"/>
                <a:gd name="connsiteY38" fmla="*/ 1664762 h 3280756"/>
                <a:gd name="connsiteX39" fmla="*/ 7357730 w 7357730"/>
                <a:gd name="connsiteY39" fmla="*/ 1664762 h 3280756"/>
                <a:gd name="connsiteX0" fmla="*/ 0 w 7357730"/>
                <a:gd name="connsiteY0" fmla="*/ 1686027 h 3280756"/>
                <a:gd name="connsiteX1" fmla="*/ 111642 w 7357730"/>
                <a:gd name="connsiteY1" fmla="*/ 1893362 h 3280756"/>
                <a:gd name="connsiteX2" fmla="*/ 287079 w 7357730"/>
                <a:gd name="connsiteY2" fmla="*/ 1888046 h 3280756"/>
                <a:gd name="connsiteX3" fmla="*/ 478465 w 7357730"/>
                <a:gd name="connsiteY3" fmla="*/ 1526539 h 3280756"/>
                <a:gd name="connsiteX4" fmla="*/ 813391 w 7357730"/>
                <a:gd name="connsiteY4" fmla="*/ 548343 h 3280756"/>
                <a:gd name="connsiteX5" fmla="*/ 967563 w 7357730"/>
                <a:gd name="connsiteY5" fmla="*/ 11399 h 3280756"/>
                <a:gd name="connsiteX6" fmla="*/ 1100470 w 7357730"/>
                <a:gd name="connsiteY6" fmla="*/ 303794 h 3280756"/>
                <a:gd name="connsiteX7" fmla="*/ 1254642 w 7357730"/>
                <a:gd name="connsiteY7" fmla="*/ 1638180 h 3280756"/>
                <a:gd name="connsiteX8" fmla="*/ 1440712 w 7357730"/>
                <a:gd name="connsiteY8" fmla="*/ 3211799 h 3280756"/>
                <a:gd name="connsiteX9" fmla="*/ 1679944 w 7357730"/>
                <a:gd name="connsiteY9" fmla="*/ 2866241 h 3280756"/>
                <a:gd name="connsiteX10" fmla="*/ 1924493 w 7357730"/>
                <a:gd name="connsiteY10" fmla="*/ 1659446 h 3280756"/>
                <a:gd name="connsiteX11" fmla="*/ 2222205 w 7357730"/>
                <a:gd name="connsiteY11" fmla="*/ 739729 h 3280756"/>
                <a:gd name="connsiteX12" fmla="*/ 2482702 w 7357730"/>
                <a:gd name="connsiteY12" fmla="*/ 1281990 h 3280756"/>
                <a:gd name="connsiteX13" fmla="*/ 2519916 w 7357730"/>
                <a:gd name="connsiteY13" fmla="*/ 1643497 h 3280756"/>
                <a:gd name="connsiteX14" fmla="*/ 2759149 w 7357730"/>
                <a:gd name="connsiteY14" fmla="*/ 2478152 h 3280756"/>
                <a:gd name="connsiteX15" fmla="*/ 2950535 w 7357730"/>
                <a:gd name="connsiteY15" fmla="*/ 2451571 h 3280756"/>
                <a:gd name="connsiteX16" fmla="*/ 3290777 w 7357730"/>
                <a:gd name="connsiteY16" fmla="*/ 1648813 h 3280756"/>
                <a:gd name="connsiteX17" fmla="*/ 3418367 w 7357730"/>
                <a:gd name="connsiteY17" fmla="*/ 1404264 h 3280756"/>
                <a:gd name="connsiteX18" fmla="*/ 3710763 w 7357730"/>
                <a:gd name="connsiteY18" fmla="*/ 1600966 h 3280756"/>
                <a:gd name="connsiteX19" fmla="*/ 3875567 w 7357730"/>
                <a:gd name="connsiteY19" fmla="*/ 1781720 h 3280756"/>
                <a:gd name="connsiteX20" fmla="*/ 4093535 w 7357730"/>
                <a:gd name="connsiteY20" fmla="*/ 1802985 h 3280756"/>
                <a:gd name="connsiteX21" fmla="*/ 4332767 w 7357730"/>
                <a:gd name="connsiteY21" fmla="*/ 1760455 h 3280756"/>
                <a:gd name="connsiteX22" fmla="*/ 4577316 w 7357730"/>
                <a:gd name="connsiteY22" fmla="*/ 1957157 h 3280756"/>
                <a:gd name="connsiteX23" fmla="*/ 4774019 w 7357730"/>
                <a:gd name="connsiteY23" fmla="*/ 1808301 h 3280756"/>
                <a:gd name="connsiteX24" fmla="*/ 4922874 w 7357730"/>
                <a:gd name="connsiteY24" fmla="*/ 1388315 h 3280756"/>
                <a:gd name="connsiteX25" fmla="*/ 5050465 w 7357730"/>
                <a:gd name="connsiteY25" fmla="*/ 1218194 h 3280756"/>
                <a:gd name="connsiteX26" fmla="*/ 5284381 w 7357730"/>
                <a:gd name="connsiteY26" fmla="*/ 1494641 h 3280756"/>
                <a:gd name="connsiteX27" fmla="*/ 5512981 w 7357730"/>
                <a:gd name="connsiteY27" fmla="*/ 1792352 h 3280756"/>
                <a:gd name="connsiteX28" fmla="*/ 5794744 w 7357730"/>
                <a:gd name="connsiteY28" fmla="*/ 2339929 h 3280756"/>
                <a:gd name="connsiteX29" fmla="*/ 5938284 w 7357730"/>
                <a:gd name="connsiteY29" fmla="*/ 2345246 h 3280756"/>
                <a:gd name="connsiteX30" fmla="*/ 6134986 w 7357730"/>
                <a:gd name="connsiteY30" fmla="*/ 1712608 h 3280756"/>
                <a:gd name="connsiteX31" fmla="*/ 6230679 w 7357730"/>
                <a:gd name="connsiteY31" fmla="*/ 1414897 h 3280756"/>
                <a:gd name="connsiteX32" fmla="*/ 6363586 w 7357730"/>
                <a:gd name="connsiteY32" fmla="*/ 1149083 h 3280756"/>
                <a:gd name="connsiteX33" fmla="*/ 6608135 w 7357730"/>
                <a:gd name="connsiteY33" fmla="*/ 1398948 h 3280756"/>
                <a:gd name="connsiteX34" fmla="*/ 6746358 w 7357730"/>
                <a:gd name="connsiteY34" fmla="*/ 1781720 h 3280756"/>
                <a:gd name="connsiteX35" fmla="*/ 6900530 w 7357730"/>
                <a:gd name="connsiteY35" fmla="*/ 2090064 h 3280756"/>
                <a:gd name="connsiteX36" fmla="*/ 7006856 w 7357730"/>
                <a:gd name="connsiteY36" fmla="*/ 2185757 h 3280756"/>
                <a:gd name="connsiteX37" fmla="*/ 7272670 w 7357730"/>
                <a:gd name="connsiteY37" fmla="*/ 1861464 h 3280756"/>
                <a:gd name="connsiteX38" fmla="*/ 7357730 w 7357730"/>
                <a:gd name="connsiteY38" fmla="*/ 1664762 h 3280756"/>
                <a:gd name="connsiteX39" fmla="*/ 7357730 w 7357730"/>
                <a:gd name="connsiteY39" fmla="*/ 1664762 h 3280756"/>
                <a:gd name="connsiteX0" fmla="*/ 0 w 7357730"/>
                <a:gd name="connsiteY0" fmla="*/ 1686027 h 3280756"/>
                <a:gd name="connsiteX1" fmla="*/ 154172 w 7357730"/>
                <a:gd name="connsiteY1" fmla="*/ 1861464 h 3280756"/>
                <a:gd name="connsiteX2" fmla="*/ 287079 w 7357730"/>
                <a:gd name="connsiteY2" fmla="*/ 1888046 h 3280756"/>
                <a:gd name="connsiteX3" fmla="*/ 478465 w 7357730"/>
                <a:gd name="connsiteY3" fmla="*/ 1526539 h 3280756"/>
                <a:gd name="connsiteX4" fmla="*/ 813391 w 7357730"/>
                <a:gd name="connsiteY4" fmla="*/ 548343 h 3280756"/>
                <a:gd name="connsiteX5" fmla="*/ 967563 w 7357730"/>
                <a:gd name="connsiteY5" fmla="*/ 11399 h 3280756"/>
                <a:gd name="connsiteX6" fmla="*/ 1100470 w 7357730"/>
                <a:gd name="connsiteY6" fmla="*/ 303794 h 3280756"/>
                <a:gd name="connsiteX7" fmla="*/ 1254642 w 7357730"/>
                <a:gd name="connsiteY7" fmla="*/ 1638180 h 3280756"/>
                <a:gd name="connsiteX8" fmla="*/ 1440712 w 7357730"/>
                <a:gd name="connsiteY8" fmla="*/ 3211799 h 3280756"/>
                <a:gd name="connsiteX9" fmla="*/ 1679944 w 7357730"/>
                <a:gd name="connsiteY9" fmla="*/ 2866241 h 3280756"/>
                <a:gd name="connsiteX10" fmla="*/ 1924493 w 7357730"/>
                <a:gd name="connsiteY10" fmla="*/ 1659446 h 3280756"/>
                <a:gd name="connsiteX11" fmla="*/ 2222205 w 7357730"/>
                <a:gd name="connsiteY11" fmla="*/ 739729 h 3280756"/>
                <a:gd name="connsiteX12" fmla="*/ 2482702 w 7357730"/>
                <a:gd name="connsiteY12" fmla="*/ 1281990 h 3280756"/>
                <a:gd name="connsiteX13" fmla="*/ 2519916 w 7357730"/>
                <a:gd name="connsiteY13" fmla="*/ 1643497 h 3280756"/>
                <a:gd name="connsiteX14" fmla="*/ 2759149 w 7357730"/>
                <a:gd name="connsiteY14" fmla="*/ 2478152 h 3280756"/>
                <a:gd name="connsiteX15" fmla="*/ 2950535 w 7357730"/>
                <a:gd name="connsiteY15" fmla="*/ 2451571 h 3280756"/>
                <a:gd name="connsiteX16" fmla="*/ 3290777 w 7357730"/>
                <a:gd name="connsiteY16" fmla="*/ 1648813 h 3280756"/>
                <a:gd name="connsiteX17" fmla="*/ 3418367 w 7357730"/>
                <a:gd name="connsiteY17" fmla="*/ 1404264 h 3280756"/>
                <a:gd name="connsiteX18" fmla="*/ 3710763 w 7357730"/>
                <a:gd name="connsiteY18" fmla="*/ 1600966 h 3280756"/>
                <a:gd name="connsiteX19" fmla="*/ 3875567 w 7357730"/>
                <a:gd name="connsiteY19" fmla="*/ 1781720 h 3280756"/>
                <a:gd name="connsiteX20" fmla="*/ 4093535 w 7357730"/>
                <a:gd name="connsiteY20" fmla="*/ 1802985 h 3280756"/>
                <a:gd name="connsiteX21" fmla="*/ 4332767 w 7357730"/>
                <a:gd name="connsiteY21" fmla="*/ 1760455 h 3280756"/>
                <a:gd name="connsiteX22" fmla="*/ 4577316 w 7357730"/>
                <a:gd name="connsiteY22" fmla="*/ 1957157 h 3280756"/>
                <a:gd name="connsiteX23" fmla="*/ 4774019 w 7357730"/>
                <a:gd name="connsiteY23" fmla="*/ 1808301 h 3280756"/>
                <a:gd name="connsiteX24" fmla="*/ 4922874 w 7357730"/>
                <a:gd name="connsiteY24" fmla="*/ 1388315 h 3280756"/>
                <a:gd name="connsiteX25" fmla="*/ 5050465 w 7357730"/>
                <a:gd name="connsiteY25" fmla="*/ 1218194 h 3280756"/>
                <a:gd name="connsiteX26" fmla="*/ 5284381 w 7357730"/>
                <a:gd name="connsiteY26" fmla="*/ 1494641 h 3280756"/>
                <a:gd name="connsiteX27" fmla="*/ 5512981 w 7357730"/>
                <a:gd name="connsiteY27" fmla="*/ 1792352 h 3280756"/>
                <a:gd name="connsiteX28" fmla="*/ 5794744 w 7357730"/>
                <a:gd name="connsiteY28" fmla="*/ 2339929 h 3280756"/>
                <a:gd name="connsiteX29" fmla="*/ 5938284 w 7357730"/>
                <a:gd name="connsiteY29" fmla="*/ 2345246 h 3280756"/>
                <a:gd name="connsiteX30" fmla="*/ 6134986 w 7357730"/>
                <a:gd name="connsiteY30" fmla="*/ 1712608 h 3280756"/>
                <a:gd name="connsiteX31" fmla="*/ 6230679 w 7357730"/>
                <a:gd name="connsiteY31" fmla="*/ 1414897 h 3280756"/>
                <a:gd name="connsiteX32" fmla="*/ 6363586 w 7357730"/>
                <a:gd name="connsiteY32" fmla="*/ 1149083 h 3280756"/>
                <a:gd name="connsiteX33" fmla="*/ 6608135 w 7357730"/>
                <a:gd name="connsiteY33" fmla="*/ 1398948 h 3280756"/>
                <a:gd name="connsiteX34" fmla="*/ 6746358 w 7357730"/>
                <a:gd name="connsiteY34" fmla="*/ 1781720 h 3280756"/>
                <a:gd name="connsiteX35" fmla="*/ 6900530 w 7357730"/>
                <a:gd name="connsiteY35" fmla="*/ 2090064 h 3280756"/>
                <a:gd name="connsiteX36" fmla="*/ 7006856 w 7357730"/>
                <a:gd name="connsiteY36" fmla="*/ 2185757 h 3280756"/>
                <a:gd name="connsiteX37" fmla="*/ 7272670 w 7357730"/>
                <a:gd name="connsiteY37" fmla="*/ 1861464 h 3280756"/>
                <a:gd name="connsiteX38" fmla="*/ 7357730 w 7357730"/>
                <a:gd name="connsiteY38" fmla="*/ 1664762 h 3280756"/>
                <a:gd name="connsiteX39" fmla="*/ 7357730 w 7357730"/>
                <a:gd name="connsiteY39" fmla="*/ 1664762 h 3280756"/>
                <a:gd name="connsiteX0" fmla="*/ 0 w 7357730"/>
                <a:gd name="connsiteY0" fmla="*/ 1686027 h 3280756"/>
                <a:gd name="connsiteX1" fmla="*/ 154172 w 7357730"/>
                <a:gd name="connsiteY1" fmla="*/ 1861464 h 3280756"/>
                <a:gd name="connsiteX2" fmla="*/ 297711 w 7357730"/>
                <a:gd name="connsiteY2" fmla="*/ 1872097 h 3280756"/>
                <a:gd name="connsiteX3" fmla="*/ 478465 w 7357730"/>
                <a:gd name="connsiteY3" fmla="*/ 1526539 h 3280756"/>
                <a:gd name="connsiteX4" fmla="*/ 813391 w 7357730"/>
                <a:gd name="connsiteY4" fmla="*/ 548343 h 3280756"/>
                <a:gd name="connsiteX5" fmla="*/ 967563 w 7357730"/>
                <a:gd name="connsiteY5" fmla="*/ 11399 h 3280756"/>
                <a:gd name="connsiteX6" fmla="*/ 1100470 w 7357730"/>
                <a:gd name="connsiteY6" fmla="*/ 303794 h 3280756"/>
                <a:gd name="connsiteX7" fmla="*/ 1254642 w 7357730"/>
                <a:gd name="connsiteY7" fmla="*/ 1638180 h 3280756"/>
                <a:gd name="connsiteX8" fmla="*/ 1440712 w 7357730"/>
                <a:gd name="connsiteY8" fmla="*/ 3211799 h 3280756"/>
                <a:gd name="connsiteX9" fmla="*/ 1679944 w 7357730"/>
                <a:gd name="connsiteY9" fmla="*/ 2866241 h 3280756"/>
                <a:gd name="connsiteX10" fmla="*/ 1924493 w 7357730"/>
                <a:gd name="connsiteY10" fmla="*/ 1659446 h 3280756"/>
                <a:gd name="connsiteX11" fmla="*/ 2222205 w 7357730"/>
                <a:gd name="connsiteY11" fmla="*/ 739729 h 3280756"/>
                <a:gd name="connsiteX12" fmla="*/ 2482702 w 7357730"/>
                <a:gd name="connsiteY12" fmla="*/ 1281990 h 3280756"/>
                <a:gd name="connsiteX13" fmla="*/ 2519916 w 7357730"/>
                <a:gd name="connsiteY13" fmla="*/ 1643497 h 3280756"/>
                <a:gd name="connsiteX14" fmla="*/ 2759149 w 7357730"/>
                <a:gd name="connsiteY14" fmla="*/ 2478152 h 3280756"/>
                <a:gd name="connsiteX15" fmla="*/ 2950535 w 7357730"/>
                <a:gd name="connsiteY15" fmla="*/ 2451571 h 3280756"/>
                <a:gd name="connsiteX16" fmla="*/ 3290777 w 7357730"/>
                <a:gd name="connsiteY16" fmla="*/ 1648813 h 3280756"/>
                <a:gd name="connsiteX17" fmla="*/ 3418367 w 7357730"/>
                <a:gd name="connsiteY17" fmla="*/ 1404264 h 3280756"/>
                <a:gd name="connsiteX18" fmla="*/ 3710763 w 7357730"/>
                <a:gd name="connsiteY18" fmla="*/ 1600966 h 3280756"/>
                <a:gd name="connsiteX19" fmla="*/ 3875567 w 7357730"/>
                <a:gd name="connsiteY19" fmla="*/ 1781720 h 3280756"/>
                <a:gd name="connsiteX20" fmla="*/ 4093535 w 7357730"/>
                <a:gd name="connsiteY20" fmla="*/ 1802985 h 3280756"/>
                <a:gd name="connsiteX21" fmla="*/ 4332767 w 7357730"/>
                <a:gd name="connsiteY21" fmla="*/ 1760455 h 3280756"/>
                <a:gd name="connsiteX22" fmla="*/ 4577316 w 7357730"/>
                <a:gd name="connsiteY22" fmla="*/ 1957157 h 3280756"/>
                <a:gd name="connsiteX23" fmla="*/ 4774019 w 7357730"/>
                <a:gd name="connsiteY23" fmla="*/ 1808301 h 3280756"/>
                <a:gd name="connsiteX24" fmla="*/ 4922874 w 7357730"/>
                <a:gd name="connsiteY24" fmla="*/ 1388315 h 3280756"/>
                <a:gd name="connsiteX25" fmla="*/ 5050465 w 7357730"/>
                <a:gd name="connsiteY25" fmla="*/ 1218194 h 3280756"/>
                <a:gd name="connsiteX26" fmla="*/ 5284381 w 7357730"/>
                <a:gd name="connsiteY26" fmla="*/ 1494641 h 3280756"/>
                <a:gd name="connsiteX27" fmla="*/ 5512981 w 7357730"/>
                <a:gd name="connsiteY27" fmla="*/ 1792352 h 3280756"/>
                <a:gd name="connsiteX28" fmla="*/ 5794744 w 7357730"/>
                <a:gd name="connsiteY28" fmla="*/ 2339929 h 3280756"/>
                <a:gd name="connsiteX29" fmla="*/ 5938284 w 7357730"/>
                <a:gd name="connsiteY29" fmla="*/ 2345246 h 3280756"/>
                <a:gd name="connsiteX30" fmla="*/ 6134986 w 7357730"/>
                <a:gd name="connsiteY30" fmla="*/ 1712608 h 3280756"/>
                <a:gd name="connsiteX31" fmla="*/ 6230679 w 7357730"/>
                <a:gd name="connsiteY31" fmla="*/ 1414897 h 3280756"/>
                <a:gd name="connsiteX32" fmla="*/ 6363586 w 7357730"/>
                <a:gd name="connsiteY32" fmla="*/ 1149083 h 3280756"/>
                <a:gd name="connsiteX33" fmla="*/ 6608135 w 7357730"/>
                <a:gd name="connsiteY33" fmla="*/ 1398948 h 3280756"/>
                <a:gd name="connsiteX34" fmla="*/ 6746358 w 7357730"/>
                <a:gd name="connsiteY34" fmla="*/ 1781720 h 3280756"/>
                <a:gd name="connsiteX35" fmla="*/ 6900530 w 7357730"/>
                <a:gd name="connsiteY35" fmla="*/ 2090064 h 3280756"/>
                <a:gd name="connsiteX36" fmla="*/ 7006856 w 7357730"/>
                <a:gd name="connsiteY36" fmla="*/ 2185757 h 3280756"/>
                <a:gd name="connsiteX37" fmla="*/ 7272670 w 7357730"/>
                <a:gd name="connsiteY37" fmla="*/ 1861464 h 3280756"/>
                <a:gd name="connsiteX38" fmla="*/ 7357730 w 7357730"/>
                <a:gd name="connsiteY38" fmla="*/ 1664762 h 3280756"/>
                <a:gd name="connsiteX39" fmla="*/ 7357730 w 7357730"/>
                <a:gd name="connsiteY39" fmla="*/ 1664762 h 3280756"/>
                <a:gd name="connsiteX0" fmla="*/ 0 w 7357730"/>
                <a:gd name="connsiteY0" fmla="*/ 1686027 h 3280756"/>
                <a:gd name="connsiteX1" fmla="*/ 154172 w 7357730"/>
                <a:gd name="connsiteY1" fmla="*/ 1861464 h 3280756"/>
                <a:gd name="connsiteX2" fmla="*/ 297711 w 7357730"/>
                <a:gd name="connsiteY2" fmla="*/ 1872097 h 3280756"/>
                <a:gd name="connsiteX3" fmla="*/ 584790 w 7357730"/>
                <a:gd name="connsiteY3" fmla="*/ 1340469 h 3280756"/>
                <a:gd name="connsiteX4" fmla="*/ 813391 w 7357730"/>
                <a:gd name="connsiteY4" fmla="*/ 548343 h 3280756"/>
                <a:gd name="connsiteX5" fmla="*/ 967563 w 7357730"/>
                <a:gd name="connsiteY5" fmla="*/ 11399 h 3280756"/>
                <a:gd name="connsiteX6" fmla="*/ 1100470 w 7357730"/>
                <a:gd name="connsiteY6" fmla="*/ 303794 h 3280756"/>
                <a:gd name="connsiteX7" fmla="*/ 1254642 w 7357730"/>
                <a:gd name="connsiteY7" fmla="*/ 1638180 h 3280756"/>
                <a:gd name="connsiteX8" fmla="*/ 1440712 w 7357730"/>
                <a:gd name="connsiteY8" fmla="*/ 3211799 h 3280756"/>
                <a:gd name="connsiteX9" fmla="*/ 1679944 w 7357730"/>
                <a:gd name="connsiteY9" fmla="*/ 2866241 h 3280756"/>
                <a:gd name="connsiteX10" fmla="*/ 1924493 w 7357730"/>
                <a:gd name="connsiteY10" fmla="*/ 1659446 h 3280756"/>
                <a:gd name="connsiteX11" fmla="*/ 2222205 w 7357730"/>
                <a:gd name="connsiteY11" fmla="*/ 739729 h 3280756"/>
                <a:gd name="connsiteX12" fmla="*/ 2482702 w 7357730"/>
                <a:gd name="connsiteY12" fmla="*/ 1281990 h 3280756"/>
                <a:gd name="connsiteX13" fmla="*/ 2519916 w 7357730"/>
                <a:gd name="connsiteY13" fmla="*/ 1643497 h 3280756"/>
                <a:gd name="connsiteX14" fmla="*/ 2759149 w 7357730"/>
                <a:gd name="connsiteY14" fmla="*/ 2478152 h 3280756"/>
                <a:gd name="connsiteX15" fmla="*/ 2950535 w 7357730"/>
                <a:gd name="connsiteY15" fmla="*/ 2451571 h 3280756"/>
                <a:gd name="connsiteX16" fmla="*/ 3290777 w 7357730"/>
                <a:gd name="connsiteY16" fmla="*/ 1648813 h 3280756"/>
                <a:gd name="connsiteX17" fmla="*/ 3418367 w 7357730"/>
                <a:gd name="connsiteY17" fmla="*/ 1404264 h 3280756"/>
                <a:gd name="connsiteX18" fmla="*/ 3710763 w 7357730"/>
                <a:gd name="connsiteY18" fmla="*/ 1600966 h 3280756"/>
                <a:gd name="connsiteX19" fmla="*/ 3875567 w 7357730"/>
                <a:gd name="connsiteY19" fmla="*/ 1781720 h 3280756"/>
                <a:gd name="connsiteX20" fmla="*/ 4093535 w 7357730"/>
                <a:gd name="connsiteY20" fmla="*/ 1802985 h 3280756"/>
                <a:gd name="connsiteX21" fmla="*/ 4332767 w 7357730"/>
                <a:gd name="connsiteY21" fmla="*/ 1760455 h 3280756"/>
                <a:gd name="connsiteX22" fmla="*/ 4577316 w 7357730"/>
                <a:gd name="connsiteY22" fmla="*/ 1957157 h 3280756"/>
                <a:gd name="connsiteX23" fmla="*/ 4774019 w 7357730"/>
                <a:gd name="connsiteY23" fmla="*/ 1808301 h 3280756"/>
                <a:gd name="connsiteX24" fmla="*/ 4922874 w 7357730"/>
                <a:gd name="connsiteY24" fmla="*/ 1388315 h 3280756"/>
                <a:gd name="connsiteX25" fmla="*/ 5050465 w 7357730"/>
                <a:gd name="connsiteY25" fmla="*/ 1218194 h 3280756"/>
                <a:gd name="connsiteX26" fmla="*/ 5284381 w 7357730"/>
                <a:gd name="connsiteY26" fmla="*/ 1494641 h 3280756"/>
                <a:gd name="connsiteX27" fmla="*/ 5512981 w 7357730"/>
                <a:gd name="connsiteY27" fmla="*/ 1792352 h 3280756"/>
                <a:gd name="connsiteX28" fmla="*/ 5794744 w 7357730"/>
                <a:gd name="connsiteY28" fmla="*/ 2339929 h 3280756"/>
                <a:gd name="connsiteX29" fmla="*/ 5938284 w 7357730"/>
                <a:gd name="connsiteY29" fmla="*/ 2345246 h 3280756"/>
                <a:gd name="connsiteX30" fmla="*/ 6134986 w 7357730"/>
                <a:gd name="connsiteY30" fmla="*/ 1712608 h 3280756"/>
                <a:gd name="connsiteX31" fmla="*/ 6230679 w 7357730"/>
                <a:gd name="connsiteY31" fmla="*/ 1414897 h 3280756"/>
                <a:gd name="connsiteX32" fmla="*/ 6363586 w 7357730"/>
                <a:gd name="connsiteY32" fmla="*/ 1149083 h 3280756"/>
                <a:gd name="connsiteX33" fmla="*/ 6608135 w 7357730"/>
                <a:gd name="connsiteY33" fmla="*/ 1398948 h 3280756"/>
                <a:gd name="connsiteX34" fmla="*/ 6746358 w 7357730"/>
                <a:gd name="connsiteY34" fmla="*/ 1781720 h 3280756"/>
                <a:gd name="connsiteX35" fmla="*/ 6900530 w 7357730"/>
                <a:gd name="connsiteY35" fmla="*/ 2090064 h 3280756"/>
                <a:gd name="connsiteX36" fmla="*/ 7006856 w 7357730"/>
                <a:gd name="connsiteY36" fmla="*/ 2185757 h 3280756"/>
                <a:gd name="connsiteX37" fmla="*/ 7272670 w 7357730"/>
                <a:gd name="connsiteY37" fmla="*/ 1861464 h 3280756"/>
                <a:gd name="connsiteX38" fmla="*/ 7357730 w 7357730"/>
                <a:gd name="connsiteY38" fmla="*/ 1664762 h 3280756"/>
                <a:gd name="connsiteX39" fmla="*/ 7357730 w 7357730"/>
                <a:gd name="connsiteY39" fmla="*/ 1664762 h 3280756"/>
                <a:gd name="connsiteX0" fmla="*/ 0 w 7357730"/>
                <a:gd name="connsiteY0" fmla="*/ 1678811 h 3273540"/>
                <a:gd name="connsiteX1" fmla="*/ 154172 w 7357730"/>
                <a:gd name="connsiteY1" fmla="*/ 1854248 h 3273540"/>
                <a:gd name="connsiteX2" fmla="*/ 297711 w 7357730"/>
                <a:gd name="connsiteY2" fmla="*/ 1864881 h 3273540"/>
                <a:gd name="connsiteX3" fmla="*/ 584790 w 7357730"/>
                <a:gd name="connsiteY3" fmla="*/ 1333253 h 3273540"/>
                <a:gd name="connsiteX4" fmla="*/ 850605 w 7357730"/>
                <a:gd name="connsiteY4" fmla="*/ 413537 h 3273540"/>
                <a:gd name="connsiteX5" fmla="*/ 967563 w 7357730"/>
                <a:gd name="connsiteY5" fmla="*/ 4183 h 3273540"/>
                <a:gd name="connsiteX6" fmla="*/ 1100470 w 7357730"/>
                <a:gd name="connsiteY6" fmla="*/ 296578 h 3273540"/>
                <a:gd name="connsiteX7" fmla="*/ 1254642 w 7357730"/>
                <a:gd name="connsiteY7" fmla="*/ 1630964 h 3273540"/>
                <a:gd name="connsiteX8" fmla="*/ 1440712 w 7357730"/>
                <a:gd name="connsiteY8" fmla="*/ 3204583 h 3273540"/>
                <a:gd name="connsiteX9" fmla="*/ 1679944 w 7357730"/>
                <a:gd name="connsiteY9" fmla="*/ 2859025 h 3273540"/>
                <a:gd name="connsiteX10" fmla="*/ 1924493 w 7357730"/>
                <a:gd name="connsiteY10" fmla="*/ 1652230 h 3273540"/>
                <a:gd name="connsiteX11" fmla="*/ 2222205 w 7357730"/>
                <a:gd name="connsiteY11" fmla="*/ 732513 h 3273540"/>
                <a:gd name="connsiteX12" fmla="*/ 2482702 w 7357730"/>
                <a:gd name="connsiteY12" fmla="*/ 1274774 h 3273540"/>
                <a:gd name="connsiteX13" fmla="*/ 2519916 w 7357730"/>
                <a:gd name="connsiteY13" fmla="*/ 1636281 h 3273540"/>
                <a:gd name="connsiteX14" fmla="*/ 2759149 w 7357730"/>
                <a:gd name="connsiteY14" fmla="*/ 2470936 h 3273540"/>
                <a:gd name="connsiteX15" fmla="*/ 2950535 w 7357730"/>
                <a:gd name="connsiteY15" fmla="*/ 2444355 h 3273540"/>
                <a:gd name="connsiteX16" fmla="*/ 3290777 w 7357730"/>
                <a:gd name="connsiteY16" fmla="*/ 1641597 h 3273540"/>
                <a:gd name="connsiteX17" fmla="*/ 3418367 w 7357730"/>
                <a:gd name="connsiteY17" fmla="*/ 1397048 h 3273540"/>
                <a:gd name="connsiteX18" fmla="*/ 3710763 w 7357730"/>
                <a:gd name="connsiteY18" fmla="*/ 1593750 h 3273540"/>
                <a:gd name="connsiteX19" fmla="*/ 3875567 w 7357730"/>
                <a:gd name="connsiteY19" fmla="*/ 1774504 h 3273540"/>
                <a:gd name="connsiteX20" fmla="*/ 4093535 w 7357730"/>
                <a:gd name="connsiteY20" fmla="*/ 1795769 h 3273540"/>
                <a:gd name="connsiteX21" fmla="*/ 4332767 w 7357730"/>
                <a:gd name="connsiteY21" fmla="*/ 1753239 h 3273540"/>
                <a:gd name="connsiteX22" fmla="*/ 4577316 w 7357730"/>
                <a:gd name="connsiteY22" fmla="*/ 1949941 h 3273540"/>
                <a:gd name="connsiteX23" fmla="*/ 4774019 w 7357730"/>
                <a:gd name="connsiteY23" fmla="*/ 1801085 h 3273540"/>
                <a:gd name="connsiteX24" fmla="*/ 4922874 w 7357730"/>
                <a:gd name="connsiteY24" fmla="*/ 1381099 h 3273540"/>
                <a:gd name="connsiteX25" fmla="*/ 5050465 w 7357730"/>
                <a:gd name="connsiteY25" fmla="*/ 1210978 h 3273540"/>
                <a:gd name="connsiteX26" fmla="*/ 5284381 w 7357730"/>
                <a:gd name="connsiteY26" fmla="*/ 1487425 h 3273540"/>
                <a:gd name="connsiteX27" fmla="*/ 5512981 w 7357730"/>
                <a:gd name="connsiteY27" fmla="*/ 1785136 h 3273540"/>
                <a:gd name="connsiteX28" fmla="*/ 5794744 w 7357730"/>
                <a:gd name="connsiteY28" fmla="*/ 2332713 h 3273540"/>
                <a:gd name="connsiteX29" fmla="*/ 5938284 w 7357730"/>
                <a:gd name="connsiteY29" fmla="*/ 2338030 h 3273540"/>
                <a:gd name="connsiteX30" fmla="*/ 6134986 w 7357730"/>
                <a:gd name="connsiteY30" fmla="*/ 1705392 h 3273540"/>
                <a:gd name="connsiteX31" fmla="*/ 6230679 w 7357730"/>
                <a:gd name="connsiteY31" fmla="*/ 1407681 h 3273540"/>
                <a:gd name="connsiteX32" fmla="*/ 6363586 w 7357730"/>
                <a:gd name="connsiteY32" fmla="*/ 1141867 h 3273540"/>
                <a:gd name="connsiteX33" fmla="*/ 6608135 w 7357730"/>
                <a:gd name="connsiteY33" fmla="*/ 1391732 h 3273540"/>
                <a:gd name="connsiteX34" fmla="*/ 6746358 w 7357730"/>
                <a:gd name="connsiteY34" fmla="*/ 1774504 h 3273540"/>
                <a:gd name="connsiteX35" fmla="*/ 6900530 w 7357730"/>
                <a:gd name="connsiteY35" fmla="*/ 2082848 h 3273540"/>
                <a:gd name="connsiteX36" fmla="*/ 7006856 w 7357730"/>
                <a:gd name="connsiteY36" fmla="*/ 2178541 h 3273540"/>
                <a:gd name="connsiteX37" fmla="*/ 7272670 w 7357730"/>
                <a:gd name="connsiteY37" fmla="*/ 1854248 h 3273540"/>
                <a:gd name="connsiteX38" fmla="*/ 7357730 w 7357730"/>
                <a:gd name="connsiteY38" fmla="*/ 1657546 h 3273540"/>
                <a:gd name="connsiteX39" fmla="*/ 7357730 w 7357730"/>
                <a:gd name="connsiteY39" fmla="*/ 1657546 h 3273540"/>
                <a:gd name="connsiteX0" fmla="*/ 0 w 7357730"/>
                <a:gd name="connsiteY0" fmla="*/ 1676404 h 3271133"/>
                <a:gd name="connsiteX1" fmla="*/ 154172 w 7357730"/>
                <a:gd name="connsiteY1" fmla="*/ 1851841 h 3271133"/>
                <a:gd name="connsiteX2" fmla="*/ 297711 w 7357730"/>
                <a:gd name="connsiteY2" fmla="*/ 1862474 h 3271133"/>
                <a:gd name="connsiteX3" fmla="*/ 584790 w 7357730"/>
                <a:gd name="connsiteY3" fmla="*/ 1330846 h 3271133"/>
                <a:gd name="connsiteX4" fmla="*/ 850605 w 7357730"/>
                <a:gd name="connsiteY4" fmla="*/ 411130 h 3271133"/>
                <a:gd name="connsiteX5" fmla="*/ 967563 w 7357730"/>
                <a:gd name="connsiteY5" fmla="*/ 1776 h 3271133"/>
                <a:gd name="connsiteX6" fmla="*/ 1127051 w 7357730"/>
                <a:gd name="connsiteY6" fmla="*/ 326069 h 3271133"/>
                <a:gd name="connsiteX7" fmla="*/ 1254642 w 7357730"/>
                <a:gd name="connsiteY7" fmla="*/ 1628557 h 3271133"/>
                <a:gd name="connsiteX8" fmla="*/ 1440712 w 7357730"/>
                <a:gd name="connsiteY8" fmla="*/ 3202176 h 3271133"/>
                <a:gd name="connsiteX9" fmla="*/ 1679944 w 7357730"/>
                <a:gd name="connsiteY9" fmla="*/ 2856618 h 3271133"/>
                <a:gd name="connsiteX10" fmla="*/ 1924493 w 7357730"/>
                <a:gd name="connsiteY10" fmla="*/ 1649823 h 3271133"/>
                <a:gd name="connsiteX11" fmla="*/ 2222205 w 7357730"/>
                <a:gd name="connsiteY11" fmla="*/ 730106 h 3271133"/>
                <a:gd name="connsiteX12" fmla="*/ 2482702 w 7357730"/>
                <a:gd name="connsiteY12" fmla="*/ 1272367 h 3271133"/>
                <a:gd name="connsiteX13" fmla="*/ 2519916 w 7357730"/>
                <a:gd name="connsiteY13" fmla="*/ 1633874 h 3271133"/>
                <a:gd name="connsiteX14" fmla="*/ 2759149 w 7357730"/>
                <a:gd name="connsiteY14" fmla="*/ 2468529 h 3271133"/>
                <a:gd name="connsiteX15" fmla="*/ 2950535 w 7357730"/>
                <a:gd name="connsiteY15" fmla="*/ 2441948 h 3271133"/>
                <a:gd name="connsiteX16" fmla="*/ 3290777 w 7357730"/>
                <a:gd name="connsiteY16" fmla="*/ 1639190 h 3271133"/>
                <a:gd name="connsiteX17" fmla="*/ 3418367 w 7357730"/>
                <a:gd name="connsiteY17" fmla="*/ 1394641 h 3271133"/>
                <a:gd name="connsiteX18" fmla="*/ 3710763 w 7357730"/>
                <a:gd name="connsiteY18" fmla="*/ 1591343 h 3271133"/>
                <a:gd name="connsiteX19" fmla="*/ 3875567 w 7357730"/>
                <a:gd name="connsiteY19" fmla="*/ 1772097 h 3271133"/>
                <a:gd name="connsiteX20" fmla="*/ 4093535 w 7357730"/>
                <a:gd name="connsiteY20" fmla="*/ 1793362 h 3271133"/>
                <a:gd name="connsiteX21" fmla="*/ 4332767 w 7357730"/>
                <a:gd name="connsiteY21" fmla="*/ 1750832 h 3271133"/>
                <a:gd name="connsiteX22" fmla="*/ 4577316 w 7357730"/>
                <a:gd name="connsiteY22" fmla="*/ 1947534 h 3271133"/>
                <a:gd name="connsiteX23" fmla="*/ 4774019 w 7357730"/>
                <a:gd name="connsiteY23" fmla="*/ 1798678 h 3271133"/>
                <a:gd name="connsiteX24" fmla="*/ 4922874 w 7357730"/>
                <a:gd name="connsiteY24" fmla="*/ 1378692 h 3271133"/>
                <a:gd name="connsiteX25" fmla="*/ 5050465 w 7357730"/>
                <a:gd name="connsiteY25" fmla="*/ 1208571 h 3271133"/>
                <a:gd name="connsiteX26" fmla="*/ 5284381 w 7357730"/>
                <a:gd name="connsiteY26" fmla="*/ 1485018 h 3271133"/>
                <a:gd name="connsiteX27" fmla="*/ 5512981 w 7357730"/>
                <a:gd name="connsiteY27" fmla="*/ 1782729 h 3271133"/>
                <a:gd name="connsiteX28" fmla="*/ 5794744 w 7357730"/>
                <a:gd name="connsiteY28" fmla="*/ 2330306 h 3271133"/>
                <a:gd name="connsiteX29" fmla="*/ 5938284 w 7357730"/>
                <a:gd name="connsiteY29" fmla="*/ 2335623 h 3271133"/>
                <a:gd name="connsiteX30" fmla="*/ 6134986 w 7357730"/>
                <a:gd name="connsiteY30" fmla="*/ 1702985 h 3271133"/>
                <a:gd name="connsiteX31" fmla="*/ 6230679 w 7357730"/>
                <a:gd name="connsiteY31" fmla="*/ 1405274 h 3271133"/>
                <a:gd name="connsiteX32" fmla="*/ 6363586 w 7357730"/>
                <a:gd name="connsiteY32" fmla="*/ 1139460 h 3271133"/>
                <a:gd name="connsiteX33" fmla="*/ 6608135 w 7357730"/>
                <a:gd name="connsiteY33" fmla="*/ 1389325 h 3271133"/>
                <a:gd name="connsiteX34" fmla="*/ 6746358 w 7357730"/>
                <a:gd name="connsiteY34" fmla="*/ 1772097 h 3271133"/>
                <a:gd name="connsiteX35" fmla="*/ 6900530 w 7357730"/>
                <a:gd name="connsiteY35" fmla="*/ 2080441 h 3271133"/>
                <a:gd name="connsiteX36" fmla="*/ 7006856 w 7357730"/>
                <a:gd name="connsiteY36" fmla="*/ 2176134 h 3271133"/>
                <a:gd name="connsiteX37" fmla="*/ 7272670 w 7357730"/>
                <a:gd name="connsiteY37" fmla="*/ 1851841 h 3271133"/>
                <a:gd name="connsiteX38" fmla="*/ 7357730 w 7357730"/>
                <a:gd name="connsiteY38" fmla="*/ 1655139 h 3271133"/>
                <a:gd name="connsiteX39" fmla="*/ 7357730 w 7357730"/>
                <a:gd name="connsiteY39" fmla="*/ 1655139 h 3271133"/>
                <a:gd name="connsiteX0" fmla="*/ 0 w 7357730"/>
                <a:gd name="connsiteY0" fmla="*/ 1678505 h 3249148"/>
                <a:gd name="connsiteX1" fmla="*/ 154172 w 7357730"/>
                <a:gd name="connsiteY1" fmla="*/ 1853942 h 3249148"/>
                <a:gd name="connsiteX2" fmla="*/ 297711 w 7357730"/>
                <a:gd name="connsiteY2" fmla="*/ 1864575 h 3249148"/>
                <a:gd name="connsiteX3" fmla="*/ 584790 w 7357730"/>
                <a:gd name="connsiteY3" fmla="*/ 1332947 h 3249148"/>
                <a:gd name="connsiteX4" fmla="*/ 850605 w 7357730"/>
                <a:gd name="connsiteY4" fmla="*/ 413231 h 3249148"/>
                <a:gd name="connsiteX5" fmla="*/ 967563 w 7357730"/>
                <a:gd name="connsiteY5" fmla="*/ 3877 h 3249148"/>
                <a:gd name="connsiteX6" fmla="*/ 1127051 w 7357730"/>
                <a:gd name="connsiteY6" fmla="*/ 328170 h 3249148"/>
                <a:gd name="connsiteX7" fmla="*/ 1345019 w 7357730"/>
                <a:gd name="connsiteY7" fmla="*/ 1986849 h 3249148"/>
                <a:gd name="connsiteX8" fmla="*/ 1440712 w 7357730"/>
                <a:gd name="connsiteY8" fmla="*/ 3204277 h 3249148"/>
                <a:gd name="connsiteX9" fmla="*/ 1679944 w 7357730"/>
                <a:gd name="connsiteY9" fmla="*/ 2858719 h 3249148"/>
                <a:gd name="connsiteX10" fmla="*/ 1924493 w 7357730"/>
                <a:gd name="connsiteY10" fmla="*/ 1651924 h 3249148"/>
                <a:gd name="connsiteX11" fmla="*/ 2222205 w 7357730"/>
                <a:gd name="connsiteY11" fmla="*/ 732207 h 3249148"/>
                <a:gd name="connsiteX12" fmla="*/ 2482702 w 7357730"/>
                <a:gd name="connsiteY12" fmla="*/ 1274468 h 3249148"/>
                <a:gd name="connsiteX13" fmla="*/ 2519916 w 7357730"/>
                <a:gd name="connsiteY13" fmla="*/ 1635975 h 3249148"/>
                <a:gd name="connsiteX14" fmla="*/ 2759149 w 7357730"/>
                <a:gd name="connsiteY14" fmla="*/ 2470630 h 3249148"/>
                <a:gd name="connsiteX15" fmla="*/ 2950535 w 7357730"/>
                <a:gd name="connsiteY15" fmla="*/ 2444049 h 3249148"/>
                <a:gd name="connsiteX16" fmla="*/ 3290777 w 7357730"/>
                <a:gd name="connsiteY16" fmla="*/ 1641291 h 3249148"/>
                <a:gd name="connsiteX17" fmla="*/ 3418367 w 7357730"/>
                <a:gd name="connsiteY17" fmla="*/ 1396742 h 3249148"/>
                <a:gd name="connsiteX18" fmla="*/ 3710763 w 7357730"/>
                <a:gd name="connsiteY18" fmla="*/ 1593444 h 3249148"/>
                <a:gd name="connsiteX19" fmla="*/ 3875567 w 7357730"/>
                <a:gd name="connsiteY19" fmla="*/ 1774198 h 3249148"/>
                <a:gd name="connsiteX20" fmla="*/ 4093535 w 7357730"/>
                <a:gd name="connsiteY20" fmla="*/ 1795463 h 3249148"/>
                <a:gd name="connsiteX21" fmla="*/ 4332767 w 7357730"/>
                <a:gd name="connsiteY21" fmla="*/ 1752933 h 3249148"/>
                <a:gd name="connsiteX22" fmla="*/ 4577316 w 7357730"/>
                <a:gd name="connsiteY22" fmla="*/ 1949635 h 3249148"/>
                <a:gd name="connsiteX23" fmla="*/ 4774019 w 7357730"/>
                <a:gd name="connsiteY23" fmla="*/ 1800779 h 3249148"/>
                <a:gd name="connsiteX24" fmla="*/ 4922874 w 7357730"/>
                <a:gd name="connsiteY24" fmla="*/ 1380793 h 3249148"/>
                <a:gd name="connsiteX25" fmla="*/ 5050465 w 7357730"/>
                <a:gd name="connsiteY25" fmla="*/ 1210672 h 3249148"/>
                <a:gd name="connsiteX26" fmla="*/ 5284381 w 7357730"/>
                <a:gd name="connsiteY26" fmla="*/ 1487119 h 3249148"/>
                <a:gd name="connsiteX27" fmla="*/ 5512981 w 7357730"/>
                <a:gd name="connsiteY27" fmla="*/ 1784830 h 3249148"/>
                <a:gd name="connsiteX28" fmla="*/ 5794744 w 7357730"/>
                <a:gd name="connsiteY28" fmla="*/ 2332407 h 3249148"/>
                <a:gd name="connsiteX29" fmla="*/ 5938284 w 7357730"/>
                <a:gd name="connsiteY29" fmla="*/ 2337724 h 3249148"/>
                <a:gd name="connsiteX30" fmla="*/ 6134986 w 7357730"/>
                <a:gd name="connsiteY30" fmla="*/ 1705086 h 3249148"/>
                <a:gd name="connsiteX31" fmla="*/ 6230679 w 7357730"/>
                <a:gd name="connsiteY31" fmla="*/ 1407375 h 3249148"/>
                <a:gd name="connsiteX32" fmla="*/ 6363586 w 7357730"/>
                <a:gd name="connsiteY32" fmla="*/ 1141561 h 3249148"/>
                <a:gd name="connsiteX33" fmla="*/ 6608135 w 7357730"/>
                <a:gd name="connsiteY33" fmla="*/ 1391426 h 3249148"/>
                <a:gd name="connsiteX34" fmla="*/ 6746358 w 7357730"/>
                <a:gd name="connsiteY34" fmla="*/ 1774198 h 3249148"/>
                <a:gd name="connsiteX35" fmla="*/ 6900530 w 7357730"/>
                <a:gd name="connsiteY35" fmla="*/ 2082542 h 3249148"/>
                <a:gd name="connsiteX36" fmla="*/ 7006856 w 7357730"/>
                <a:gd name="connsiteY36" fmla="*/ 2178235 h 3249148"/>
                <a:gd name="connsiteX37" fmla="*/ 7272670 w 7357730"/>
                <a:gd name="connsiteY37" fmla="*/ 1853942 h 3249148"/>
                <a:gd name="connsiteX38" fmla="*/ 7357730 w 7357730"/>
                <a:gd name="connsiteY38" fmla="*/ 1657240 h 3249148"/>
                <a:gd name="connsiteX39" fmla="*/ 7357730 w 7357730"/>
                <a:gd name="connsiteY39" fmla="*/ 1657240 h 3249148"/>
                <a:gd name="connsiteX0" fmla="*/ 0 w 7357730"/>
                <a:gd name="connsiteY0" fmla="*/ 1678505 h 3250134"/>
                <a:gd name="connsiteX1" fmla="*/ 154172 w 7357730"/>
                <a:gd name="connsiteY1" fmla="*/ 1853942 h 3250134"/>
                <a:gd name="connsiteX2" fmla="*/ 297711 w 7357730"/>
                <a:gd name="connsiteY2" fmla="*/ 1864575 h 3250134"/>
                <a:gd name="connsiteX3" fmla="*/ 584790 w 7357730"/>
                <a:gd name="connsiteY3" fmla="*/ 1332947 h 3250134"/>
                <a:gd name="connsiteX4" fmla="*/ 850605 w 7357730"/>
                <a:gd name="connsiteY4" fmla="*/ 413231 h 3250134"/>
                <a:gd name="connsiteX5" fmla="*/ 967563 w 7357730"/>
                <a:gd name="connsiteY5" fmla="*/ 3877 h 3250134"/>
                <a:gd name="connsiteX6" fmla="*/ 1127051 w 7357730"/>
                <a:gd name="connsiteY6" fmla="*/ 328170 h 3250134"/>
                <a:gd name="connsiteX7" fmla="*/ 1345019 w 7357730"/>
                <a:gd name="connsiteY7" fmla="*/ 1986849 h 3250134"/>
                <a:gd name="connsiteX8" fmla="*/ 1440712 w 7357730"/>
                <a:gd name="connsiteY8" fmla="*/ 3204277 h 3250134"/>
                <a:gd name="connsiteX9" fmla="*/ 1653363 w 7357730"/>
                <a:gd name="connsiteY9" fmla="*/ 2864035 h 3250134"/>
                <a:gd name="connsiteX10" fmla="*/ 1924493 w 7357730"/>
                <a:gd name="connsiteY10" fmla="*/ 1651924 h 3250134"/>
                <a:gd name="connsiteX11" fmla="*/ 2222205 w 7357730"/>
                <a:gd name="connsiteY11" fmla="*/ 732207 h 3250134"/>
                <a:gd name="connsiteX12" fmla="*/ 2482702 w 7357730"/>
                <a:gd name="connsiteY12" fmla="*/ 1274468 h 3250134"/>
                <a:gd name="connsiteX13" fmla="*/ 2519916 w 7357730"/>
                <a:gd name="connsiteY13" fmla="*/ 1635975 h 3250134"/>
                <a:gd name="connsiteX14" fmla="*/ 2759149 w 7357730"/>
                <a:gd name="connsiteY14" fmla="*/ 2470630 h 3250134"/>
                <a:gd name="connsiteX15" fmla="*/ 2950535 w 7357730"/>
                <a:gd name="connsiteY15" fmla="*/ 2444049 h 3250134"/>
                <a:gd name="connsiteX16" fmla="*/ 3290777 w 7357730"/>
                <a:gd name="connsiteY16" fmla="*/ 1641291 h 3250134"/>
                <a:gd name="connsiteX17" fmla="*/ 3418367 w 7357730"/>
                <a:gd name="connsiteY17" fmla="*/ 1396742 h 3250134"/>
                <a:gd name="connsiteX18" fmla="*/ 3710763 w 7357730"/>
                <a:gd name="connsiteY18" fmla="*/ 1593444 h 3250134"/>
                <a:gd name="connsiteX19" fmla="*/ 3875567 w 7357730"/>
                <a:gd name="connsiteY19" fmla="*/ 1774198 h 3250134"/>
                <a:gd name="connsiteX20" fmla="*/ 4093535 w 7357730"/>
                <a:gd name="connsiteY20" fmla="*/ 1795463 h 3250134"/>
                <a:gd name="connsiteX21" fmla="*/ 4332767 w 7357730"/>
                <a:gd name="connsiteY21" fmla="*/ 1752933 h 3250134"/>
                <a:gd name="connsiteX22" fmla="*/ 4577316 w 7357730"/>
                <a:gd name="connsiteY22" fmla="*/ 1949635 h 3250134"/>
                <a:gd name="connsiteX23" fmla="*/ 4774019 w 7357730"/>
                <a:gd name="connsiteY23" fmla="*/ 1800779 h 3250134"/>
                <a:gd name="connsiteX24" fmla="*/ 4922874 w 7357730"/>
                <a:gd name="connsiteY24" fmla="*/ 1380793 h 3250134"/>
                <a:gd name="connsiteX25" fmla="*/ 5050465 w 7357730"/>
                <a:gd name="connsiteY25" fmla="*/ 1210672 h 3250134"/>
                <a:gd name="connsiteX26" fmla="*/ 5284381 w 7357730"/>
                <a:gd name="connsiteY26" fmla="*/ 1487119 h 3250134"/>
                <a:gd name="connsiteX27" fmla="*/ 5512981 w 7357730"/>
                <a:gd name="connsiteY27" fmla="*/ 1784830 h 3250134"/>
                <a:gd name="connsiteX28" fmla="*/ 5794744 w 7357730"/>
                <a:gd name="connsiteY28" fmla="*/ 2332407 h 3250134"/>
                <a:gd name="connsiteX29" fmla="*/ 5938284 w 7357730"/>
                <a:gd name="connsiteY29" fmla="*/ 2337724 h 3250134"/>
                <a:gd name="connsiteX30" fmla="*/ 6134986 w 7357730"/>
                <a:gd name="connsiteY30" fmla="*/ 1705086 h 3250134"/>
                <a:gd name="connsiteX31" fmla="*/ 6230679 w 7357730"/>
                <a:gd name="connsiteY31" fmla="*/ 1407375 h 3250134"/>
                <a:gd name="connsiteX32" fmla="*/ 6363586 w 7357730"/>
                <a:gd name="connsiteY32" fmla="*/ 1141561 h 3250134"/>
                <a:gd name="connsiteX33" fmla="*/ 6608135 w 7357730"/>
                <a:gd name="connsiteY33" fmla="*/ 1391426 h 3250134"/>
                <a:gd name="connsiteX34" fmla="*/ 6746358 w 7357730"/>
                <a:gd name="connsiteY34" fmla="*/ 1774198 h 3250134"/>
                <a:gd name="connsiteX35" fmla="*/ 6900530 w 7357730"/>
                <a:gd name="connsiteY35" fmla="*/ 2082542 h 3250134"/>
                <a:gd name="connsiteX36" fmla="*/ 7006856 w 7357730"/>
                <a:gd name="connsiteY36" fmla="*/ 2178235 h 3250134"/>
                <a:gd name="connsiteX37" fmla="*/ 7272670 w 7357730"/>
                <a:gd name="connsiteY37" fmla="*/ 1853942 h 3250134"/>
                <a:gd name="connsiteX38" fmla="*/ 7357730 w 7357730"/>
                <a:gd name="connsiteY38" fmla="*/ 1657240 h 3250134"/>
                <a:gd name="connsiteX39" fmla="*/ 7357730 w 7357730"/>
                <a:gd name="connsiteY39" fmla="*/ 1657240 h 3250134"/>
                <a:gd name="connsiteX0" fmla="*/ 0 w 7357730"/>
                <a:gd name="connsiteY0" fmla="*/ 1678505 h 3251132"/>
                <a:gd name="connsiteX1" fmla="*/ 154172 w 7357730"/>
                <a:gd name="connsiteY1" fmla="*/ 1853942 h 3251132"/>
                <a:gd name="connsiteX2" fmla="*/ 297711 w 7357730"/>
                <a:gd name="connsiteY2" fmla="*/ 1864575 h 3251132"/>
                <a:gd name="connsiteX3" fmla="*/ 584790 w 7357730"/>
                <a:gd name="connsiteY3" fmla="*/ 1332947 h 3251132"/>
                <a:gd name="connsiteX4" fmla="*/ 850605 w 7357730"/>
                <a:gd name="connsiteY4" fmla="*/ 413231 h 3251132"/>
                <a:gd name="connsiteX5" fmla="*/ 967563 w 7357730"/>
                <a:gd name="connsiteY5" fmla="*/ 3877 h 3251132"/>
                <a:gd name="connsiteX6" fmla="*/ 1127051 w 7357730"/>
                <a:gd name="connsiteY6" fmla="*/ 328170 h 3251132"/>
                <a:gd name="connsiteX7" fmla="*/ 1345019 w 7357730"/>
                <a:gd name="connsiteY7" fmla="*/ 1986849 h 3251132"/>
                <a:gd name="connsiteX8" fmla="*/ 1440712 w 7357730"/>
                <a:gd name="connsiteY8" fmla="*/ 3204277 h 3251132"/>
                <a:gd name="connsiteX9" fmla="*/ 1653363 w 7357730"/>
                <a:gd name="connsiteY9" fmla="*/ 2864035 h 3251132"/>
                <a:gd name="connsiteX10" fmla="*/ 1956391 w 7357730"/>
                <a:gd name="connsiteY10" fmla="*/ 1598761 h 3251132"/>
                <a:gd name="connsiteX11" fmla="*/ 2222205 w 7357730"/>
                <a:gd name="connsiteY11" fmla="*/ 732207 h 3251132"/>
                <a:gd name="connsiteX12" fmla="*/ 2482702 w 7357730"/>
                <a:gd name="connsiteY12" fmla="*/ 1274468 h 3251132"/>
                <a:gd name="connsiteX13" fmla="*/ 2519916 w 7357730"/>
                <a:gd name="connsiteY13" fmla="*/ 1635975 h 3251132"/>
                <a:gd name="connsiteX14" fmla="*/ 2759149 w 7357730"/>
                <a:gd name="connsiteY14" fmla="*/ 2470630 h 3251132"/>
                <a:gd name="connsiteX15" fmla="*/ 2950535 w 7357730"/>
                <a:gd name="connsiteY15" fmla="*/ 2444049 h 3251132"/>
                <a:gd name="connsiteX16" fmla="*/ 3290777 w 7357730"/>
                <a:gd name="connsiteY16" fmla="*/ 1641291 h 3251132"/>
                <a:gd name="connsiteX17" fmla="*/ 3418367 w 7357730"/>
                <a:gd name="connsiteY17" fmla="*/ 1396742 h 3251132"/>
                <a:gd name="connsiteX18" fmla="*/ 3710763 w 7357730"/>
                <a:gd name="connsiteY18" fmla="*/ 1593444 h 3251132"/>
                <a:gd name="connsiteX19" fmla="*/ 3875567 w 7357730"/>
                <a:gd name="connsiteY19" fmla="*/ 1774198 h 3251132"/>
                <a:gd name="connsiteX20" fmla="*/ 4093535 w 7357730"/>
                <a:gd name="connsiteY20" fmla="*/ 1795463 h 3251132"/>
                <a:gd name="connsiteX21" fmla="*/ 4332767 w 7357730"/>
                <a:gd name="connsiteY21" fmla="*/ 1752933 h 3251132"/>
                <a:gd name="connsiteX22" fmla="*/ 4577316 w 7357730"/>
                <a:gd name="connsiteY22" fmla="*/ 1949635 h 3251132"/>
                <a:gd name="connsiteX23" fmla="*/ 4774019 w 7357730"/>
                <a:gd name="connsiteY23" fmla="*/ 1800779 h 3251132"/>
                <a:gd name="connsiteX24" fmla="*/ 4922874 w 7357730"/>
                <a:gd name="connsiteY24" fmla="*/ 1380793 h 3251132"/>
                <a:gd name="connsiteX25" fmla="*/ 5050465 w 7357730"/>
                <a:gd name="connsiteY25" fmla="*/ 1210672 h 3251132"/>
                <a:gd name="connsiteX26" fmla="*/ 5284381 w 7357730"/>
                <a:gd name="connsiteY26" fmla="*/ 1487119 h 3251132"/>
                <a:gd name="connsiteX27" fmla="*/ 5512981 w 7357730"/>
                <a:gd name="connsiteY27" fmla="*/ 1784830 h 3251132"/>
                <a:gd name="connsiteX28" fmla="*/ 5794744 w 7357730"/>
                <a:gd name="connsiteY28" fmla="*/ 2332407 h 3251132"/>
                <a:gd name="connsiteX29" fmla="*/ 5938284 w 7357730"/>
                <a:gd name="connsiteY29" fmla="*/ 2337724 h 3251132"/>
                <a:gd name="connsiteX30" fmla="*/ 6134986 w 7357730"/>
                <a:gd name="connsiteY30" fmla="*/ 1705086 h 3251132"/>
                <a:gd name="connsiteX31" fmla="*/ 6230679 w 7357730"/>
                <a:gd name="connsiteY31" fmla="*/ 1407375 h 3251132"/>
                <a:gd name="connsiteX32" fmla="*/ 6363586 w 7357730"/>
                <a:gd name="connsiteY32" fmla="*/ 1141561 h 3251132"/>
                <a:gd name="connsiteX33" fmla="*/ 6608135 w 7357730"/>
                <a:gd name="connsiteY33" fmla="*/ 1391426 h 3251132"/>
                <a:gd name="connsiteX34" fmla="*/ 6746358 w 7357730"/>
                <a:gd name="connsiteY34" fmla="*/ 1774198 h 3251132"/>
                <a:gd name="connsiteX35" fmla="*/ 6900530 w 7357730"/>
                <a:gd name="connsiteY35" fmla="*/ 2082542 h 3251132"/>
                <a:gd name="connsiteX36" fmla="*/ 7006856 w 7357730"/>
                <a:gd name="connsiteY36" fmla="*/ 2178235 h 3251132"/>
                <a:gd name="connsiteX37" fmla="*/ 7272670 w 7357730"/>
                <a:gd name="connsiteY37" fmla="*/ 1853942 h 3251132"/>
                <a:gd name="connsiteX38" fmla="*/ 7357730 w 7357730"/>
                <a:gd name="connsiteY38" fmla="*/ 1657240 h 3251132"/>
                <a:gd name="connsiteX39" fmla="*/ 7357730 w 7357730"/>
                <a:gd name="connsiteY39" fmla="*/ 1657240 h 3251132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22205 w 7357730"/>
                <a:gd name="connsiteY11" fmla="*/ 732207 h 3150461"/>
                <a:gd name="connsiteX12" fmla="*/ 2482702 w 7357730"/>
                <a:gd name="connsiteY12" fmla="*/ 1274468 h 3150461"/>
                <a:gd name="connsiteX13" fmla="*/ 2519916 w 7357730"/>
                <a:gd name="connsiteY13" fmla="*/ 1635975 h 3150461"/>
                <a:gd name="connsiteX14" fmla="*/ 2759149 w 7357730"/>
                <a:gd name="connsiteY14" fmla="*/ 2470630 h 3150461"/>
                <a:gd name="connsiteX15" fmla="*/ 2950535 w 7357730"/>
                <a:gd name="connsiteY15" fmla="*/ 2444049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82702 w 7357730"/>
                <a:gd name="connsiteY12" fmla="*/ 1274468 h 3150461"/>
                <a:gd name="connsiteX13" fmla="*/ 2519916 w 7357730"/>
                <a:gd name="connsiteY13" fmla="*/ 1635975 h 3150461"/>
                <a:gd name="connsiteX14" fmla="*/ 2759149 w 7357730"/>
                <a:gd name="connsiteY14" fmla="*/ 2470630 h 3150461"/>
                <a:gd name="connsiteX15" fmla="*/ 2950535 w 7357730"/>
                <a:gd name="connsiteY15" fmla="*/ 2444049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519916 w 7357730"/>
                <a:gd name="connsiteY13" fmla="*/ 1635975 h 3150461"/>
                <a:gd name="connsiteX14" fmla="*/ 2759149 w 7357730"/>
                <a:gd name="connsiteY14" fmla="*/ 2470630 h 3150461"/>
                <a:gd name="connsiteX15" fmla="*/ 2950535 w 7357730"/>
                <a:gd name="connsiteY15" fmla="*/ 2444049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759149 w 7357730"/>
                <a:gd name="connsiteY14" fmla="*/ 2470630 h 3150461"/>
                <a:gd name="connsiteX15" fmla="*/ 2950535 w 7357730"/>
                <a:gd name="connsiteY15" fmla="*/ 2444049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759149 w 7357730"/>
                <a:gd name="connsiteY14" fmla="*/ 2470630 h 3150461"/>
                <a:gd name="connsiteX15" fmla="*/ 3056861 w 7357730"/>
                <a:gd name="connsiteY15" fmla="*/ 2236714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44210 w 7357730"/>
                <a:gd name="connsiteY14" fmla="*/ 2523793 h 3150461"/>
                <a:gd name="connsiteX15" fmla="*/ 3056861 w 7357730"/>
                <a:gd name="connsiteY15" fmla="*/ 2236714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70791 w 7357730"/>
                <a:gd name="connsiteY14" fmla="*/ 2539742 h 3150461"/>
                <a:gd name="connsiteX15" fmla="*/ 3056861 w 7357730"/>
                <a:gd name="connsiteY15" fmla="*/ 2236714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86739 w 7357730"/>
                <a:gd name="connsiteY14" fmla="*/ 2539742 h 3150461"/>
                <a:gd name="connsiteX15" fmla="*/ 3056861 w 7357730"/>
                <a:gd name="connsiteY15" fmla="*/ 2236714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290777 w 7357730"/>
                <a:gd name="connsiteY16" fmla="*/ 1641291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18367 w 7357730"/>
                <a:gd name="connsiteY17" fmla="*/ 1396742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79 w 7357730"/>
                <a:gd name="connsiteY17" fmla="*/ 1338263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519377 w 7357730"/>
                <a:gd name="connsiteY17" fmla="*/ 1338263 h 3150461"/>
                <a:gd name="connsiteX18" fmla="*/ 3710763 w 7357730"/>
                <a:gd name="connsiteY18" fmla="*/ 1593444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519377 w 7357730"/>
                <a:gd name="connsiteY17" fmla="*/ 1338263 h 3150461"/>
                <a:gd name="connsiteX18" fmla="*/ 3668233 w 7357730"/>
                <a:gd name="connsiteY18" fmla="*/ 1545598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875567 w 7357730"/>
                <a:gd name="connsiteY19" fmla="*/ 1774198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332767 w 7357730"/>
                <a:gd name="connsiteY21" fmla="*/ 1752933 h 3150461"/>
                <a:gd name="connsiteX22" fmla="*/ 4577316 w 7357730"/>
                <a:gd name="connsiteY22" fmla="*/ 1949635 h 3150461"/>
                <a:gd name="connsiteX23" fmla="*/ 4774019 w 7357730"/>
                <a:gd name="connsiteY23" fmla="*/ 1800779 h 3150461"/>
                <a:gd name="connsiteX24" fmla="*/ 4922874 w 7357730"/>
                <a:gd name="connsiteY24" fmla="*/ 1380793 h 3150461"/>
                <a:gd name="connsiteX25" fmla="*/ 5050465 w 7357730"/>
                <a:gd name="connsiteY25" fmla="*/ 1210672 h 3150461"/>
                <a:gd name="connsiteX26" fmla="*/ 5284381 w 7357730"/>
                <a:gd name="connsiteY26" fmla="*/ 1487119 h 3150461"/>
                <a:gd name="connsiteX27" fmla="*/ 5512981 w 7357730"/>
                <a:gd name="connsiteY27" fmla="*/ 1784830 h 3150461"/>
                <a:gd name="connsiteX28" fmla="*/ 5794744 w 7357730"/>
                <a:gd name="connsiteY28" fmla="*/ 2332407 h 3150461"/>
                <a:gd name="connsiteX29" fmla="*/ 5938284 w 7357730"/>
                <a:gd name="connsiteY29" fmla="*/ 2337724 h 3150461"/>
                <a:gd name="connsiteX30" fmla="*/ 6134986 w 7357730"/>
                <a:gd name="connsiteY30" fmla="*/ 1705086 h 3150461"/>
                <a:gd name="connsiteX31" fmla="*/ 6230679 w 7357730"/>
                <a:gd name="connsiteY31" fmla="*/ 1407375 h 3150461"/>
                <a:gd name="connsiteX32" fmla="*/ 6363586 w 7357730"/>
                <a:gd name="connsiteY32" fmla="*/ 1141561 h 3150461"/>
                <a:gd name="connsiteX33" fmla="*/ 6608135 w 7357730"/>
                <a:gd name="connsiteY33" fmla="*/ 1391426 h 3150461"/>
                <a:gd name="connsiteX34" fmla="*/ 6746358 w 7357730"/>
                <a:gd name="connsiteY34" fmla="*/ 1774198 h 3150461"/>
                <a:gd name="connsiteX35" fmla="*/ 6900530 w 7357730"/>
                <a:gd name="connsiteY35" fmla="*/ 2082542 h 3150461"/>
                <a:gd name="connsiteX36" fmla="*/ 7006856 w 7357730"/>
                <a:gd name="connsiteY36" fmla="*/ 2178235 h 3150461"/>
                <a:gd name="connsiteX37" fmla="*/ 7272670 w 7357730"/>
                <a:gd name="connsiteY37" fmla="*/ 1853942 h 3150461"/>
                <a:gd name="connsiteX38" fmla="*/ 7357730 w 7357730"/>
                <a:gd name="connsiteY38" fmla="*/ 1657240 h 3150461"/>
                <a:gd name="connsiteX39" fmla="*/ 7357730 w 7357730"/>
                <a:gd name="connsiteY39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577316 w 7357730"/>
                <a:gd name="connsiteY23" fmla="*/ 1949635 h 3150461"/>
                <a:gd name="connsiteX24" fmla="*/ 4774019 w 7357730"/>
                <a:gd name="connsiteY24" fmla="*/ 1800779 h 3150461"/>
                <a:gd name="connsiteX25" fmla="*/ 4922874 w 7357730"/>
                <a:gd name="connsiteY25" fmla="*/ 1380793 h 3150461"/>
                <a:gd name="connsiteX26" fmla="*/ 5050465 w 7357730"/>
                <a:gd name="connsiteY26" fmla="*/ 1210672 h 3150461"/>
                <a:gd name="connsiteX27" fmla="*/ 5284381 w 7357730"/>
                <a:gd name="connsiteY27" fmla="*/ 1487119 h 3150461"/>
                <a:gd name="connsiteX28" fmla="*/ 5512981 w 7357730"/>
                <a:gd name="connsiteY28" fmla="*/ 1784830 h 3150461"/>
                <a:gd name="connsiteX29" fmla="*/ 5794744 w 7357730"/>
                <a:gd name="connsiteY29" fmla="*/ 2332407 h 3150461"/>
                <a:gd name="connsiteX30" fmla="*/ 5938284 w 7357730"/>
                <a:gd name="connsiteY30" fmla="*/ 2337724 h 3150461"/>
                <a:gd name="connsiteX31" fmla="*/ 6134986 w 7357730"/>
                <a:gd name="connsiteY31" fmla="*/ 1705086 h 3150461"/>
                <a:gd name="connsiteX32" fmla="*/ 6230679 w 7357730"/>
                <a:gd name="connsiteY32" fmla="*/ 1407375 h 3150461"/>
                <a:gd name="connsiteX33" fmla="*/ 6363586 w 7357730"/>
                <a:gd name="connsiteY33" fmla="*/ 1141561 h 3150461"/>
                <a:gd name="connsiteX34" fmla="*/ 6608135 w 7357730"/>
                <a:gd name="connsiteY34" fmla="*/ 1391426 h 3150461"/>
                <a:gd name="connsiteX35" fmla="*/ 6746358 w 7357730"/>
                <a:gd name="connsiteY35" fmla="*/ 1774198 h 3150461"/>
                <a:gd name="connsiteX36" fmla="*/ 6900530 w 7357730"/>
                <a:gd name="connsiteY36" fmla="*/ 2082542 h 3150461"/>
                <a:gd name="connsiteX37" fmla="*/ 7006856 w 7357730"/>
                <a:gd name="connsiteY37" fmla="*/ 2178235 h 3150461"/>
                <a:gd name="connsiteX38" fmla="*/ 7272670 w 7357730"/>
                <a:gd name="connsiteY38" fmla="*/ 1853942 h 3150461"/>
                <a:gd name="connsiteX39" fmla="*/ 7357730 w 7357730"/>
                <a:gd name="connsiteY39" fmla="*/ 1657240 h 3150461"/>
                <a:gd name="connsiteX40" fmla="*/ 7357730 w 7357730"/>
                <a:gd name="connsiteY40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44409 w 7357730"/>
                <a:gd name="connsiteY23" fmla="*/ 1848627 h 3150461"/>
                <a:gd name="connsiteX24" fmla="*/ 4577316 w 7357730"/>
                <a:gd name="connsiteY24" fmla="*/ 1949635 h 3150461"/>
                <a:gd name="connsiteX25" fmla="*/ 4774019 w 7357730"/>
                <a:gd name="connsiteY25" fmla="*/ 1800779 h 3150461"/>
                <a:gd name="connsiteX26" fmla="*/ 4922874 w 7357730"/>
                <a:gd name="connsiteY26" fmla="*/ 1380793 h 3150461"/>
                <a:gd name="connsiteX27" fmla="*/ 5050465 w 7357730"/>
                <a:gd name="connsiteY27" fmla="*/ 1210672 h 3150461"/>
                <a:gd name="connsiteX28" fmla="*/ 5284381 w 7357730"/>
                <a:gd name="connsiteY28" fmla="*/ 1487119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74019 w 7357730"/>
                <a:gd name="connsiteY25" fmla="*/ 1800779 h 3150461"/>
                <a:gd name="connsiteX26" fmla="*/ 4922874 w 7357730"/>
                <a:gd name="connsiteY26" fmla="*/ 1380793 h 3150461"/>
                <a:gd name="connsiteX27" fmla="*/ 5050465 w 7357730"/>
                <a:gd name="connsiteY27" fmla="*/ 1210672 h 3150461"/>
                <a:gd name="connsiteX28" fmla="*/ 5284381 w 7357730"/>
                <a:gd name="connsiteY28" fmla="*/ 1487119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22874 w 7357730"/>
                <a:gd name="connsiteY26" fmla="*/ 1380793 h 3150461"/>
                <a:gd name="connsiteX27" fmla="*/ 5050465 w 7357730"/>
                <a:gd name="connsiteY27" fmla="*/ 1210672 h 3150461"/>
                <a:gd name="connsiteX28" fmla="*/ 5284381 w 7357730"/>
                <a:gd name="connsiteY28" fmla="*/ 1487119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50465 w 7357730"/>
                <a:gd name="connsiteY27" fmla="*/ 1210672 h 3150461"/>
                <a:gd name="connsiteX28" fmla="*/ 5284381 w 7357730"/>
                <a:gd name="connsiteY28" fmla="*/ 1487119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50465 w 7357730"/>
                <a:gd name="connsiteY27" fmla="*/ 1210672 h 3150461"/>
                <a:gd name="connsiteX28" fmla="*/ 5247167 w 7357730"/>
                <a:gd name="connsiteY28" fmla="*/ 1364844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77047 w 7357730"/>
                <a:gd name="connsiteY27" fmla="*/ 1194723 h 3150461"/>
                <a:gd name="connsiteX28" fmla="*/ 5247167 w 7357730"/>
                <a:gd name="connsiteY28" fmla="*/ 1364844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512981 w 7357730"/>
                <a:gd name="connsiteY29" fmla="*/ 1784830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94744 w 7357730"/>
                <a:gd name="connsiteY30" fmla="*/ 2332407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38284 w 7357730"/>
                <a:gd name="connsiteY31" fmla="*/ 2337724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91447 w 7357730"/>
                <a:gd name="connsiteY31" fmla="*/ 2188868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91447 w 7357730"/>
                <a:gd name="connsiteY31" fmla="*/ 2188868 h 3150461"/>
                <a:gd name="connsiteX32" fmla="*/ 6134986 w 7357730"/>
                <a:gd name="connsiteY32" fmla="*/ 1705086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91447 w 7357730"/>
                <a:gd name="connsiteY31" fmla="*/ 2188868 h 3150461"/>
                <a:gd name="connsiteX32" fmla="*/ 6230679 w 7357730"/>
                <a:gd name="connsiteY32" fmla="*/ 1407375 h 3150461"/>
                <a:gd name="connsiteX33" fmla="*/ 6363586 w 7357730"/>
                <a:gd name="connsiteY33" fmla="*/ 1141561 h 3150461"/>
                <a:gd name="connsiteX34" fmla="*/ 6608135 w 7357730"/>
                <a:gd name="connsiteY34" fmla="*/ 1391426 h 3150461"/>
                <a:gd name="connsiteX35" fmla="*/ 6746358 w 7357730"/>
                <a:gd name="connsiteY35" fmla="*/ 1774198 h 3150461"/>
                <a:gd name="connsiteX36" fmla="*/ 6900530 w 7357730"/>
                <a:gd name="connsiteY36" fmla="*/ 2082542 h 3150461"/>
                <a:gd name="connsiteX37" fmla="*/ 7006856 w 7357730"/>
                <a:gd name="connsiteY37" fmla="*/ 2178235 h 3150461"/>
                <a:gd name="connsiteX38" fmla="*/ 7272670 w 7357730"/>
                <a:gd name="connsiteY38" fmla="*/ 1853942 h 3150461"/>
                <a:gd name="connsiteX39" fmla="*/ 7357730 w 7357730"/>
                <a:gd name="connsiteY39" fmla="*/ 1657240 h 3150461"/>
                <a:gd name="connsiteX40" fmla="*/ 7357730 w 7357730"/>
                <a:gd name="connsiteY40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6023345 w 7357730"/>
                <a:gd name="connsiteY31" fmla="*/ 2156970 h 3150461"/>
                <a:gd name="connsiteX32" fmla="*/ 6230679 w 7357730"/>
                <a:gd name="connsiteY32" fmla="*/ 1407375 h 3150461"/>
                <a:gd name="connsiteX33" fmla="*/ 6363586 w 7357730"/>
                <a:gd name="connsiteY33" fmla="*/ 1141561 h 3150461"/>
                <a:gd name="connsiteX34" fmla="*/ 6608135 w 7357730"/>
                <a:gd name="connsiteY34" fmla="*/ 1391426 h 3150461"/>
                <a:gd name="connsiteX35" fmla="*/ 6746358 w 7357730"/>
                <a:gd name="connsiteY35" fmla="*/ 1774198 h 3150461"/>
                <a:gd name="connsiteX36" fmla="*/ 6900530 w 7357730"/>
                <a:gd name="connsiteY36" fmla="*/ 2082542 h 3150461"/>
                <a:gd name="connsiteX37" fmla="*/ 7006856 w 7357730"/>
                <a:gd name="connsiteY37" fmla="*/ 2178235 h 3150461"/>
                <a:gd name="connsiteX38" fmla="*/ 7272670 w 7357730"/>
                <a:gd name="connsiteY38" fmla="*/ 1853942 h 3150461"/>
                <a:gd name="connsiteX39" fmla="*/ 7357730 w 7357730"/>
                <a:gd name="connsiteY39" fmla="*/ 1657240 h 3150461"/>
                <a:gd name="connsiteX40" fmla="*/ 7357730 w 7357730"/>
                <a:gd name="connsiteY40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17019 w 7357730"/>
                <a:gd name="connsiteY31" fmla="*/ 2305827 h 3150461"/>
                <a:gd name="connsiteX32" fmla="*/ 6023345 w 7357730"/>
                <a:gd name="connsiteY32" fmla="*/ 2156970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17019 w 7357730"/>
                <a:gd name="connsiteY31" fmla="*/ 2305827 h 3150461"/>
                <a:gd name="connsiteX32" fmla="*/ 6023345 w 7357730"/>
                <a:gd name="connsiteY32" fmla="*/ 2146338 h 3150461"/>
                <a:gd name="connsiteX33" fmla="*/ 6230679 w 7357730"/>
                <a:gd name="connsiteY33" fmla="*/ 1407375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17019 w 7357730"/>
                <a:gd name="connsiteY31" fmla="*/ 2305827 h 3150461"/>
                <a:gd name="connsiteX32" fmla="*/ 6023345 w 7357730"/>
                <a:gd name="connsiteY32" fmla="*/ 2146338 h 3150461"/>
                <a:gd name="connsiteX33" fmla="*/ 6283842 w 7357730"/>
                <a:gd name="connsiteY33" fmla="*/ 1359529 h 3150461"/>
                <a:gd name="connsiteX34" fmla="*/ 6363586 w 7357730"/>
                <a:gd name="connsiteY34" fmla="*/ 1141561 h 3150461"/>
                <a:gd name="connsiteX35" fmla="*/ 6608135 w 7357730"/>
                <a:gd name="connsiteY35" fmla="*/ 1391426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17019 w 7357730"/>
                <a:gd name="connsiteY31" fmla="*/ 2305827 h 3150461"/>
                <a:gd name="connsiteX32" fmla="*/ 6023345 w 7357730"/>
                <a:gd name="connsiteY32" fmla="*/ 2146338 h 3150461"/>
                <a:gd name="connsiteX33" fmla="*/ 6283842 w 7357730"/>
                <a:gd name="connsiteY33" fmla="*/ 1359529 h 3150461"/>
                <a:gd name="connsiteX34" fmla="*/ 6363586 w 7357730"/>
                <a:gd name="connsiteY34" fmla="*/ 1141561 h 3150461"/>
                <a:gd name="connsiteX35" fmla="*/ 6517758 w 7357730"/>
                <a:gd name="connsiteY35" fmla="*/ 1237254 h 3150461"/>
                <a:gd name="connsiteX36" fmla="*/ 6746358 w 7357730"/>
                <a:gd name="connsiteY36" fmla="*/ 1774198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57730"/>
                <a:gd name="connsiteY0" fmla="*/ 1678505 h 3150461"/>
                <a:gd name="connsiteX1" fmla="*/ 154172 w 7357730"/>
                <a:gd name="connsiteY1" fmla="*/ 1853942 h 3150461"/>
                <a:gd name="connsiteX2" fmla="*/ 297711 w 7357730"/>
                <a:gd name="connsiteY2" fmla="*/ 1864575 h 3150461"/>
                <a:gd name="connsiteX3" fmla="*/ 584790 w 7357730"/>
                <a:gd name="connsiteY3" fmla="*/ 1332947 h 3150461"/>
                <a:gd name="connsiteX4" fmla="*/ 850605 w 7357730"/>
                <a:gd name="connsiteY4" fmla="*/ 413231 h 3150461"/>
                <a:gd name="connsiteX5" fmla="*/ 967563 w 7357730"/>
                <a:gd name="connsiteY5" fmla="*/ 3877 h 3150461"/>
                <a:gd name="connsiteX6" fmla="*/ 1127051 w 7357730"/>
                <a:gd name="connsiteY6" fmla="*/ 328170 h 3150461"/>
                <a:gd name="connsiteX7" fmla="*/ 1345019 w 7357730"/>
                <a:gd name="connsiteY7" fmla="*/ 1986849 h 3150461"/>
                <a:gd name="connsiteX8" fmla="*/ 1461977 w 7357730"/>
                <a:gd name="connsiteY8" fmla="*/ 3087318 h 3150461"/>
                <a:gd name="connsiteX9" fmla="*/ 1653363 w 7357730"/>
                <a:gd name="connsiteY9" fmla="*/ 2864035 h 3150461"/>
                <a:gd name="connsiteX10" fmla="*/ 1956391 w 7357730"/>
                <a:gd name="connsiteY10" fmla="*/ 1598761 h 3150461"/>
                <a:gd name="connsiteX11" fmla="*/ 2286000 w 7357730"/>
                <a:gd name="connsiteY11" fmla="*/ 716258 h 3150461"/>
                <a:gd name="connsiteX12" fmla="*/ 2477386 w 7357730"/>
                <a:gd name="connsiteY12" fmla="*/ 1311682 h 3150461"/>
                <a:gd name="connsiteX13" fmla="*/ 2732567 w 7357730"/>
                <a:gd name="connsiteY13" fmla="*/ 2231399 h 3150461"/>
                <a:gd name="connsiteX14" fmla="*/ 2892056 w 7357730"/>
                <a:gd name="connsiteY14" fmla="*/ 2518477 h 3150461"/>
                <a:gd name="connsiteX15" fmla="*/ 3056861 w 7357730"/>
                <a:gd name="connsiteY15" fmla="*/ 2236714 h 3150461"/>
                <a:gd name="connsiteX16" fmla="*/ 3349256 w 7357730"/>
                <a:gd name="connsiteY16" fmla="*/ 1534966 h 3150461"/>
                <a:gd name="connsiteX17" fmla="*/ 3487480 w 7357730"/>
                <a:gd name="connsiteY17" fmla="*/ 1338263 h 3150461"/>
                <a:gd name="connsiteX18" fmla="*/ 3668233 w 7357730"/>
                <a:gd name="connsiteY18" fmla="*/ 1545598 h 3150461"/>
                <a:gd name="connsiteX19" fmla="*/ 3934046 w 7357730"/>
                <a:gd name="connsiteY19" fmla="*/ 1752933 h 3150461"/>
                <a:gd name="connsiteX20" fmla="*/ 4093535 w 7357730"/>
                <a:gd name="connsiteY20" fmla="*/ 1795463 h 3150461"/>
                <a:gd name="connsiteX21" fmla="*/ 4210493 w 7357730"/>
                <a:gd name="connsiteY21" fmla="*/ 1768883 h 3150461"/>
                <a:gd name="connsiteX22" fmla="*/ 4332767 w 7357730"/>
                <a:gd name="connsiteY22" fmla="*/ 1752933 h 3150461"/>
                <a:gd name="connsiteX23" fmla="*/ 4460357 w 7357730"/>
                <a:gd name="connsiteY23" fmla="*/ 1790148 h 3150461"/>
                <a:gd name="connsiteX24" fmla="*/ 4577316 w 7357730"/>
                <a:gd name="connsiteY24" fmla="*/ 1949635 h 3150461"/>
                <a:gd name="connsiteX25" fmla="*/ 4731489 w 7357730"/>
                <a:gd name="connsiteY25" fmla="*/ 1837993 h 3150461"/>
                <a:gd name="connsiteX26" fmla="*/ 4976037 w 7357730"/>
                <a:gd name="connsiteY26" fmla="*/ 1311681 h 3150461"/>
                <a:gd name="connsiteX27" fmla="*/ 5098312 w 7357730"/>
                <a:gd name="connsiteY27" fmla="*/ 1194723 h 3150461"/>
                <a:gd name="connsiteX28" fmla="*/ 5247167 w 7357730"/>
                <a:gd name="connsiteY28" fmla="*/ 1364844 h 3150461"/>
                <a:gd name="connsiteX29" fmla="*/ 5491716 w 7357730"/>
                <a:gd name="connsiteY29" fmla="*/ 1689137 h 3150461"/>
                <a:gd name="connsiteX30" fmla="*/ 5752214 w 7357730"/>
                <a:gd name="connsiteY30" fmla="*/ 2135704 h 3150461"/>
                <a:gd name="connsiteX31" fmla="*/ 5917019 w 7357730"/>
                <a:gd name="connsiteY31" fmla="*/ 2305827 h 3150461"/>
                <a:gd name="connsiteX32" fmla="*/ 6023345 w 7357730"/>
                <a:gd name="connsiteY32" fmla="*/ 2146338 h 3150461"/>
                <a:gd name="connsiteX33" fmla="*/ 6283842 w 7357730"/>
                <a:gd name="connsiteY33" fmla="*/ 1359529 h 3150461"/>
                <a:gd name="connsiteX34" fmla="*/ 6363586 w 7357730"/>
                <a:gd name="connsiteY34" fmla="*/ 1141561 h 3150461"/>
                <a:gd name="connsiteX35" fmla="*/ 6517758 w 7357730"/>
                <a:gd name="connsiteY35" fmla="*/ 1237254 h 3150461"/>
                <a:gd name="connsiteX36" fmla="*/ 6799521 w 7357730"/>
                <a:gd name="connsiteY36" fmla="*/ 1784830 h 3150461"/>
                <a:gd name="connsiteX37" fmla="*/ 6900530 w 7357730"/>
                <a:gd name="connsiteY37" fmla="*/ 2082542 h 3150461"/>
                <a:gd name="connsiteX38" fmla="*/ 7006856 w 7357730"/>
                <a:gd name="connsiteY38" fmla="*/ 2178235 h 3150461"/>
                <a:gd name="connsiteX39" fmla="*/ 7272670 w 7357730"/>
                <a:gd name="connsiteY39" fmla="*/ 1853942 h 3150461"/>
                <a:gd name="connsiteX40" fmla="*/ 7357730 w 7357730"/>
                <a:gd name="connsiteY40" fmla="*/ 1657240 h 3150461"/>
                <a:gd name="connsiteX41" fmla="*/ 7357730 w 7357730"/>
                <a:gd name="connsiteY41" fmla="*/ 1657240 h 3150461"/>
                <a:gd name="connsiteX0" fmla="*/ 0 w 7387183"/>
                <a:gd name="connsiteY0" fmla="*/ 1678505 h 3150461"/>
                <a:gd name="connsiteX1" fmla="*/ 154172 w 7387183"/>
                <a:gd name="connsiteY1" fmla="*/ 1853942 h 3150461"/>
                <a:gd name="connsiteX2" fmla="*/ 297711 w 7387183"/>
                <a:gd name="connsiteY2" fmla="*/ 1864575 h 3150461"/>
                <a:gd name="connsiteX3" fmla="*/ 584790 w 7387183"/>
                <a:gd name="connsiteY3" fmla="*/ 1332947 h 3150461"/>
                <a:gd name="connsiteX4" fmla="*/ 850605 w 7387183"/>
                <a:gd name="connsiteY4" fmla="*/ 413231 h 3150461"/>
                <a:gd name="connsiteX5" fmla="*/ 967563 w 7387183"/>
                <a:gd name="connsiteY5" fmla="*/ 3877 h 3150461"/>
                <a:gd name="connsiteX6" fmla="*/ 1127051 w 7387183"/>
                <a:gd name="connsiteY6" fmla="*/ 328170 h 3150461"/>
                <a:gd name="connsiteX7" fmla="*/ 1345019 w 7387183"/>
                <a:gd name="connsiteY7" fmla="*/ 1986849 h 3150461"/>
                <a:gd name="connsiteX8" fmla="*/ 1461977 w 7387183"/>
                <a:gd name="connsiteY8" fmla="*/ 3087318 h 3150461"/>
                <a:gd name="connsiteX9" fmla="*/ 1653363 w 7387183"/>
                <a:gd name="connsiteY9" fmla="*/ 2864035 h 3150461"/>
                <a:gd name="connsiteX10" fmla="*/ 1956391 w 7387183"/>
                <a:gd name="connsiteY10" fmla="*/ 1598761 h 3150461"/>
                <a:gd name="connsiteX11" fmla="*/ 2286000 w 7387183"/>
                <a:gd name="connsiteY11" fmla="*/ 716258 h 3150461"/>
                <a:gd name="connsiteX12" fmla="*/ 2477386 w 7387183"/>
                <a:gd name="connsiteY12" fmla="*/ 1311682 h 3150461"/>
                <a:gd name="connsiteX13" fmla="*/ 2732567 w 7387183"/>
                <a:gd name="connsiteY13" fmla="*/ 2231399 h 3150461"/>
                <a:gd name="connsiteX14" fmla="*/ 2892056 w 7387183"/>
                <a:gd name="connsiteY14" fmla="*/ 2518477 h 3150461"/>
                <a:gd name="connsiteX15" fmla="*/ 3056861 w 7387183"/>
                <a:gd name="connsiteY15" fmla="*/ 2236714 h 3150461"/>
                <a:gd name="connsiteX16" fmla="*/ 3349256 w 7387183"/>
                <a:gd name="connsiteY16" fmla="*/ 1534966 h 3150461"/>
                <a:gd name="connsiteX17" fmla="*/ 3487480 w 7387183"/>
                <a:gd name="connsiteY17" fmla="*/ 1338263 h 3150461"/>
                <a:gd name="connsiteX18" fmla="*/ 3668233 w 7387183"/>
                <a:gd name="connsiteY18" fmla="*/ 1545598 h 3150461"/>
                <a:gd name="connsiteX19" fmla="*/ 3934046 w 7387183"/>
                <a:gd name="connsiteY19" fmla="*/ 1752933 h 3150461"/>
                <a:gd name="connsiteX20" fmla="*/ 4093535 w 7387183"/>
                <a:gd name="connsiteY20" fmla="*/ 1795463 h 3150461"/>
                <a:gd name="connsiteX21" fmla="*/ 4210493 w 7387183"/>
                <a:gd name="connsiteY21" fmla="*/ 1768883 h 3150461"/>
                <a:gd name="connsiteX22" fmla="*/ 4332767 w 7387183"/>
                <a:gd name="connsiteY22" fmla="*/ 1752933 h 3150461"/>
                <a:gd name="connsiteX23" fmla="*/ 4460357 w 7387183"/>
                <a:gd name="connsiteY23" fmla="*/ 1790148 h 3150461"/>
                <a:gd name="connsiteX24" fmla="*/ 4577316 w 7387183"/>
                <a:gd name="connsiteY24" fmla="*/ 1949635 h 3150461"/>
                <a:gd name="connsiteX25" fmla="*/ 4731489 w 7387183"/>
                <a:gd name="connsiteY25" fmla="*/ 1837993 h 3150461"/>
                <a:gd name="connsiteX26" fmla="*/ 4976037 w 7387183"/>
                <a:gd name="connsiteY26" fmla="*/ 1311681 h 3150461"/>
                <a:gd name="connsiteX27" fmla="*/ 5098312 w 7387183"/>
                <a:gd name="connsiteY27" fmla="*/ 1194723 h 3150461"/>
                <a:gd name="connsiteX28" fmla="*/ 5247167 w 7387183"/>
                <a:gd name="connsiteY28" fmla="*/ 1364844 h 3150461"/>
                <a:gd name="connsiteX29" fmla="*/ 5491716 w 7387183"/>
                <a:gd name="connsiteY29" fmla="*/ 1689137 h 3150461"/>
                <a:gd name="connsiteX30" fmla="*/ 5752214 w 7387183"/>
                <a:gd name="connsiteY30" fmla="*/ 2135704 h 3150461"/>
                <a:gd name="connsiteX31" fmla="*/ 5917019 w 7387183"/>
                <a:gd name="connsiteY31" fmla="*/ 2305827 h 3150461"/>
                <a:gd name="connsiteX32" fmla="*/ 6023345 w 7387183"/>
                <a:gd name="connsiteY32" fmla="*/ 2146338 h 3150461"/>
                <a:gd name="connsiteX33" fmla="*/ 6283842 w 7387183"/>
                <a:gd name="connsiteY33" fmla="*/ 1359529 h 3150461"/>
                <a:gd name="connsiteX34" fmla="*/ 6363586 w 7387183"/>
                <a:gd name="connsiteY34" fmla="*/ 1141561 h 3150461"/>
                <a:gd name="connsiteX35" fmla="*/ 6517758 w 7387183"/>
                <a:gd name="connsiteY35" fmla="*/ 1237254 h 3150461"/>
                <a:gd name="connsiteX36" fmla="*/ 6799521 w 7387183"/>
                <a:gd name="connsiteY36" fmla="*/ 1784830 h 3150461"/>
                <a:gd name="connsiteX37" fmla="*/ 6900530 w 7387183"/>
                <a:gd name="connsiteY37" fmla="*/ 2082542 h 3150461"/>
                <a:gd name="connsiteX38" fmla="*/ 7006856 w 7387183"/>
                <a:gd name="connsiteY38" fmla="*/ 2178235 h 3150461"/>
                <a:gd name="connsiteX39" fmla="*/ 7272670 w 7387183"/>
                <a:gd name="connsiteY39" fmla="*/ 1853942 h 3150461"/>
                <a:gd name="connsiteX40" fmla="*/ 7357730 w 7387183"/>
                <a:gd name="connsiteY40" fmla="*/ 1657240 h 3150461"/>
                <a:gd name="connsiteX41" fmla="*/ 7357730 w 7387183"/>
                <a:gd name="connsiteY41" fmla="*/ 1657240 h 3150461"/>
                <a:gd name="connsiteX0" fmla="*/ 0 w 7384699"/>
                <a:gd name="connsiteY0" fmla="*/ 1678505 h 3150461"/>
                <a:gd name="connsiteX1" fmla="*/ 154172 w 7384699"/>
                <a:gd name="connsiteY1" fmla="*/ 1853942 h 3150461"/>
                <a:gd name="connsiteX2" fmla="*/ 297711 w 7384699"/>
                <a:gd name="connsiteY2" fmla="*/ 1864575 h 3150461"/>
                <a:gd name="connsiteX3" fmla="*/ 584790 w 7384699"/>
                <a:gd name="connsiteY3" fmla="*/ 1332947 h 3150461"/>
                <a:gd name="connsiteX4" fmla="*/ 850605 w 7384699"/>
                <a:gd name="connsiteY4" fmla="*/ 413231 h 3150461"/>
                <a:gd name="connsiteX5" fmla="*/ 967563 w 7384699"/>
                <a:gd name="connsiteY5" fmla="*/ 3877 h 3150461"/>
                <a:gd name="connsiteX6" fmla="*/ 1127051 w 7384699"/>
                <a:gd name="connsiteY6" fmla="*/ 328170 h 3150461"/>
                <a:gd name="connsiteX7" fmla="*/ 1345019 w 7384699"/>
                <a:gd name="connsiteY7" fmla="*/ 1986849 h 3150461"/>
                <a:gd name="connsiteX8" fmla="*/ 1461977 w 7384699"/>
                <a:gd name="connsiteY8" fmla="*/ 3087318 h 3150461"/>
                <a:gd name="connsiteX9" fmla="*/ 1653363 w 7384699"/>
                <a:gd name="connsiteY9" fmla="*/ 2864035 h 3150461"/>
                <a:gd name="connsiteX10" fmla="*/ 1956391 w 7384699"/>
                <a:gd name="connsiteY10" fmla="*/ 1598761 h 3150461"/>
                <a:gd name="connsiteX11" fmla="*/ 2286000 w 7384699"/>
                <a:gd name="connsiteY11" fmla="*/ 716258 h 3150461"/>
                <a:gd name="connsiteX12" fmla="*/ 2477386 w 7384699"/>
                <a:gd name="connsiteY12" fmla="*/ 1311682 h 3150461"/>
                <a:gd name="connsiteX13" fmla="*/ 2732567 w 7384699"/>
                <a:gd name="connsiteY13" fmla="*/ 2231399 h 3150461"/>
                <a:gd name="connsiteX14" fmla="*/ 2892056 w 7384699"/>
                <a:gd name="connsiteY14" fmla="*/ 2518477 h 3150461"/>
                <a:gd name="connsiteX15" fmla="*/ 3056861 w 7384699"/>
                <a:gd name="connsiteY15" fmla="*/ 2236714 h 3150461"/>
                <a:gd name="connsiteX16" fmla="*/ 3349256 w 7384699"/>
                <a:gd name="connsiteY16" fmla="*/ 1534966 h 3150461"/>
                <a:gd name="connsiteX17" fmla="*/ 3487480 w 7384699"/>
                <a:gd name="connsiteY17" fmla="*/ 1338263 h 3150461"/>
                <a:gd name="connsiteX18" fmla="*/ 3668233 w 7384699"/>
                <a:gd name="connsiteY18" fmla="*/ 1545598 h 3150461"/>
                <a:gd name="connsiteX19" fmla="*/ 3934046 w 7384699"/>
                <a:gd name="connsiteY19" fmla="*/ 1752933 h 3150461"/>
                <a:gd name="connsiteX20" fmla="*/ 4093535 w 7384699"/>
                <a:gd name="connsiteY20" fmla="*/ 1795463 h 3150461"/>
                <a:gd name="connsiteX21" fmla="*/ 4210493 w 7384699"/>
                <a:gd name="connsiteY21" fmla="*/ 1768883 h 3150461"/>
                <a:gd name="connsiteX22" fmla="*/ 4332767 w 7384699"/>
                <a:gd name="connsiteY22" fmla="*/ 1752933 h 3150461"/>
                <a:gd name="connsiteX23" fmla="*/ 4460357 w 7384699"/>
                <a:gd name="connsiteY23" fmla="*/ 1790148 h 3150461"/>
                <a:gd name="connsiteX24" fmla="*/ 4577316 w 7384699"/>
                <a:gd name="connsiteY24" fmla="*/ 1949635 h 3150461"/>
                <a:gd name="connsiteX25" fmla="*/ 4731489 w 7384699"/>
                <a:gd name="connsiteY25" fmla="*/ 1837993 h 3150461"/>
                <a:gd name="connsiteX26" fmla="*/ 4976037 w 7384699"/>
                <a:gd name="connsiteY26" fmla="*/ 1311681 h 3150461"/>
                <a:gd name="connsiteX27" fmla="*/ 5098312 w 7384699"/>
                <a:gd name="connsiteY27" fmla="*/ 1194723 h 3150461"/>
                <a:gd name="connsiteX28" fmla="*/ 5247167 w 7384699"/>
                <a:gd name="connsiteY28" fmla="*/ 1364844 h 3150461"/>
                <a:gd name="connsiteX29" fmla="*/ 5491716 w 7384699"/>
                <a:gd name="connsiteY29" fmla="*/ 1689137 h 3150461"/>
                <a:gd name="connsiteX30" fmla="*/ 5752214 w 7384699"/>
                <a:gd name="connsiteY30" fmla="*/ 2135704 h 3150461"/>
                <a:gd name="connsiteX31" fmla="*/ 5917019 w 7384699"/>
                <a:gd name="connsiteY31" fmla="*/ 2305827 h 3150461"/>
                <a:gd name="connsiteX32" fmla="*/ 6023345 w 7384699"/>
                <a:gd name="connsiteY32" fmla="*/ 2146338 h 3150461"/>
                <a:gd name="connsiteX33" fmla="*/ 6283842 w 7384699"/>
                <a:gd name="connsiteY33" fmla="*/ 1359529 h 3150461"/>
                <a:gd name="connsiteX34" fmla="*/ 6363586 w 7384699"/>
                <a:gd name="connsiteY34" fmla="*/ 1141561 h 3150461"/>
                <a:gd name="connsiteX35" fmla="*/ 6517758 w 7384699"/>
                <a:gd name="connsiteY35" fmla="*/ 1237254 h 3150461"/>
                <a:gd name="connsiteX36" fmla="*/ 6799521 w 7384699"/>
                <a:gd name="connsiteY36" fmla="*/ 1784830 h 3150461"/>
                <a:gd name="connsiteX37" fmla="*/ 6900530 w 7384699"/>
                <a:gd name="connsiteY37" fmla="*/ 2082542 h 3150461"/>
                <a:gd name="connsiteX38" fmla="*/ 7006856 w 7384699"/>
                <a:gd name="connsiteY38" fmla="*/ 2178235 h 3150461"/>
                <a:gd name="connsiteX39" fmla="*/ 7272670 w 7384699"/>
                <a:gd name="connsiteY39" fmla="*/ 1853942 h 3150461"/>
                <a:gd name="connsiteX40" fmla="*/ 7357730 w 7384699"/>
                <a:gd name="connsiteY40" fmla="*/ 1657240 h 3150461"/>
                <a:gd name="connsiteX41" fmla="*/ 7315200 w 7384699"/>
                <a:gd name="connsiteY41" fmla="*/ 1811412 h 3150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384699" h="3150461">
                  <a:moveTo>
                    <a:pt x="0" y="1678505"/>
                  </a:moveTo>
                  <a:cubicBezTo>
                    <a:pt x="31898" y="1765337"/>
                    <a:pt x="104554" y="1822930"/>
                    <a:pt x="154172" y="1853942"/>
                  </a:cubicBezTo>
                  <a:cubicBezTo>
                    <a:pt x="203791" y="1884954"/>
                    <a:pt x="225941" y="1951407"/>
                    <a:pt x="297711" y="1864575"/>
                  </a:cubicBezTo>
                  <a:cubicBezTo>
                    <a:pt x="369481" y="1777743"/>
                    <a:pt x="492641" y="1574838"/>
                    <a:pt x="584790" y="1332947"/>
                  </a:cubicBezTo>
                  <a:cubicBezTo>
                    <a:pt x="676939" y="1091056"/>
                    <a:pt x="786810" y="634743"/>
                    <a:pt x="850605" y="413231"/>
                  </a:cubicBezTo>
                  <a:cubicBezTo>
                    <a:pt x="914400" y="191719"/>
                    <a:pt x="921489" y="18054"/>
                    <a:pt x="967563" y="3877"/>
                  </a:cubicBezTo>
                  <a:cubicBezTo>
                    <a:pt x="1013637" y="-10300"/>
                    <a:pt x="1064142" y="-2325"/>
                    <a:pt x="1127051" y="328170"/>
                  </a:cubicBezTo>
                  <a:cubicBezTo>
                    <a:pt x="1189960" y="658665"/>
                    <a:pt x="1289198" y="1526991"/>
                    <a:pt x="1345019" y="1986849"/>
                  </a:cubicBezTo>
                  <a:cubicBezTo>
                    <a:pt x="1400840" y="2446707"/>
                    <a:pt x="1410586" y="2941120"/>
                    <a:pt x="1461977" y="3087318"/>
                  </a:cubicBezTo>
                  <a:cubicBezTo>
                    <a:pt x="1513368" y="3233516"/>
                    <a:pt x="1570961" y="3112128"/>
                    <a:pt x="1653363" y="2864035"/>
                  </a:cubicBezTo>
                  <a:cubicBezTo>
                    <a:pt x="1735765" y="2615942"/>
                    <a:pt x="1850952" y="1956724"/>
                    <a:pt x="1956391" y="1598761"/>
                  </a:cubicBezTo>
                  <a:cubicBezTo>
                    <a:pt x="2061830" y="1240798"/>
                    <a:pt x="2199168" y="764104"/>
                    <a:pt x="2286000" y="716258"/>
                  </a:cubicBezTo>
                  <a:cubicBezTo>
                    <a:pt x="2372832" y="668412"/>
                    <a:pt x="2402958" y="1059159"/>
                    <a:pt x="2477386" y="1311682"/>
                  </a:cubicBezTo>
                  <a:cubicBezTo>
                    <a:pt x="2551814" y="1564205"/>
                    <a:pt x="2663455" y="2030267"/>
                    <a:pt x="2732567" y="2231399"/>
                  </a:cubicBezTo>
                  <a:cubicBezTo>
                    <a:pt x="2801679" y="2432531"/>
                    <a:pt x="2838007" y="2517591"/>
                    <a:pt x="2892056" y="2518477"/>
                  </a:cubicBezTo>
                  <a:cubicBezTo>
                    <a:pt x="2946105" y="2519363"/>
                    <a:pt x="2980661" y="2400632"/>
                    <a:pt x="3056861" y="2236714"/>
                  </a:cubicBezTo>
                  <a:cubicBezTo>
                    <a:pt x="3133061" y="2072796"/>
                    <a:pt x="3277486" y="1684708"/>
                    <a:pt x="3349256" y="1534966"/>
                  </a:cubicBezTo>
                  <a:cubicBezTo>
                    <a:pt x="3421026" y="1385224"/>
                    <a:pt x="3434317" y="1336491"/>
                    <a:pt x="3487480" y="1338263"/>
                  </a:cubicBezTo>
                  <a:cubicBezTo>
                    <a:pt x="3540643" y="1340035"/>
                    <a:pt x="3593805" y="1476486"/>
                    <a:pt x="3668233" y="1545598"/>
                  </a:cubicBezTo>
                  <a:cubicBezTo>
                    <a:pt x="3742661" y="1614710"/>
                    <a:pt x="3863162" y="1711289"/>
                    <a:pt x="3934046" y="1752933"/>
                  </a:cubicBezTo>
                  <a:cubicBezTo>
                    <a:pt x="4004930" y="1794577"/>
                    <a:pt x="4047461" y="1792805"/>
                    <a:pt x="4093535" y="1795463"/>
                  </a:cubicBezTo>
                  <a:cubicBezTo>
                    <a:pt x="4139609" y="1798121"/>
                    <a:pt x="4170621" y="1775971"/>
                    <a:pt x="4210493" y="1768883"/>
                  </a:cubicBezTo>
                  <a:cubicBezTo>
                    <a:pt x="4250365" y="1761795"/>
                    <a:pt x="4291123" y="1749389"/>
                    <a:pt x="4332767" y="1752933"/>
                  </a:cubicBezTo>
                  <a:cubicBezTo>
                    <a:pt x="4374411" y="1756477"/>
                    <a:pt x="4419599" y="1757364"/>
                    <a:pt x="4460357" y="1790148"/>
                  </a:cubicBezTo>
                  <a:cubicBezTo>
                    <a:pt x="4501115" y="1822932"/>
                    <a:pt x="4532127" y="1941661"/>
                    <a:pt x="4577316" y="1949635"/>
                  </a:cubicBezTo>
                  <a:cubicBezTo>
                    <a:pt x="4622505" y="1957609"/>
                    <a:pt x="4665036" y="1944319"/>
                    <a:pt x="4731489" y="1837993"/>
                  </a:cubicBezTo>
                  <a:cubicBezTo>
                    <a:pt x="4797943" y="1731667"/>
                    <a:pt x="4914900" y="1418893"/>
                    <a:pt x="4976037" y="1311681"/>
                  </a:cubicBezTo>
                  <a:cubicBezTo>
                    <a:pt x="5037174" y="1204469"/>
                    <a:pt x="5053124" y="1185862"/>
                    <a:pt x="5098312" y="1194723"/>
                  </a:cubicBezTo>
                  <a:cubicBezTo>
                    <a:pt x="5143500" y="1203584"/>
                    <a:pt x="5181600" y="1282442"/>
                    <a:pt x="5247167" y="1364844"/>
                  </a:cubicBezTo>
                  <a:cubicBezTo>
                    <a:pt x="5312734" y="1447246"/>
                    <a:pt x="5407542" y="1560660"/>
                    <a:pt x="5491716" y="1689137"/>
                  </a:cubicBezTo>
                  <a:cubicBezTo>
                    <a:pt x="5575891" y="1817614"/>
                    <a:pt x="5681330" y="2032922"/>
                    <a:pt x="5752214" y="2135704"/>
                  </a:cubicBezTo>
                  <a:cubicBezTo>
                    <a:pt x="5823098" y="2238486"/>
                    <a:pt x="5871831" y="2302283"/>
                    <a:pt x="5917019" y="2305827"/>
                  </a:cubicBezTo>
                  <a:cubicBezTo>
                    <a:pt x="5962207" y="2309371"/>
                    <a:pt x="5962208" y="2304054"/>
                    <a:pt x="6023345" y="2146338"/>
                  </a:cubicBezTo>
                  <a:cubicBezTo>
                    <a:pt x="6084482" y="1988622"/>
                    <a:pt x="6227135" y="1526992"/>
                    <a:pt x="6283842" y="1359529"/>
                  </a:cubicBezTo>
                  <a:cubicBezTo>
                    <a:pt x="6340549" y="1192066"/>
                    <a:pt x="6324600" y="1161940"/>
                    <a:pt x="6363586" y="1141561"/>
                  </a:cubicBezTo>
                  <a:cubicBezTo>
                    <a:pt x="6402572" y="1121182"/>
                    <a:pt x="6445102" y="1130042"/>
                    <a:pt x="6517758" y="1237254"/>
                  </a:cubicBezTo>
                  <a:cubicBezTo>
                    <a:pt x="6590414" y="1344466"/>
                    <a:pt x="6735726" y="1643949"/>
                    <a:pt x="6799521" y="1784830"/>
                  </a:cubicBezTo>
                  <a:cubicBezTo>
                    <a:pt x="6863316" y="1925711"/>
                    <a:pt x="6865974" y="2016975"/>
                    <a:pt x="6900530" y="2082542"/>
                  </a:cubicBezTo>
                  <a:cubicBezTo>
                    <a:pt x="6935086" y="2148109"/>
                    <a:pt x="6944833" y="2216335"/>
                    <a:pt x="7006856" y="2178235"/>
                  </a:cubicBezTo>
                  <a:cubicBezTo>
                    <a:pt x="7068879" y="2140135"/>
                    <a:pt x="7081284" y="2158742"/>
                    <a:pt x="7272670" y="1853942"/>
                  </a:cubicBezTo>
                  <a:cubicBezTo>
                    <a:pt x="7464056" y="1549142"/>
                    <a:pt x="7350642" y="1664328"/>
                    <a:pt x="7357730" y="1657240"/>
                  </a:cubicBezTo>
                  <a:cubicBezTo>
                    <a:pt x="7364818" y="1650152"/>
                    <a:pt x="7329377" y="1760021"/>
                    <a:pt x="7315200" y="1811412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B20C76B3-5F5E-0EC0-FAE2-CC245E90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8" y="107156"/>
            <a:ext cx="6661150" cy="7429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采样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(Sampling)</a:t>
            </a:r>
            <a:endParaRPr lang="zh-CN" altLang="en-US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08C1A8D6-1FCA-40F2-5494-F1635EDFF135}"/>
              </a:ext>
            </a:extLst>
          </p:cNvPr>
          <p:cNvSpPr txBox="1">
            <a:spLocks/>
          </p:cNvSpPr>
          <p:nvPr/>
        </p:nvSpPr>
        <p:spPr>
          <a:xfrm>
            <a:off x="659807" y="4762375"/>
            <a:ext cx="2025000" cy="23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har char="•"/>
              <a:defRPr kumimoji="1"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har char="–"/>
              <a:defRPr kumimoji="1"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CD286F-E1C6-41E2-A81F-214032F0493B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grpSp>
        <p:nvGrpSpPr>
          <p:cNvPr id="11" name="组合 29">
            <a:extLst>
              <a:ext uri="{FF2B5EF4-FFF2-40B4-BE49-F238E27FC236}">
                <a16:creationId xmlns:a16="http://schemas.microsoft.com/office/drawing/2014/main" id="{D434B1A6-4976-F98B-7A01-DE233F1BA56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895601"/>
            <a:ext cx="107950" cy="155972"/>
            <a:chOff x="1258658" y="3786984"/>
            <a:chExt cx="108000" cy="208140"/>
          </a:xfrm>
        </p:grpSpPr>
        <p:cxnSp>
          <p:nvCxnSpPr>
            <p:cNvPr id="12" name="直接连接符 19">
              <a:extLst>
                <a:ext uri="{FF2B5EF4-FFF2-40B4-BE49-F238E27FC236}">
                  <a16:creationId xmlns:a16="http://schemas.microsoft.com/office/drawing/2014/main" id="{08F57CC7-DBD4-B6E8-1C6F-F95BE0DC33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258658" y="3857628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椭圆 20">
              <a:extLst>
                <a:ext uri="{FF2B5EF4-FFF2-40B4-BE49-F238E27FC236}">
                  <a16:creationId xmlns:a16="http://schemas.microsoft.com/office/drawing/2014/main" id="{2E960B08-6B06-526D-B91B-B3EDF5DD6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658" y="3887124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14" name="组合 79">
            <a:extLst>
              <a:ext uri="{FF2B5EF4-FFF2-40B4-BE49-F238E27FC236}">
                <a16:creationId xmlns:a16="http://schemas.microsoft.com/office/drawing/2014/main" id="{E841DE2A-4FF8-A5D0-53A2-009D804E6BBD}"/>
              </a:ext>
            </a:extLst>
          </p:cNvPr>
          <p:cNvGrpSpPr>
            <a:grpSpLocks/>
          </p:cNvGrpSpPr>
          <p:nvPr/>
        </p:nvGrpSpPr>
        <p:grpSpPr bwMode="auto">
          <a:xfrm>
            <a:off x="1470025" y="2894410"/>
            <a:ext cx="107950" cy="165497"/>
            <a:chOff x="1470670" y="3786190"/>
            <a:chExt cx="108000" cy="221380"/>
          </a:xfrm>
        </p:grpSpPr>
        <p:sp>
          <p:nvSpPr>
            <p:cNvPr id="15" name="椭圆 21">
              <a:extLst>
                <a:ext uri="{FF2B5EF4-FFF2-40B4-BE49-F238E27FC236}">
                  <a16:creationId xmlns:a16="http://schemas.microsoft.com/office/drawing/2014/main" id="{BD81F14A-2B15-97AF-19EF-D00E3F3CE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670" y="3899570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cxnSp>
          <p:nvCxnSpPr>
            <p:cNvPr id="16" name="直接连接符 22">
              <a:extLst>
                <a:ext uri="{FF2B5EF4-FFF2-40B4-BE49-F238E27FC236}">
                  <a16:creationId xmlns:a16="http://schemas.microsoft.com/office/drawing/2014/main" id="{25A259C0-05EA-80EF-A988-166DBC9810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457430" y="3856834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组合 80">
            <a:extLst>
              <a:ext uri="{FF2B5EF4-FFF2-40B4-BE49-F238E27FC236}">
                <a16:creationId xmlns:a16="http://schemas.microsoft.com/office/drawing/2014/main" id="{E827A2FE-6FC2-534A-3285-42AA8A99EC63}"/>
              </a:ext>
            </a:extLst>
          </p:cNvPr>
          <p:cNvGrpSpPr>
            <a:grpSpLocks/>
          </p:cNvGrpSpPr>
          <p:nvPr/>
        </p:nvGrpSpPr>
        <p:grpSpPr bwMode="auto">
          <a:xfrm>
            <a:off x="1719263" y="2626519"/>
            <a:ext cx="107950" cy="269081"/>
            <a:chOff x="1719860" y="3429000"/>
            <a:chExt cx="108000" cy="357984"/>
          </a:xfrm>
        </p:grpSpPr>
        <p:cxnSp>
          <p:nvCxnSpPr>
            <p:cNvPr id="18" name="直接连接符 24">
              <a:extLst>
                <a:ext uri="{FF2B5EF4-FFF2-40B4-BE49-F238E27FC236}">
                  <a16:creationId xmlns:a16="http://schemas.microsoft.com/office/drawing/2014/main" id="{3CC7EEE9-3917-FFA2-157E-4D5A9F4660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1643042" y="3643314"/>
              <a:ext cx="285752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椭圆 25">
              <a:extLst>
                <a:ext uri="{FF2B5EF4-FFF2-40B4-BE49-F238E27FC236}">
                  <a16:creationId xmlns:a16="http://schemas.microsoft.com/office/drawing/2014/main" id="{A95B5AAF-BA36-9142-23BD-50CEE132A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860" y="3429000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20" name="组合 30">
            <a:extLst>
              <a:ext uri="{FF2B5EF4-FFF2-40B4-BE49-F238E27FC236}">
                <a16:creationId xmlns:a16="http://schemas.microsoft.com/office/drawing/2014/main" id="{06CE8CF8-3767-7508-4E6E-6A8ED9D9E3C2}"/>
              </a:ext>
            </a:extLst>
          </p:cNvPr>
          <p:cNvGrpSpPr>
            <a:grpSpLocks/>
          </p:cNvGrpSpPr>
          <p:nvPr/>
        </p:nvGrpSpPr>
        <p:grpSpPr bwMode="auto">
          <a:xfrm>
            <a:off x="1978025" y="1930004"/>
            <a:ext cx="107950" cy="953690"/>
            <a:chOff x="1978418" y="2500306"/>
            <a:chExt cx="108000" cy="1271136"/>
          </a:xfrm>
        </p:grpSpPr>
        <p:cxnSp>
          <p:nvCxnSpPr>
            <p:cNvPr id="21" name="直接连接符 26">
              <a:extLst>
                <a:ext uri="{FF2B5EF4-FFF2-40B4-BE49-F238E27FC236}">
                  <a16:creationId xmlns:a16="http://schemas.microsoft.com/office/drawing/2014/main" id="{800A6F1F-29A8-3189-B543-C91ED8623A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1429879" y="3171593"/>
              <a:ext cx="1199698" cy="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椭圆 28">
              <a:extLst>
                <a:ext uri="{FF2B5EF4-FFF2-40B4-BE49-F238E27FC236}">
                  <a16:creationId xmlns:a16="http://schemas.microsoft.com/office/drawing/2014/main" id="{B453F79E-FEBF-5EEB-B336-22F46AC77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8418" y="250030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23" name="组合 81">
            <a:extLst>
              <a:ext uri="{FF2B5EF4-FFF2-40B4-BE49-F238E27FC236}">
                <a16:creationId xmlns:a16="http://schemas.microsoft.com/office/drawing/2014/main" id="{730B6D68-CD5E-22FF-6B09-F2395062EB2B}"/>
              </a:ext>
            </a:extLst>
          </p:cNvPr>
          <p:cNvGrpSpPr>
            <a:grpSpLocks/>
          </p:cNvGrpSpPr>
          <p:nvPr/>
        </p:nvGrpSpPr>
        <p:grpSpPr bwMode="auto">
          <a:xfrm>
            <a:off x="2259013" y="1876426"/>
            <a:ext cx="107950" cy="984647"/>
            <a:chOff x="2258790" y="2428868"/>
            <a:chExt cx="108000" cy="1313079"/>
          </a:xfrm>
        </p:grpSpPr>
        <p:cxnSp>
          <p:nvCxnSpPr>
            <p:cNvPr id="24" name="直接连接符 31">
              <a:extLst>
                <a:ext uri="{FF2B5EF4-FFF2-40B4-BE49-F238E27FC236}">
                  <a16:creationId xmlns:a16="http://schemas.microsoft.com/office/drawing/2014/main" id="{1730DBFA-194B-CAB6-EDE3-9D29FC146B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1685480" y="3111947"/>
              <a:ext cx="1260000" cy="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椭圆 32">
              <a:extLst>
                <a:ext uri="{FF2B5EF4-FFF2-40B4-BE49-F238E27FC236}">
                  <a16:creationId xmlns:a16="http://schemas.microsoft.com/office/drawing/2014/main" id="{1B8F735C-9608-614D-8726-B6EA57B1D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790" y="2428868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26" name="组合 82">
            <a:extLst>
              <a:ext uri="{FF2B5EF4-FFF2-40B4-BE49-F238E27FC236}">
                <a16:creationId xmlns:a16="http://schemas.microsoft.com/office/drawing/2014/main" id="{B39EE644-9D2C-10FF-63E0-1B1793D74D29}"/>
              </a:ext>
            </a:extLst>
          </p:cNvPr>
          <p:cNvGrpSpPr>
            <a:grpSpLocks/>
          </p:cNvGrpSpPr>
          <p:nvPr/>
        </p:nvGrpSpPr>
        <p:grpSpPr bwMode="auto">
          <a:xfrm>
            <a:off x="2482850" y="2871787"/>
            <a:ext cx="107950" cy="338138"/>
            <a:chOff x="2483248" y="3756694"/>
            <a:chExt cx="108000" cy="449822"/>
          </a:xfrm>
        </p:grpSpPr>
        <p:cxnSp>
          <p:nvCxnSpPr>
            <p:cNvPr id="27" name="直接连接符 33">
              <a:extLst>
                <a:ext uri="{FF2B5EF4-FFF2-40B4-BE49-F238E27FC236}">
                  <a16:creationId xmlns:a16="http://schemas.microsoft.com/office/drawing/2014/main" id="{C74DFD0E-DFCB-ED78-B147-7B2A5DB598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355892" y="3953900"/>
              <a:ext cx="396000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椭圆 34">
              <a:extLst>
                <a:ext uri="{FF2B5EF4-FFF2-40B4-BE49-F238E27FC236}">
                  <a16:creationId xmlns:a16="http://schemas.microsoft.com/office/drawing/2014/main" id="{FC937D16-A414-EB8E-F5D1-5EBF31364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248" y="409851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29" name="组合 83">
            <a:extLst>
              <a:ext uri="{FF2B5EF4-FFF2-40B4-BE49-F238E27FC236}">
                <a16:creationId xmlns:a16="http://schemas.microsoft.com/office/drawing/2014/main" id="{2AAD82C0-528A-ED87-34C8-F486D120AD54}"/>
              </a:ext>
            </a:extLst>
          </p:cNvPr>
          <p:cNvGrpSpPr>
            <a:grpSpLocks/>
          </p:cNvGrpSpPr>
          <p:nvPr/>
        </p:nvGrpSpPr>
        <p:grpSpPr bwMode="auto">
          <a:xfrm>
            <a:off x="2794000" y="2887266"/>
            <a:ext cx="107950" cy="971550"/>
            <a:chOff x="2793732" y="3776362"/>
            <a:chExt cx="108000" cy="1295712"/>
          </a:xfrm>
        </p:grpSpPr>
        <p:cxnSp>
          <p:nvCxnSpPr>
            <p:cNvPr id="30" name="直接连接符 35">
              <a:extLst>
                <a:ext uri="{FF2B5EF4-FFF2-40B4-BE49-F238E27FC236}">
                  <a16:creationId xmlns:a16="http://schemas.microsoft.com/office/drawing/2014/main" id="{72EFFBD3-B071-EF58-E3C9-2162E83316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211946" y="4405568"/>
              <a:ext cx="1260000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椭圆 36">
              <a:extLst>
                <a:ext uri="{FF2B5EF4-FFF2-40B4-BE49-F238E27FC236}">
                  <a16:creationId xmlns:a16="http://schemas.microsoft.com/office/drawing/2014/main" id="{BECDA411-DCC1-C601-EBB0-B00851EB2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732" y="4964074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751F5691-0091-74C0-81CD-0D7D174BF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844403"/>
            <a:ext cx="107950" cy="80963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 b="1">
              <a:latin typeface="Verdana" panose="020B0604030504040204" pitchFamily="34" charset="0"/>
            </a:endParaRPr>
          </a:p>
        </p:txBody>
      </p:sp>
      <p:grpSp>
        <p:nvGrpSpPr>
          <p:cNvPr id="33" name="组合 84">
            <a:extLst>
              <a:ext uri="{FF2B5EF4-FFF2-40B4-BE49-F238E27FC236}">
                <a16:creationId xmlns:a16="http://schemas.microsoft.com/office/drawing/2014/main" id="{FCC8B185-9A92-B143-00AA-8871C5EA39F0}"/>
              </a:ext>
            </a:extLst>
          </p:cNvPr>
          <p:cNvGrpSpPr>
            <a:grpSpLocks/>
          </p:cNvGrpSpPr>
          <p:nvPr/>
        </p:nvGrpSpPr>
        <p:grpSpPr bwMode="auto">
          <a:xfrm>
            <a:off x="3351213" y="2300288"/>
            <a:ext cx="107950" cy="583406"/>
            <a:chOff x="3350488" y="2993306"/>
            <a:chExt cx="108000" cy="778136"/>
          </a:xfrm>
        </p:grpSpPr>
        <p:cxnSp>
          <p:nvCxnSpPr>
            <p:cNvPr id="34" name="直接连接符 38">
              <a:extLst>
                <a:ext uri="{FF2B5EF4-FFF2-40B4-BE49-F238E27FC236}">
                  <a16:creationId xmlns:a16="http://schemas.microsoft.com/office/drawing/2014/main" id="{BAFC2D1B-56E2-B204-9703-A1769FB2CF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3044608" y="3414252"/>
              <a:ext cx="714380" cy="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椭圆 40">
              <a:extLst>
                <a:ext uri="{FF2B5EF4-FFF2-40B4-BE49-F238E27FC236}">
                  <a16:creationId xmlns:a16="http://schemas.microsoft.com/office/drawing/2014/main" id="{EB9F4AB5-A0B8-6776-AD6C-29E2D007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488" y="299330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36" name="组合 85">
            <a:extLst>
              <a:ext uri="{FF2B5EF4-FFF2-40B4-BE49-F238E27FC236}">
                <a16:creationId xmlns:a16="http://schemas.microsoft.com/office/drawing/2014/main" id="{E4C27B0B-ADA8-6947-1D5B-BE0A68DFF723}"/>
              </a:ext>
            </a:extLst>
          </p:cNvPr>
          <p:cNvGrpSpPr>
            <a:grpSpLocks/>
          </p:cNvGrpSpPr>
          <p:nvPr/>
        </p:nvGrpSpPr>
        <p:grpSpPr bwMode="auto">
          <a:xfrm>
            <a:off x="3606800" y="2615804"/>
            <a:ext cx="107950" cy="255984"/>
            <a:chOff x="3606744" y="3414252"/>
            <a:chExt cx="108000" cy="342442"/>
          </a:xfrm>
        </p:grpSpPr>
        <p:cxnSp>
          <p:nvCxnSpPr>
            <p:cNvPr id="37" name="直接连接符 41">
              <a:extLst>
                <a:ext uri="{FF2B5EF4-FFF2-40B4-BE49-F238E27FC236}">
                  <a16:creationId xmlns:a16="http://schemas.microsoft.com/office/drawing/2014/main" id="{A75762C4-0E1D-E281-167E-AC7F2A9BEB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530720" y="3613024"/>
              <a:ext cx="285752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椭圆 42">
              <a:extLst>
                <a:ext uri="{FF2B5EF4-FFF2-40B4-BE49-F238E27FC236}">
                  <a16:creationId xmlns:a16="http://schemas.microsoft.com/office/drawing/2014/main" id="{070EF9B1-81AB-1BEC-F2CC-CA114F6C8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744" y="3414252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39" name="组合 86">
            <a:extLst>
              <a:ext uri="{FF2B5EF4-FFF2-40B4-BE49-F238E27FC236}">
                <a16:creationId xmlns:a16="http://schemas.microsoft.com/office/drawing/2014/main" id="{57FF5174-BC9F-12A1-5D7D-7B98E0F99CA4}"/>
              </a:ext>
            </a:extLst>
          </p:cNvPr>
          <p:cNvGrpSpPr>
            <a:grpSpLocks/>
          </p:cNvGrpSpPr>
          <p:nvPr/>
        </p:nvGrpSpPr>
        <p:grpSpPr bwMode="auto">
          <a:xfrm>
            <a:off x="3862388" y="2881313"/>
            <a:ext cx="107950" cy="506016"/>
            <a:chOff x="3863000" y="3769247"/>
            <a:chExt cx="108000" cy="674633"/>
          </a:xfrm>
        </p:grpSpPr>
        <p:cxnSp>
          <p:nvCxnSpPr>
            <p:cNvPr id="40" name="直接连接符 43">
              <a:extLst>
                <a:ext uri="{FF2B5EF4-FFF2-40B4-BE49-F238E27FC236}">
                  <a16:creationId xmlns:a16="http://schemas.microsoft.com/office/drawing/2014/main" id="{B1EA7317-F70B-4479-36CD-F143E7CAE0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628611" y="4057247"/>
              <a:ext cx="576000" cy="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" name="椭圆 45">
              <a:extLst>
                <a:ext uri="{FF2B5EF4-FFF2-40B4-BE49-F238E27FC236}">
                  <a16:creationId xmlns:a16="http://schemas.microsoft.com/office/drawing/2014/main" id="{6EAD86F3-CBD4-1F04-02B1-D8C155DD6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000" y="4335880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42" name="组合 87">
            <a:extLst>
              <a:ext uri="{FF2B5EF4-FFF2-40B4-BE49-F238E27FC236}">
                <a16:creationId xmlns:a16="http://schemas.microsoft.com/office/drawing/2014/main" id="{F68036BD-8C30-258C-2DAC-B5B870765DCD}"/>
              </a:ext>
            </a:extLst>
          </p:cNvPr>
          <p:cNvGrpSpPr>
            <a:grpSpLocks/>
          </p:cNvGrpSpPr>
          <p:nvPr/>
        </p:nvGrpSpPr>
        <p:grpSpPr bwMode="auto">
          <a:xfrm>
            <a:off x="4178300" y="2896792"/>
            <a:ext cx="107950" cy="496490"/>
            <a:chOff x="4178248" y="3788915"/>
            <a:chExt cx="108000" cy="662031"/>
          </a:xfrm>
        </p:grpSpPr>
        <p:cxnSp>
          <p:nvCxnSpPr>
            <p:cNvPr id="43" name="直接连接符 46">
              <a:extLst>
                <a:ext uri="{FF2B5EF4-FFF2-40B4-BE49-F238E27FC236}">
                  <a16:creationId xmlns:a16="http://schemas.microsoft.com/office/drawing/2014/main" id="{E8F4CF07-3C97-60DC-0EE5-C10CFE4913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941558" y="4076915"/>
              <a:ext cx="576000" cy="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椭圆 47">
              <a:extLst>
                <a:ext uri="{FF2B5EF4-FFF2-40B4-BE49-F238E27FC236}">
                  <a16:creationId xmlns:a16="http://schemas.microsoft.com/office/drawing/2014/main" id="{B7B2597C-48ED-0575-567F-067EE0EA8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8248" y="434294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sp>
        <p:nvSpPr>
          <p:cNvPr id="45" name="椭圆 44">
            <a:extLst>
              <a:ext uri="{FF2B5EF4-FFF2-40B4-BE49-F238E27FC236}">
                <a16:creationId xmlns:a16="http://schemas.microsoft.com/office/drawing/2014/main" id="{7A8BC7D9-789B-55B3-7DE8-3ABC9D0EA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787253"/>
            <a:ext cx="107950" cy="80963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 b="1">
              <a:latin typeface="Verdana" panose="020B0604030504040204" pitchFamily="34" charset="0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F7BF63C-1331-7173-E06C-3978822EB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787253"/>
            <a:ext cx="107950" cy="80963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 b="1">
              <a:latin typeface="Verdana" panose="020B0604030504040204" pitchFamily="34" charset="0"/>
            </a:endParaRPr>
          </a:p>
        </p:txBody>
      </p:sp>
      <p:grpSp>
        <p:nvGrpSpPr>
          <p:cNvPr id="47" name="组合 88">
            <a:extLst>
              <a:ext uri="{FF2B5EF4-FFF2-40B4-BE49-F238E27FC236}">
                <a16:creationId xmlns:a16="http://schemas.microsoft.com/office/drawing/2014/main" id="{3C73E07C-3584-7FCB-A0F3-13F7DE5B7672}"/>
              </a:ext>
            </a:extLst>
          </p:cNvPr>
          <p:cNvGrpSpPr>
            <a:grpSpLocks/>
          </p:cNvGrpSpPr>
          <p:nvPr/>
        </p:nvGrpSpPr>
        <p:grpSpPr bwMode="auto">
          <a:xfrm>
            <a:off x="5089525" y="2883694"/>
            <a:ext cx="107950" cy="142875"/>
            <a:chOff x="5089892" y="3771442"/>
            <a:chExt cx="108000" cy="191264"/>
          </a:xfrm>
        </p:grpSpPr>
        <p:cxnSp>
          <p:nvCxnSpPr>
            <p:cNvPr id="48" name="直接连接符 50">
              <a:extLst>
                <a:ext uri="{FF2B5EF4-FFF2-40B4-BE49-F238E27FC236}">
                  <a16:creationId xmlns:a16="http://schemas.microsoft.com/office/drawing/2014/main" id="{992379E8-9C3D-FA01-F45A-3FCB8F82F4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072860" y="3842086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椭圆 51">
              <a:extLst>
                <a:ext uri="{FF2B5EF4-FFF2-40B4-BE49-F238E27FC236}">
                  <a16:creationId xmlns:a16="http://schemas.microsoft.com/office/drawing/2014/main" id="{96C2E2EB-622A-6CCD-139B-19C3179EE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892" y="385470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50" name="组合 89">
            <a:extLst>
              <a:ext uri="{FF2B5EF4-FFF2-40B4-BE49-F238E27FC236}">
                <a16:creationId xmlns:a16="http://schemas.microsoft.com/office/drawing/2014/main" id="{90FCE655-F5CD-5247-03FD-8AA3E0673B95}"/>
              </a:ext>
            </a:extLst>
          </p:cNvPr>
          <p:cNvGrpSpPr>
            <a:grpSpLocks/>
          </p:cNvGrpSpPr>
          <p:nvPr/>
        </p:nvGrpSpPr>
        <p:grpSpPr bwMode="auto">
          <a:xfrm>
            <a:off x="5348288" y="2883694"/>
            <a:ext cx="107950" cy="142875"/>
            <a:chOff x="5348450" y="3771442"/>
            <a:chExt cx="108000" cy="191264"/>
          </a:xfrm>
        </p:grpSpPr>
        <p:cxnSp>
          <p:nvCxnSpPr>
            <p:cNvPr id="51" name="直接连接符 52">
              <a:extLst>
                <a:ext uri="{FF2B5EF4-FFF2-40B4-BE49-F238E27FC236}">
                  <a16:creationId xmlns:a16="http://schemas.microsoft.com/office/drawing/2014/main" id="{7E0DA94C-C9FD-05D9-C07E-ACA6A92281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331418" y="3842086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椭圆 53">
              <a:extLst>
                <a:ext uri="{FF2B5EF4-FFF2-40B4-BE49-F238E27FC236}">
                  <a16:creationId xmlns:a16="http://schemas.microsoft.com/office/drawing/2014/main" id="{CCC180A7-B05E-9E3E-CC3D-64ED71D57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450" y="385470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53" name="组合 90">
            <a:extLst>
              <a:ext uri="{FF2B5EF4-FFF2-40B4-BE49-F238E27FC236}">
                <a16:creationId xmlns:a16="http://schemas.microsoft.com/office/drawing/2014/main" id="{325F4B01-D1E6-2947-C8B2-D57882AC0299}"/>
              </a:ext>
            </a:extLst>
          </p:cNvPr>
          <p:cNvGrpSpPr>
            <a:grpSpLocks/>
          </p:cNvGrpSpPr>
          <p:nvPr/>
        </p:nvGrpSpPr>
        <p:grpSpPr bwMode="auto">
          <a:xfrm>
            <a:off x="5589588" y="2894410"/>
            <a:ext cx="107950" cy="154781"/>
            <a:chOff x="5589958" y="3786190"/>
            <a:chExt cx="108000" cy="206012"/>
          </a:xfrm>
        </p:grpSpPr>
        <p:cxnSp>
          <p:nvCxnSpPr>
            <p:cNvPr id="54" name="直接连接符 54">
              <a:extLst>
                <a:ext uri="{FF2B5EF4-FFF2-40B4-BE49-F238E27FC236}">
                  <a16:creationId xmlns:a16="http://schemas.microsoft.com/office/drawing/2014/main" id="{F4D4EB0E-E23D-B772-C957-A32157E970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572926" y="3856834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椭圆 55">
              <a:extLst>
                <a:ext uri="{FF2B5EF4-FFF2-40B4-BE49-F238E27FC236}">
                  <a16:creationId xmlns:a16="http://schemas.microsoft.com/office/drawing/2014/main" id="{0228A097-DE3C-9FFF-4FE8-F1A66512C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9958" y="3884202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56" name="组合 91">
            <a:extLst>
              <a:ext uri="{FF2B5EF4-FFF2-40B4-BE49-F238E27FC236}">
                <a16:creationId xmlns:a16="http://schemas.microsoft.com/office/drawing/2014/main" id="{CFBD6ECE-739F-1D93-0F3F-6D507AB34B00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2893219"/>
            <a:ext cx="107950" cy="197644"/>
            <a:chOff x="5857884" y="3783888"/>
            <a:chExt cx="108000" cy="265004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034F783-40B2-91DB-98E9-1521961B31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840852" y="3854532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259FC977-6848-6BCF-3023-A6D51DB96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7884" y="3940892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59" name="组合 92">
            <a:extLst>
              <a:ext uri="{FF2B5EF4-FFF2-40B4-BE49-F238E27FC236}">
                <a16:creationId xmlns:a16="http://schemas.microsoft.com/office/drawing/2014/main" id="{03F10F9C-53AF-1717-88B8-3F7197B92A87}"/>
              </a:ext>
            </a:extLst>
          </p:cNvPr>
          <p:cNvGrpSpPr>
            <a:grpSpLocks/>
          </p:cNvGrpSpPr>
          <p:nvPr/>
        </p:nvGrpSpPr>
        <p:grpSpPr bwMode="auto">
          <a:xfrm>
            <a:off x="6105525" y="2625329"/>
            <a:ext cx="107950" cy="269081"/>
            <a:chOff x="6104772" y="3428206"/>
            <a:chExt cx="108000" cy="357984"/>
          </a:xfrm>
        </p:grpSpPr>
        <p:cxnSp>
          <p:nvCxnSpPr>
            <p:cNvPr id="60" name="直接连接符 58">
              <a:extLst>
                <a:ext uri="{FF2B5EF4-FFF2-40B4-BE49-F238E27FC236}">
                  <a16:creationId xmlns:a16="http://schemas.microsoft.com/office/drawing/2014/main" id="{F695F2A0-5925-B0E4-4474-6844CE8D08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027954" y="3642520"/>
              <a:ext cx="285752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" name="椭圆 59">
              <a:extLst>
                <a:ext uri="{FF2B5EF4-FFF2-40B4-BE49-F238E27FC236}">
                  <a16:creationId xmlns:a16="http://schemas.microsoft.com/office/drawing/2014/main" id="{4231CADB-69CC-C7EE-CD5C-9CA820CAF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4772" y="342820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62" name="组合 93">
            <a:extLst>
              <a:ext uri="{FF2B5EF4-FFF2-40B4-BE49-F238E27FC236}">
                <a16:creationId xmlns:a16="http://schemas.microsoft.com/office/drawing/2014/main" id="{1B8F9CFC-1CE1-0F14-9325-A6690CC25377}"/>
              </a:ext>
            </a:extLst>
          </p:cNvPr>
          <p:cNvGrpSpPr>
            <a:grpSpLocks/>
          </p:cNvGrpSpPr>
          <p:nvPr/>
        </p:nvGrpSpPr>
        <p:grpSpPr bwMode="auto">
          <a:xfrm>
            <a:off x="6357938" y="2637235"/>
            <a:ext cx="107950" cy="258365"/>
            <a:chOff x="6357950" y="3443748"/>
            <a:chExt cx="108000" cy="343236"/>
          </a:xfrm>
        </p:grpSpPr>
        <p:cxnSp>
          <p:nvCxnSpPr>
            <p:cNvPr id="63" name="直接连接符 60">
              <a:extLst>
                <a:ext uri="{FF2B5EF4-FFF2-40B4-BE49-F238E27FC236}">
                  <a16:creationId xmlns:a16="http://schemas.microsoft.com/office/drawing/2014/main" id="{47A9C979-DAC6-5628-9FE7-657A61CABF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266384" y="3643314"/>
              <a:ext cx="285752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椭圆 61">
              <a:extLst>
                <a:ext uri="{FF2B5EF4-FFF2-40B4-BE49-F238E27FC236}">
                  <a16:creationId xmlns:a16="http://schemas.microsoft.com/office/drawing/2014/main" id="{CF2ACDE2-5184-AB04-8F69-DD6947332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7950" y="3443748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sp>
        <p:nvSpPr>
          <p:cNvPr id="65" name="椭圆 64">
            <a:extLst>
              <a:ext uri="{FF2B5EF4-FFF2-40B4-BE49-F238E27FC236}">
                <a16:creationId xmlns:a16="http://schemas.microsoft.com/office/drawing/2014/main" id="{57868CB1-67E4-C191-627E-D317241D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901553"/>
            <a:ext cx="107950" cy="80963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1800" b="1">
              <a:latin typeface="Verdana" panose="020B0604030504040204" pitchFamily="34" charset="0"/>
            </a:endParaRPr>
          </a:p>
        </p:txBody>
      </p:sp>
      <p:grpSp>
        <p:nvGrpSpPr>
          <p:cNvPr id="66" name="组合 94">
            <a:extLst>
              <a:ext uri="{FF2B5EF4-FFF2-40B4-BE49-F238E27FC236}">
                <a16:creationId xmlns:a16="http://schemas.microsoft.com/office/drawing/2014/main" id="{DB1BF2E4-8DE6-285F-A1C5-FBD19497CD6E}"/>
              </a:ext>
            </a:extLst>
          </p:cNvPr>
          <p:cNvGrpSpPr>
            <a:grpSpLocks/>
          </p:cNvGrpSpPr>
          <p:nvPr/>
        </p:nvGrpSpPr>
        <p:grpSpPr bwMode="auto">
          <a:xfrm>
            <a:off x="6878638" y="2894410"/>
            <a:ext cx="107950" cy="426244"/>
            <a:chOff x="6878144" y="3786190"/>
            <a:chExt cx="108000" cy="567806"/>
          </a:xfrm>
        </p:grpSpPr>
        <p:cxnSp>
          <p:nvCxnSpPr>
            <p:cNvPr id="67" name="直接连接符 63">
              <a:extLst>
                <a:ext uri="{FF2B5EF4-FFF2-40B4-BE49-F238E27FC236}">
                  <a16:creationId xmlns:a16="http://schemas.microsoft.com/office/drawing/2014/main" id="{C5D4E728-AF93-4490-8488-577FAAD0C1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78788" y="4055396"/>
              <a:ext cx="540000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椭圆 64">
              <a:extLst>
                <a:ext uri="{FF2B5EF4-FFF2-40B4-BE49-F238E27FC236}">
                  <a16:creationId xmlns:a16="http://schemas.microsoft.com/office/drawing/2014/main" id="{F5DAC232-2F8F-EE2E-1495-7EF2C93EE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8144" y="424599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69" name="组合 95">
            <a:extLst>
              <a:ext uri="{FF2B5EF4-FFF2-40B4-BE49-F238E27FC236}">
                <a16:creationId xmlns:a16="http://schemas.microsoft.com/office/drawing/2014/main" id="{F27EF246-AA7C-9598-2219-7FC03FB03BE8}"/>
              </a:ext>
            </a:extLst>
          </p:cNvPr>
          <p:cNvGrpSpPr>
            <a:grpSpLocks/>
          </p:cNvGrpSpPr>
          <p:nvPr/>
        </p:nvGrpSpPr>
        <p:grpSpPr bwMode="auto">
          <a:xfrm>
            <a:off x="7148513" y="2894410"/>
            <a:ext cx="107950" cy="426244"/>
            <a:chOff x="7149148" y="3786190"/>
            <a:chExt cx="108000" cy="567806"/>
          </a:xfrm>
        </p:grpSpPr>
        <p:cxnSp>
          <p:nvCxnSpPr>
            <p:cNvPr id="70" name="直接连接符 65">
              <a:extLst>
                <a:ext uri="{FF2B5EF4-FFF2-40B4-BE49-F238E27FC236}">
                  <a16:creationId xmlns:a16="http://schemas.microsoft.com/office/drawing/2014/main" id="{AE351C98-E244-8C36-B8A4-AA3AB17522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949792" y="4055396"/>
              <a:ext cx="540000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" name="椭圆 66">
              <a:extLst>
                <a:ext uri="{FF2B5EF4-FFF2-40B4-BE49-F238E27FC236}">
                  <a16:creationId xmlns:a16="http://schemas.microsoft.com/office/drawing/2014/main" id="{9FC68FCF-6AD5-978B-EEEF-85F4DE058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9148" y="424599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72" name="组合 96">
            <a:extLst>
              <a:ext uri="{FF2B5EF4-FFF2-40B4-BE49-F238E27FC236}">
                <a16:creationId xmlns:a16="http://schemas.microsoft.com/office/drawing/2014/main" id="{1D86C1DB-A94B-61AA-4322-9EB7F9C01851}"/>
              </a:ext>
            </a:extLst>
          </p:cNvPr>
          <p:cNvGrpSpPr>
            <a:grpSpLocks/>
          </p:cNvGrpSpPr>
          <p:nvPr/>
        </p:nvGrpSpPr>
        <p:grpSpPr bwMode="auto">
          <a:xfrm>
            <a:off x="7415213" y="2646760"/>
            <a:ext cx="107950" cy="246459"/>
            <a:chOff x="7414772" y="3456194"/>
            <a:chExt cx="108000" cy="328488"/>
          </a:xfrm>
        </p:grpSpPr>
        <p:cxnSp>
          <p:nvCxnSpPr>
            <p:cNvPr id="73" name="直接连接符 67">
              <a:extLst>
                <a:ext uri="{FF2B5EF4-FFF2-40B4-BE49-F238E27FC236}">
                  <a16:creationId xmlns:a16="http://schemas.microsoft.com/office/drawing/2014/main" id="{D7532E0D-9E8D-9729-32D4-E3C05A9776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352702" y="3641012"/>
              <a:ext cx="285752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椭圆 68">
              <a:extLst>
                <a:ext uri="{FF2B5EF4-FFF2-40B4-BE49-F238E27FC236}">
                  <a16:creationId xmlns:a16="http://schemas.microsoft.com/office/drawing/2014/main" id="{82E8C113-CA4D-DC13-2134-9DE93AC60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4772" y="3456194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75" name="组合 97">
            <a:extLst>
              <a:ext uri="{FF2B5EF4-FFF2-40B4-BE49-F238E27FC236}">
                <a16:creationId xmlns:a16="http://schemas.microsoft.com/office/drawing/2014/main" id="{368E1D6F-6068-2E80-B7A7-D40C2D203B38}"/>
              </a:ext>
            </a:extLst>
          </p:cNvPr>
          <p:cNvGrpSpPr>
            <a:grpSpLocks/>
          </p:cNvGrpSpPr>
          <p:nvPr/>
        </p:nvGrpSpPr>
        <p:grpSpPr bwMode="auto">
          <a:xfrm>
            <a:off x="7643813" y="2557463"/>
            <a:ext cx="107950" cy="335756"/>
            <a:chOff x="7643834" y="3337416"/>
            <a:chExt cx="108000" cy="446980"/>
          </a:xfrm>
        </p:grpSpPr>
        <p:cxnSp>
          <p:nvCxnSpPr>
            <p:cNvPr id="76" name="直接连接符 69">
              <a:extLst>
                <a:ext uri="{FF2B5EF4-FFF2-40B4-BE49-F238E27FC236}">
                  <a16:creationId xmlns:a16="http://schemas.microsoft.com/office/drawing/2014/main" id="{456FBB2A-A8E0-D7E7-4B1A-B102E4F8CA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515144" y="3603602"/>
              <a:ext cx="360000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" name="椭圆 70">
              <a:extLst>
                <a:ext uri="{FF2B5EF4-FFF2-40B4-BE49-F238E27FC236}">
                  <a16:creationId xmlns:a16="http://schemas.microsoft.com/office/drawing/2014/main" id="{C6D5BAA3-886E-4D23-AAD1-B19B8E14E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34" y="3337416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78" name="组合 98">
            <a:extLst>
              <a:ext uri="{FF2B5EF4-FFF2-40B4-BE49-F238E27FC236}">
                <a16:creationId xmlns:a16="http://schemas.microsoft.com/office/drawing/2014/main" id="{63B8BF42-EEB2-A720-F634-03B7416A0A56}"/>
              </a:ext>
            </a:extLst>
          </p:cNvPr>
          <p:cNvGrpSpPr>
            <a:grpSpLocks/>
          </p:cNvGrpSpPr>
          <p:nvPr/>
        </p:nvGrpSpPr>
        <p:grpSpPr bwMode="auto">
          <a:xfrm>
            <a:off x="7934325" y="2889647"/>
            <a:ext cx="107950" cy="165497"/>
            <a:chOff x="7934966" y="3779124"/>
            <a:chExt cx="108000" cy="221380"/>
          </a:xfrm>
        </p:grpSpPr>
        <p:sp>
          <p:nvSpPr>
            <p:cNvPr id="79" name="椭圆 71">
              <a:extLst>
                <a:ext uri="{FF2B5EF4-FFF2-40B4-BE49-F238E27FC236}">
                  <a16:creationId xmlns:a16="http://schemas.microsoft.com/office/drawing/2014/main" id="{C60BFB66-788C-AE7B-438F-705B7D83F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4966" y="3892504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cxnSp>
          <p:nvCxnSpPr>
            <p:cNvPr id="80" name="直接连接符 72">
              <a:extLst>
                <a:ext uri="{FF2B5EF4-FFF2-40B4-BE49-F238E27FC236}">
                  <a16:creationId xmlns:a16="http://schemas.microsoft.com/office/drawing/2014/main" id="{B0FA0114-AB50-B176-3656-ADEA1ABBAB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921726" y="3849768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1" name="组合 99">
            <a:extLst>
              <a:ext uri="{FF2B5EF4-FFF2-40B4-BE49-F238E27FC236}">
                <a16:creationId xmlns:a16="http://schemas.microsoft.com/office/drawing/2014/main" id="{EE233E56-4AF5-6AEC-A424-D88E47A886D5}"/>
              </a:ext>
            </a:extLst>
          </p:cNvPr>
          <p:cNvGrpSpPr>
            <a:grpSpLocks/>
          </p:cNvGrpSpPr>
          <p:nvPr/>
        </p:nvGrpSpPr>
        <p:grpSpPr bwMode="auto">
          <a:xfrm>
            <a:off x="8208963" y="2882504"/>
            <a:ext cx="107950" cy="431006"/>
            <a:chOff x="8208272" y="3769702"/>
            <a:chExt cx="108000" cy="575283"/>
          </a:xfrm>
        </p:grpSpPr>
        <p:cxnSp>
          <p:nvCxnSpPr>
            <p:cNvPr id="82" name="直接连接符 75">
              <a:extLst>
                <a:ext uri="{FF2B5EF4-FFF2-40B4-BE49-F238E27FC236}">
                  <a16:creationId xmlns:a16="http://schemas.microsoft.com/office/drawing/2014/main" id="{8B4B2514-44A3-BEAC-4C43-51A7CDAC1B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8007582" y="4021702"/>
              <a:ext cx="504000" cy="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" name="椭圆 76">
              <a:extLst>
                <a:ext uri="{FF2B5EF4-FFF2-40B4-BE49-F238E27FC236}">
                  <a16:creationId xmlns:a16="http://schemas.microsoft.com/office/drawing/2014/main" id="{B754D242-980C-1CF0-9096-F807F9CE0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8272" y="4236985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84" name="组合 100">
            <a:extLst>
              <a:ext uri="{FF2B5EF4-FFF2-40B4-BE49-F238E27FC236}">
                <a16:creationId xmlns:a16="http://schemas.microsoft.com/office/drawing/2014/main" id="{4CCEED57-C186-B723-B989-9608C56FC369}"/>
              </a:ext>
            </a:extLst>
          </p:cNvPr>
          <p:cNvGrpSpPr>
            <a:grpSpLocks/>
          </p:cNvGrpSpPr>
          <p:nvPr/>
        </p:nvGrpSpPr>
        <p:grpSpPr bwMode="auto">
          <a:xfrm>
            <a:off x="8448675" y="2894410"/>
            <a:ext cx="107950" cy="144065"/>
            <a:chOff x="8449004" y="3786190"/>
            <a:chExt cx="108000" cy="191884"/>
          </a:xfrm>
        </p:grpSpPr>
        <p:sp>
          <p:nvSpPr>
            <p:cNvPr id="85" name="椭圆 77">
              <a:extLst>
                <a:ext uri="{FF2B5EF4-FFF2-40B4-BE49-F238E27FC236}">
                  <a16:creationId xmlns:a16="http://schemas.microsoft.com/office/drawing/2014/main" id="{2BE4433C-BDFF-C69E-FBD8-3833F45B0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9004" y="3870074"/>
              <a:ext cx="108000" cy="10800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cxnSp>
          <p:nvCxnSpPr>
            <p:cNvPr id="86" name="直接连接符 78">
              <a:extLst>
                <a:ext uri="{FF2B5EF4-FFF2-40B4-BE49-F238E27FC236}">
                  <a16:creationId xmlns:a16="http://schemas.microsoft.com/office/drawing/2014/main" id="{C28C60CE-7E9A-A350-8938-F3EF1B1059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435764" y="3856834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6138251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5" grpId="0" animBg="1"/>
      <p:bldP spid="46" grpId="0" animBg="1"/>
      <p:bldP spid="6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FC43C0-63E5-4A5B-EFF3-2BEC411CAA98}"/>
              </a:ext>
            </a:extLst>
          </p:cNvPr>
          <p:cNvGrpSpPr/>
          <p:nvPr/>
        </p:nvGrpSpPr>
        <p:grpSpPr>
          <a:xfrm>
            <a:off x="251521" y="1252974"/>
            <a:ext cx="8679021" cy="3096184"/>
            <a:chOff x="251520" y="1670632"/>
            <a:chExt cx="8679021" cy="412824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9534B07-7C62-763C-CD71-84DDC73F4090}"/>
                </a:ext>
              </a:extLst>
            </p:cNvPr>
            <p:cNvGrpSpPr/>
            <p:nvPr/>
          </p:nvGrpSpPr>
          <p:grpSpPr>
            <a:xfrm>
              <a:off x="251520" y="1670632"/>
              <a:ext cx="8679021" cy="4128245"/>
              <a:chOff x="1769904" y="1505863"/>
              <a:chExt cx="8679021" cy="4128245"/>
            </a:xfrm>
          </p:grpSpPr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3A9E861D-B02C-411D-6565-821E90ACF0D6}"/>
                  </a:ext>
                </a:extLst>
              </p:cNvPr>
              <p:cNvSpPr/>
              <p:nvPr/>
            </p:nvSpPr>
            <p:spPr>
              <a:xfrm>
                <a:off x="1769904" y="1556473"/>
                <a:ext cx="8643938" cy="4077635"/>
              </a:xfrm>
              <a:prstGeom prst="rect">
                <a:avLst/>
              </a:prstGeom>
              <a:solidFill>
                <a:srgbClr val="D5F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D9802578-7FC3-3636-9E16-1901512D8D63}"/>
                  </a:ext>
                </a:extLst>
              </p:cNvPr>
              <p:cNvCxnSpPr/>
              <p:nvPr/>
            </p:nvCxnSpPr>
            <p:spPr>
              <a:xfrm flipV="1">
                <a:off x="2689383" y="1563388"/>
                <a:ext cx="0" cy="4070720"/>
              </a:xfrm>
              <a:prstGeom prst="straightConnector1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B4B77D66-D430-8C4D-8BF3-618D2385FFA0}"/>
                  </a:ext>
                </a:extLst>
              </p:cNvPr>
              <p:cNvCxnSpPr/>
              <p:nvPr/>
            </p:nvCxnSpPr>
            <p:spPr>
              <a:xfrm>
                <a:off x="2677350" y="3676385"/>
                <a:ext cx="7638225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940375E3-B6C3-9359-2D48-B618A91B2893}"/>
                  </a:ext>
                </a:extLst>
              </p:cNvPr>
              <p:cNvSpPr/>
              <p:nvPr/>
            </p:nvSpPr>
            <p:spPr>
              <a:xfrm>
                <a:off x="9562144" y="3318466"/>
                <a:ext cx="886781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</a:t>
                </a:r>
                <a:r>
                  <a:rPr kumimoji="1" lang="en-US" altLang="zh-CN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(t)</a:t>
                </a:r>
                <a:endParaRPr kumimoji="1" lang="zh-CN" altLang="en-US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5B52D807-0C8B-4C8B-E0E3-FF12B162B764}"/>
                  </a:ext>
                </a:extLst>
              </p:cNvPr>
              <p:cNvSpPr/>
              <p:nvPr/>
            </p:nvSpPr>
            <p:spPr>
              <a:xfrm>
                <a:off x="2677949" y="1505863"/>
                <a:ext cx="646331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幅值</a:t>
                </a:r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C564B47E-E141-FA57-D6B7-437350660E1F}"/>
                  </a:ext>
                </a:extLst>
              </p:cNvPr>
              <p:cNvSpPr/>
              <p:nvPr/>
            </p:nvSpPr>
            <p:spPr>
              <a:xfrm>
                <a:off x="2705986" y="2053522"/>
                <a:ext cx="7384699" cy="3150461"/>
              </a:xfrm>
              <a:custGeom>
                <a:avLst/>
                <a:gdLst>
                  <a:gd name="connsiteX0" fmla="*/ 0 w 7357730"/>
                  <a:gd name="connsiteY0" fmla="*/ 1686027 h 3280756"/>
                  <a:gd name="connsiteX1" fmla="*/ 111642 w 7357730"/>
                  <a:gd name="connsiteY1" fmla="*/ 1893362 h 3280756"/>
                  <a:gd name="connsiteX2" fmla="*/ 287079 w 7357730"/>
                  <a:gd name="connsiteY2" fmla="*/ 1888046 h 3280756"/>
                  <a:gd name="connsiteX3" fmla="*/ 478465 w 7357730"/>
                  <a:gd name="connsiteY3" fmla="*/ 1526539 h 3280756"/>
                  <a:gd name="connsiteX4" fmla="*/ 813391 w 7357730"/>
                  <a:gd name="connsiteY4" fmla="*/ 548343 h 3280756"/>
                  <a:gd name="connsiteX5" fmla="*/ 967563 w 7357730"/>
                  <a:gd name="connsiteY5" fmla="*/ 11399 h 3280756"/>
                  <a:gd name="connsiteX6" fmla="*/ 1100470 w 7357730"/>
                  <a:gd name="connsiteY6" fmla="*/ 303794 h 3280756"/>
                  <a:gd name="connsiteX7" fmla="*/ 1254642 w 7357730"/>
                  <a:gd name="connsiteY7" fmla="*/ 1638180 h 3280756"/>
                  <a:gd name="connsiteX8" fmla="*/ 1440712 w 7357730"/>
                  <a:gd name="connsiteY8" fmla="*/ 3211799 h 3280756"/>
                  <a:gd name="connsiteX9" fmla="*/ 1679944 w 7357730"/>
                  <a:gd name="connsiteY9" fmla="*/ 2866241 h 3280756"/>
                  <a:gd name="connsiteX10" fmla="*/ 1924493 w 7357730"/>
                  <a:gd name="connsiteY10" fmla="*/ 1659446 h 3280756"/>
                  <a:gd name="connsiteX11" fmla="*/ 2222205 w 7357730"/>
                  <a:gd name="connsiteY11" fmla="*/ 739729 h 3280756"/>
                  <a:gd name="connsiteX12" fmla="*/ 2482702 w 7357730"/>
                  <a:gd name="connsiteY12" fmla="*/ 1281990 h 3280756"/>
                  <a:gd name="connsiteX13" fmla="*/ 2519916 w 7357730"/>
                  <a:gd name="connsiteY13" fmla="*/ 1643497 h 3280756"/>
                  <a:gd name="connsiteX14" fmla="*/ 2759149 w 7357730"/>
                  <a:gd name="connsiteY14" fmla="*/ 2478152 h 3280756"/>
                  <a:gd name="connsiteX15" fmla="*/ 2950535 w 7357730"/>
                  <a:gd name="connsiteY15" fmla="*/ 2451571 h 3280756"/>
                  <a:gd name="connsiteX16" fmla="*/ 3290777 w 7357730"/>
                  <a:gd name="connsiteY16" fmla="*/ 1648813 h 3280756"/>
                  <a:gd name="connsiteX17" fmla="*/ 3418367 w 7357730"/>
                  <a:gd name="connsiteY17" fmla="*/ 1404264 h 3280756"/>
                  <a:gd name="connsiteX18" fmla="*/ 3710763 w 7357730"/>
                  <a:gd name="connsiteY18" fmla="*/ 1600966 h 3280756"/>
                  <a:gd name="connsiteX19" fmla="*/ 3875567 w 7357730"/>
                  <a:gd name="connsiteY19" fmla="*/ 1781720 h 3280756"/>
                  <a:gd name="connsiteX20" fmla="*/ 4093535 w 7357730"/>
                  <a:gd name="connsiteY20" fmla="*/ 1802985 h 3280756"/>
                  <a:gd name="connsiteX21" fmla="*/ 4332767 w 7357730"/>
                  <a:gd name="connsiteY21" fmla="*/ 1760455 h 3280756"/>
                  <a:gd name="connsiteX22" fmla="*/ 4577316 w 7357730"/>
                  <a:gd name="connsiteY22" fmla="*/ 1957157 h 3280756"/>
                  <a:gd name="connsiteX23" fmla="*/ 4774019 w 7357730"/>
                  <a:gd name="connsiteY23" fmla="*/ 1808301 h 3280756"/>
                  <a:gd name="connsiteX24" fmla="*/ 4922874 w 7357730"/>
                  <a:gd name="connsiteY24" fmla="*/ 1388315 h 3280756"/>
                  <a:gd name="connsiteX25" fmla="*/ 5050465 w 7357730"/>
                  <a:gd name="connsiteY25" fmla="*/ 1218194 h 3280756"/>
                  <a:gd name="connsiteX26" fmla="*/ 5284381 w 7357730"/>
                  <a:gd name="connsiteY26" fmla="*/ 1494641 h 3280756"/>
                  <a:gd name="connsiteX27" fmla="*/ 5512981 w 7357730"/>
                  <a:gd name="connsiteY27" fmla="*/ 1792352 h 3280756"/>
                  <a:gd name="connsiteX28" fmla="*/ 5794744 w 7357730"/>
                  <a:gd name="connsiteY28" fmla="*/ 2339929 h 3280756"/>
                  <a:gd name="connsiteX29" fmla="*/ 5901070 w 7357730"/>
                  <a:gd name="connsiteY29" fmla="*/ 2366511 h 3280756"/>
                  <a:gd name="connsiteX30" fmla="*/ 6134986 w 7357730"/>
                  <a:gd name="connsiteY30" fmla="*/ 1712608 h 3280756"/>
                  <a:gd name="connsiteX31" fmla="*/ 6230679 w 7357730"/>
                  <a:gd name="connsiteY31" fmla="*/ 1414897 h 3280756"/>
                  <a:gd name="connsiteX32" fmla="*/ 6363586 w 7357730"/>
                  <a:gd name="connsiteY32" fmla="*/ 1149083 h 3280756"/>
                  <a:gd name="connsiteX33" fmla="*/ 6608135 w 7357730"/>
                  <a:gd name="connsiteY33" fmla="*/ 1398948 h 3280756"/>
                  <a:gd name="connsiteX34" fmla="*/ 6746358 w 7357730"/>
                  <a:gd name="connsiteY34" fmla="*/ 1781720 h 3280756"/>
                  <a:gd name="connsiteX35" fmla="*/ 6900530 w 7357730"/>
                  <a:gd name="connsiteY35" fmla="*/ 2090064 h 3280756"/>
                  <a:gd name="connsiteX36" fmla="*/ 7006856 w 7357730"/>
                  <a:gd name="connsiteY36" fmla="*/ 2185757 h 3280756"/>
                  <a:gd name="connsiteX37" fmla="*/ 7272670 w 7357730"/>
                  <a:gd name="connsiteY37" fmla="*/ 1861464 h 3280756"/>
                  <a:gd name="connsiteX38" fmla="*/ 7357730 w 7357730"/>
                  <a:gd name="connsiteY38" fmla="*/ 1664762 h 3280756"/>
                  <a:gd name="connsiteX39" fmla="*/ 7357730 w 7357730"/>
                  <a:gd name="connsiteY39" fmla="*/ 1664762 h 3280756"/>
                  <a:gd name="connsiteX0" fmla="*/ 0 w 7357730"/>
                  <a:gd name="connsiteY0" fmla="*/ 1686027 h 3280756"/>
                  <a:gd name="connsiteX1" fmla="*/ 111642 w 7357730"/>
                  <a:gd name="connsiteY1" fmla="*/ 1893362 h 3280756"/>
                  <a:gd name="connsiteX2" fmla="*/ 287079 w 7357730"/>
                  <a:gd name="connsiteY2" fmla="*/ 1888046 h 3280756"/>
                  <a:gd name="connsiteX3" fmla="*/ 478465 w 7357730"/>
                  <a:gd name="connsiteY3" fmla="*/ 1526539 h 3280756"/>
                  <a:gd name="connsiteX4" fmla="*/ 813391 w 7357730"/>
                  <a:gd name="connsiteY4" fmla="*/ 548343 h 3280756"/>
                  <a:gd name="connsiteX5" fmla="*/ 967563 w 7357730"/>
                  <a:gd name="connsiteY5" fmla="*/ 11399 h 3280756"/>
                  <a:gd name="connsiteX6" fmla="*/ 1100470 w 7357730"/>
                  <a:gd name="connsiteY6" fmla="*/ 303794 h 3280756"/>
                  <a:gd name="connsiteX7" fmla="*/ 1254642 w 7357730"/>
                  <a:gd name="connsiteY7" fmla="*/ 1638180 h 3280756"/>
                  <a:gd name="connsiteX8" fmla="*/ 1440712 w 7357730"/>
                  <a:gd name="connsiteY8" fmla="*/ 3211799 h 3280756"/>
                  <a:gd name="connsiteX9" fmla="*/ 1679944 w 7357730"/>
                  <a:gd name="connsiteY9" fmla="*/ 2866241 h 3280756"/>
                  <a:gd name="connsiteX10" fmla="*/ 1924493 w 7357730"/>
                  <a:gd name="connsiteY10" fmla="*/ 1659446 h 3280756"/>
                  <a:gd name="connsiteX11" fmla="*/ 2222205 w 7357730"/>
                  <a:gd name="connsiteY11" fmla="*/ 739729 h 3280756"/>
                  <a:gd name="connsiteX12" fmla="*/ 2482702 w 7357730"/>
                  <a:gd name="connsiteY12" fmla="*/ 1281990 h 3280756"/>
                  <a:gd name="connsiteX13" fmla="*/ 2519916 w 7357730"/>
                  <a:gd name="connsiteY13" fmla="*/ 1643497 h 3280756"/>
                  <a:gd name="connsiteX14" fmla="*/ 2759149 w 7357730"/>
                  <a:gd name="connsiteY14" fmla="*/ 2478152 h 3280756"/>
                  <a:gd name="connsiteX15" fmla="*/ 2950535 w 7357730"/>
                  <a:gd name="connsiteY15" fmla="*/ 2451571 h 3280756"/>
                  <a:gd name="connsiteX16" fmla="*/ 3290777 w 7357730"/>
                  <a:gd name="connsiteY16" fmla="*/ 1648813 h 3280756"/>
                  <a:gd name="connsiteX17" fmla="*/ 3418367 w 7357730"/>
                  <a:gd name="connsiteY17" fmla="*/ 1404264 h 3280756"/>
                  <a:gd name="connsiteX18" fmla="*/ 3710763 w 7357730"/>
                  <a:gd name="connsiteY18" fmla="*/ 1600966 h 3280756"/>
                  <a:gd name="connsiteX19" fmla="*/ 3875567 w 7357730"/>
                  <a:gd name="connsiteY19" fmla="*/ 1781720 h 3280756"/>
                  <a:gd name="connsiteX20" fmla="*/ 4093535 w 7357730"/>
                  <a:gd name="connsiteY20" fmla="*/ 1802985 h 3280756"/>
                  <a:gd name="connsiteX21" fmla="*/ 4332767 w 7357730"/>
                  <a:gd name="connsiteY21" fmla="*/ 1760455 h 3280756"/>
                  <a:gd name="connsiteX22" fmla="*/ 4577316 w 7357730"/>
                  <a:gd name="connsiteY22" fmla="*/ 1957157 h 3280756"/>
                  <a:gd name="connsiteX23" fmla="*/ 4774019 w 7357730"/>
                  <a:gd name="connsiteY23" fmla="*/ 1808301 h 3280756"/>
                  <a:gd name="connsiteX24" fmla="*/ 4922874 w 7357730"/>
                  <a:gd name="connsiteY24" fmla="*/ 1388315 h 3280756"/>
                  <a:gd name="connsiteX25" fmla="*/ 5050465 w 7357730"/>
                  <a:gd name="connsiteY25" fmla="*/ 1218194 h 3280756"/>
                  <a:gd name="connsiteX26" fmla="*/ 5284381 w 7357730"/>
                  <a:gd name="connsiteY26" fmla="*/ 1494641 h 3280756"/>
                  <a:gd name="connsiteX27" fmla="*/ 5512981 w 7357730"/>
                  <a:gd name="connsiteY27" fmla="*/ 1792352 h 3280756"/>
                  <a:gd name="connsiteX28" fmla="*/ 5794744 w 7357730"/>
                  <a:gd name="connsiteY28" fmla="*/ 2339929 h 3280756"/>
                  <a:gd name="connsiteX29" fmla="*/ 5938284 w 7357730"/>
                  <a:gd name="connsiteY29" fmla="*/ 2345246 h 3280756"/>
                  <a:gd name="connsiteX30" fmla="*/ 6134986 w 7357730"/>
                  <a:gd name="connsiteY30" fmla="*/ 1712608 h 3280756"/>
                  <a:gd name="connsiteX31" fmla="*/ 6230679 w 7357730"/>
                  <a:gd name="connsiteY31" fmla="*/ 1414897 h 3280756"/>
                  <a:gd name="connsiteX32" fmla="*/ 6363586 w 7357730"/>
                  <a:gd name="connsiteY32" fmla="*/ 1149083 h 3280756"/>
                  <a:gd name="connsiteX33" fmla="*/ 6608135 w 7357730"/>
                  <a:gd name="connsiteY33" fmla="*/ 1398948 h 3280756"/>
                  <a:gd name="connsiteX34" fmla="*/ 6746358 w 7357730"/>
                  <a:gd name="connsiteY34" fmla="*/ 1781720 h 3280756"/>
                  <a:gd name="connsiteX35" fmla="*/ 6900530 w 7357730"/>
                  <a:gd name="connsiteY35" fmla="*/ 2090064 h 3280756"/>
                  <a:gd name="connsiteX36" fmla="*/ 7006856 w 7357730"/>
                  <a:gd name="connsiteY36" fmla="*/ 2185757 h 3280756"/>
                  <a:gd name="connsiteX37" fmla="*/ 7272670 w 7357730"/>
                  <a:gd name="connsiteY37" fmla="*/ 1861464 h 3280756"/>
                  <a:gd name="connsiteX38" fmla="*/ 7357730 w 7357730"/>
                  <a:gd name="connsiteY38" fmla="*/ 1664762 h 3280756"/>
                  <a:gd name="connsiteX39" fmla="*/ 7357730 w 7357730"/>
                  <a:gd name="connsiteY39" fmla="*/ 1664762 h 3280756"/>
                  <a:gd name="connsiteX0" fmla="*/ 0 w 7357730"/>
                  <a:gd name="connsiteY0" fmla="*/ 1686027 h 3280756"/>
                  <a:gd name="connsiteX1" fmla="*/ 154172 w 7357730"/>
                  <a:gd name="connsiteY1" fmla="*/ 1861464 h 3280756"/>
                  <a:gd name="connsiteX2" fmla="*/ 287079 w 7357730"/>
                  <a:gd name="connsiteY2" fmla="*/ 1888046 h 3280756"/>
                  <a:gd name="connsiteX3" fmla="*/ 478465 w 7357730"/>
                  <a:gd name="connsiteY3" fmla="*/ 1526539 h 3280756"/>
                  <a:gd name="connsiteX4" fmla="*/ 813391 w 7357730"/>
                  <a:gd name="connsiteY4" fmla="*/ 548343 h 3280756"/>
                  <a:gd name="connsiteX5" fmla="*/ 967563 w 7357730"/>
                  <a:gd name="connsiteY5" fmla="*/ 11399 h 3280756"/>
                  <a:gd name="connsiteX6" fmla="*/ 1100470 w 7357730"/>
                  <a:gd name="connsiteY6" fmla="*/ 303794 h 3280756"/>
                  <a:gd name="connsiteX7" fmla="*/ 1254642 w 7357730"/>
                  <a:gd name="connsiteY7" fmla="*/ 1638180 h 3280756"/>
                  <a:gd name="connsiteX8" fmla="*/ 1440712 w 7357730"/>
                  <a:gd name="connsiteY8" fmla="*/ 3211799 h 3280756"/>
                  <a:gd name="connsiteX9" fmla="*/ 1679944 w 7357730"/>
                  <a:gd name="connsiteY9" fmla="*/ 2866241 h 3280756"/>
                  <a:gd name="connsiteX10" fmla="*/ 1924493 w 7357730"/>
                  <a:gd name="connsiteY10" fmla="*/ 1659446 h 3280756"/>
                  <a:gd name="connsiteX11" fmla="*/ 2222205 w 7357730"/>
                  <a:gd name="connsiteY11" fmla="*/ 739729 h 3280756"/>
                  <a:gd name="connsiteX12" fmla="*/ 2482702 w 7357730"/>
                  <a:gd name="connsiteY12" fmla="*/ 1281990 h 3280756"/>
                  <a:gd name="connsiteX13" fmla="*/ 2519916 w 7357730"/>
                  <a:gd name="connsiteY13" fmla="*/ 1643497 h 3280756"/>
                  <a:gd name="connsiteX14" fmla="*/ 2759149 w 7357730"/>
                  <a:gd name="connsiteY14" fmla="*/ 2478152 h 3280756"/>
                  <a:gd name="connsiteX15" fmla="*/ 2950535 w 7357730"/>
                  <a:gd name="connsiteY15" fmla="*/ 2451571 h 3280756"/>
                  <a:gd name="connsiteX16" fmla="*/ 3290777 w 7357730"/>
                  <a:gd name="connsiteY16" fmla="*/ 1648813 h 3280756"/>
                  <a:gd name="connsiteX17" fmla="*/ 3418367 w 7357730"/>
                  <a:gd name="connsiteY17" fmla="*/ 1404264 h 3280756"/>
                  <a:gd name="connsiteX18" fmla="*/ 3710763 w 7357730"/>
                  <a:gd name="connsiteY18" fmla="*/ 1600966 h 3280756"/>
                  <a:gd name="connsiteX19" fmla="*/ 3875567 w 7357730"/>
                  <a:gd name="connsiteY19" fmla="*/ 1781720 h 3280756"/>
                  <a:gd name="connsiteX20" fmla="*/ 4093535 w 7357730"/>
                  <a:gd name="connsiteY20" fmla="*/ 1802985 h 3280756"/>
                  <a:gd name="connsiteX21" fmla="*/ 4332767 w 7357730"/>
                  <a:gd name="connsiteY21" fmla="*/ 1760455 h 3280756"/>
                  <a:gd name="connsiteX22" fmla="*/ 4577316 w 7357730"/>
                  <a:gd name="connsiteY22" fmla="*/ 1957157 h 3280756"/>
                  <a:gd name="connsiteX23" fmla="*/ 4774019 w 7357730"/>
                  <a:gd name="connsiteY23" fmla="*/ 1808301 h 3280756"/>
                  <a:gd name="connsiteX24" fmla="*/ 4922874 w 7357730"/>
                  <a:gd name="connsiteY24" fmla="*/ 1388315 h 3280756"/>
                  <a:gd name="connsiteX25" fmla="*/ 5050465 w 7357730"/>
                  <a:gd name="connsiteY25" fmla="*/ 1218194 h 3280756"/>
                  <a:gd name="connsiteX26" fmla="*/ 5284381 w 7357730"/>
                  <a:gd name="connsiteY26" fmla="*/ 1494641 h 3280756"/>
                  <a:gd name="connsiteX27" fmla="*/ 5512981 w 7357730"/>
                  <a:gd name="connsiteY27" fmla="*/ 1792352 h 3280756"/>
                  <a:gd name="connsiteX28" fmla="*/ 5794744 w 7357730"/>
                  <a:gd name="connsiteY28" fmla="*/ 2339929 h 3280756"/>
                  <a:gd name="connsiteX29" fmla="*/ 5938284 w 7357730"/>
                  <a:gd name="connsiteY29" fmla="*/ 2345246 h 3280756"/>
                  <a:gd name="connsiteX30" fmla="*/ 6134986 w 7357730"/>
                  <a:gd name="connsiteY30" fmla="*/ 1712608 h 3280756"/>
                  <a:gd name="connsiteX31" fmla="*/ 6230679 w 7357730"/>
                  <a:gd name="connsiteY31" fmla="*/ 1414897 h 3280756"/>
                  <a:gd name="connsiteX32" fmla="*/ 6363586 w 7357730"/>
                  <a:gd name="connsiteY32" fmla="*/ 1149083 h 3280756"/>
                  <a:gd name="connsiteX33" fmla="*/ 6608135 w 7357730"/>
                  <a:gd name="connsiteY33" fmla="*/ 1398948 h 3280756"/>
                  <a:gd name="connsiteX34" fmla="*/ 6746358 w 7357730"/>
                  <a:gd name="connsiteY34" fmla="*/ 1781720 h 3280756"/>
                  <a:gd name="connsiteX35" fmla="*/ 6900530 w 7357730"/>
                  <a:gd name="connsiteY35" fmla="*/ 2090064 h 3280756"/>
                  <a:gd name="connsiteX36" fmla="*/ 7006856 w 7357730"/>
                  <a:gd name="connsiteY36" fmla="*/ 2185757 h 3280756"/>
                  <a:gd name="connsiteX37" fmla="*/ 7272670 w 7357730"/>
                  <a:gd name="connsiteY37" fmla="*/ 1861464 h 3280756"/>
                  <a:gd name="connsiteX38" fmla="*/ 7357730 w 7357730"/>
                  <a:gd name="connsiteY38" fmla="*/ 1664762 h 3280756"/>
                  <a:gd name="connsiteX39" fmla="*/ 7357730 w 7357730"/>
                  <a:gd name="connsiteY39" fmla="*/ 1664762 h 3280756"/>
                  <a:gd name="connsiteX0" fmla="*/ 0 w 7357730"/>
                  <a:gd name="connsiteY0" fmla="*/ 1686027 h 3280756"/>
                  <a:gd name="connsiteX1" fmla="*/ 154172 w 7357730"/>
                  <a:gd name="connsiteY1" fmla="*/ 1861464 h 3280756"/>
                  <a:gd name="connsiteX2" fmla="*/ 297711 w 7357730"/>
                  <a:gd name="connsiteY2" fmla="*/ 1872097 h 3280756"/>
                  <a:gd name="connsiteX3" fmla="*/ 478465 w 7357730"/>
                  <a:gd name="connsiteY3" fmla="*/ 1526539 h 3280756"/>
                  <a:gd name="connsiteX4" fmla="*/ 813391 w 7357730"/>
                  <a:gd name="connsiteY4" fmla="*/ 548343 h 3280756"/>
                  <a:gd name="connsiteX5" fmla="*/ 967563 w 7357730"/>
                  <a:gd name="connsiteY5" fmla="*/ 11399 h 3280756"/>
                  <a:gd name="connsiteX6" fmla="*/ 1100470 w 7357730"/>
                  <a:gd name="connsiteY6" fmla="*/ 303794 h 3280756"/>
                  <a:gd name="connsiteX7" fmla="*/ 1254642 w 7357730"/>
                  <a:gd name="connsiteY7" fmla="*/ 1638180 h 3280756"/>
                  <a:gd name="connsiteX8" fmla="*/ 1440712 w 7357730"/>
                  <a:gd name="connsiteY8" fmla="*/ 3211799 h 3280756"/>
                  <a:gd name="connsiteX9" fmla="*/ 1679944 w 7357730"/>
                  <a:gd name="connsiteY9" fmla="*/ 2866241 h 3280756"/>
                  <a:gd name="connsiteX10" fmla="*/ 1924493 w 7357730"/>
                  <a:gd name="connsiteY10" fmla="*/ 1659446 h 3280756"/>
                  <a:gd name="connsiteX11" fmla="*/ 2222205 w 7357730"/>
                  <a:gd name="connsiteY11" fmla="*/ 739729 h 3280756"/>
                  <a:gd name="connsiteX12" fmla="*/ 2482702 w 7357730"/>
                  <a:gd name="connsiteY12" fmla="*/ 1281990 h 3280756"/>
                  <a:gd name="connsiteX13" fmla="*/ 2519916 w 7357730"/>
                  <a:gd name="connsiteY13" fmla="*/ 1643497 h 3280756"/>
                  <a:gd name="connsiteX14" fmla="*/ 2759149 w 7357730"/>
                  <a:gd name="connsiteY14" fmla="*/ 2478152 h 3280756"/>
                  <a:gd name="connsiteX15" fmla="*/ 2950535 w 7357730"/>
                  <a:gd name="connsiteY15" fmla="*/ 2451571 h 3280756"/>
                  <a:gd name="connsiteX16" fmla="*/ 3290777 w 7357730"/>
                  <a:gd name="connsiteY16" fmla="*/ 1648813 h 3280756"/>
                  <a:gd name="connsiteX17" fmla="*/ 3418367 w 7357730"/>
                  <a:gd name="connsiteY17" fmla="*/ 1404264 h 3280756"/>
                  <a:gd name="connsiteX18" fmla="*/ 3710763 w 7357730"/>
                  <a:gd name="connsiteY18" fmla="*/ 1600966 h 3280756"/>
                  <a:gd name="connsiteX19" fmla="*/ 3875567 w 7357730"/>
                  <a:gd name="connsiteY19" fmla="*/ 1781720 h 3280756"/>
                  <a:gd name="connsiteX20" fmla="*/ 4093535 w 7357730"/>
                  <a:gd name="connsiteY20" fmla="*/ 1802985 h 3280756"/>
                  <a:gd name="connsiteX21" fmla="*/ 4332767 w 7357730"/>
                  <a:gd name="connsiteY21" fmla="*/ 1760455 h 3280756"/>
                  <a:gd name="connsiteX22" fmla="*/ 4577316 w 7357730"/>
                  <a:gd name="connsiteY22" fmla="*/ 1957157 h 3280756"/>
                  <a:gd name="connsiteX23" fmla="*/ 4774019 w 7357730"/>
                  <a:gd name="connsiteY23" fmla="*/ 1808301 h 3280756"/>
                  <a:gd name="connsiteX24" fmla="*/ 4922874 w 7357730"/>
                  <a:gd name="connsiteY24" fmla="*/ 1388315 h 3280756"/>
                  <a:gd name="connsiteX25" fmla="*/ 5050465 w 7357730"/>
                  <a:gd name="connsiteY25" fmla="*/ 1218194 h 3280756"/>
                  <a:gd name="connsiteX26" fmla="*/ 5284381 w 7357730"/>
                  <a:gd name="connsiteY26" fmla="*/ 1494641 h 3280756"/>
                  <a:gd name="connsiteX27" fmla="*/ 5512981 w 7357730"/>
                  <a:gd name="connsiteY27" fmla="*/ 1792352 h 3280756"/>
                  <a:gd name="connsiteX28" fmla="*/ 5794744 w 7357730"/>
                  <a:gd name="connsiteY28" fmla="*/ 2339929 h 3280756"/>
                  <a:gd name="connsiteX29" fmla="*/ 5938284 w 7357730"/>
                  <a:gd name="connsiteY29" fmla="*/ 2345246 h 3280756"/>
                  <a:gd name="connsiteX30" fmla="*/ 6134986 w 7357730"/>
                  <a:gd name="connsiteY30" fmla="*/ 1712608 h 3280756"/>
                  <a:gd name="connsiteX31" fmla="*/ 6230679 w 7357730"/>
                  <a:gd name="connsiteY31" fmla="*/ 1414897 h 3280756"/>
                  <a:gd name="connsiteX32" fmla="*/ 6363586 w 7357730"/>
                  <a:gd name="connsiteY32" fmla="*/ 1149083 h 3280756"/>
                  <a:gd name="connsiteX33" fmla="*/ 6608135 w 7357730"/>
                  <a:gd name="connsiteY33" fmla="*/ 1398948 h 3280756"/>
                  <a:gd name="connsiteX34" fmla="*/ 6746358 w 7357730"/>
                  <a:gd name="connsiteY34" fmla="*/ 1781720 h 3280756"/>
                  <a:gd name="connsiteX35" fmla="*/ 6900530 w 7357730"/>
                  <a:gd name="connsiteY35" fmla="*/ 2090064 h 3280756"/>
                  <a:gd name="connsiteX36" fmla="*/ 7006856 w 7357730"/>
                  <a:gd name="connsiteY36" fmla="*/ 2185757 h 3280756"/>
                  <a:gd name="connsiteX37" fmla="*/ 7272670 w 7357730"/>
                  <a:gd name="connsiteY37" fmla="*/ 1861464 h 3280756"/>
                  <a:gd name="connsiteX38" fmla="*/ 7357730 w 7357730"/>
                  <a:gd name="connsiteY38" fmla="*/ 1664762 h 3280756"/>
                  <a:gd name="connsiteX39" fmla="*/ 7357730 w 7357730"/>
                  <a:gd name="connsiteY39" fmla="*/ 1664762 h 3280756"/>
                  <a:gd name="connsiteX0" fmla="*/ 0 w 7357730"/>
                  <a:gd name="connsiteY0" fmla="*/ 1686027 h 3280756"/>
                  <a:gd name="connsiteX1" fmla="*/ 154172 w 7357730"/>
                  <a:gd name="connsiteY1" fmla="*/ 1861464 h 3280756"/>
                  <a:gd name="connsiteX2" fmla="*/ 297711 w 7357730"/>
                  <a:gd name="connsiteY2" fmla="*/ 1872097 h 3280756"/>
                  <a:gd name="connsiteX3" fmla="*/ 584790 w 7357730"/>
                  <a:gd name="connsiteY3" fmla="*/ 1340469 h 3280756"/>
                  <a:gd name="connsiteX4" fmla="*/ 813391 w 7357730"/>
                  <a:gd name="connsiteY4" fmla="*/ 548343 h 3280756"/>
                  <a:gd name="connsiteX5" fmla="*/ 967563 w 7357730"/>
                  <a:gd name="connsiteY5" fmla="*/ 11399 h 3280756"/>
                  <a:gd name="connsiteX6" fmla="*/ 1100470 w 7357730"/>
                  <a:gd name="connsiteY6" fmla="*/ 303794 h 3280756"/>
                  <a:gd name="connsiteX7" fmla="*/ 1254642 w 7357730"/>
                  <a:gd name="connsiteY7" fmla="*/ 1638180 h 3280756"/>
                  <a:gd name="connsiteX8" fmla="*/ 1440712 w 7357730"/>
                  <a:gd name="connsiteY8" fmla="*/ 3211799 h 3280756"/>
                  <a:gd name="connsiteX9" fmla="*/ 1679944 w 7357730"/>
                  <a:gd name="connsiteY9" fmla="*/ 2866241 h 3280756"/>
                  <a:gd name="connsiteX10" fmla="*/ 1924493 w 7357730"/>
                  <a:gd name="connsiteY10" fmla="*/ 1659446 h 3280756"/>
                  <a:gd name="connsiteX11" fmla="*/ 2222205 w 7357730"/>
                  <a:gd name="connsiteY11" fmla="*/ 739729 h 3280756"/>
                  <a:gd name="connsiteX12" fmla="*/ 2482702 w 7357730"/>
                  <a:gd name="connsiteY12" fmla="*/ 1281990 h 3280756"/>
                  <a:gd name="connsiteX13" fmla="*/ 2519916 w 7357730"/>
                  <a:gd name="connsiteY13" fmla="*/ 1643497 h 3280756"/>
                  <a:gd name="connsiteX14" fmla="*/ 2759149 w 7357730"/>
                  <a:gd name="connsiteY14" fmla="*/ 2478152 h 3280756"/>
                  <a:gd name="connsiteX15" fmla="*/ 2950535 w 7357730"/>
                  <a:gd name="connsiteY15" fmla="*/ 2451571 h 3280756"/>
                  <a:gd name="connsiteX16" fmla="*/ 3290777 w 7357730"/>
                  <a:gd name="connsiteY16" fmla="*/ 1648813 h 3280756"/>
                  <a:gd name="connsiteX17" fmla="*/ 3418367 w 7357730"/>
                  <a:gd name="connsiteY17" fmla="*/ 1404264 h 3280756"/>
                  <a:gd name="connsiteX18" fmla="*/ 3710763 w 7357730"/>
                  <a:gd name="connsiteY18" fmla="*/ 1600966 h 3280756"/>
                  <a:gd name="connsiteX19" fmla="*/ 3875567 w 7357730"/>
                  <a:gd name="connsiteY19" fmla="*/ 1781720 h 3280756"/>
                  <a:gd name="connsiteX20" fmla="*/ 4093535 w 7357730"/>
                  <a:gd name="connsiteY20" fmla="*/ 1802985 h 3280756"/>
                  <a:gd name="connsiteX21" fmla="*/ 4332767 w 7357730"/>
                  <a:gd name="connsiteY21" fmla="*/ 1760455 h 3280756"/>
                  <a:gd name="connsiteX22" fmla="*/ 4577316 w 7357730"/>
                  <a:gd name="connsiteY22" fmla="*/ 1957157 h 3280756"/>
                  <a:gd name="connsiteX23" fmla="*/ 4774019 w 7357730"/>
                  <a:gd name="connsiteY23" fmla="*/ 1808301 h 3280756"/>
                  <a:gd name="connsiteX24" fmla="*/ 4922874 w 7357730"/>
                  <a:gd name="connsiteY24" fmla="*/ 1388315 h 3280756"/>
                  <a:gd name="connsiteX25" fmla="*/ 5050465 w 7357730"/>
                  <a:gd name="connsiteY25" fmla="*/ 1218194 h 3280756"/>
                  <a:gd name="connsiteX26" fmla="*/ 5284381 w 7357730"/>
                  <a:gd name="connsiteY26" fmla="*/ 1494641 h 3280756"/>
                  <a:gd name="connsiteX27" fmla="*/ 5512981 w 7357730"/>
                  <a:gd name="connsiteY27" fmla="*/ 1792352 h 3280756"/>
                  <a:gd name="connsiteX28" fmla="*/ 5794744 w 7357730"/>
                  <a:gd name="connsiteY28" fmla="*/ 2339929 h 3280756"/>
                  <a:gd name="connsiteX29" fmla="*/ 5938284 w 7357730"/>
                  <a:gd name="connsiteY29" fmla="*/ 2345246 h 3280756"/>
                  <a:gd name="connsiteX30" fmla="*/ 6134986 w 7357730"/>
                  <a:gd name="connsiteY30" fmla="*/ 1712608 h 3280756"/>
                  <a:gd name="connsiteX31" fmla="*/ 6230679 w 7357730"/>
                  <a:gd name="connsiteY31" fmla="*/ 1414897 h 3280756"/>
                  <a:gd name="connsiteX32" fmla="*/ 6363586 w 7357730"/>
                  <a:gd name="connsiteY32" fmla="*/ 1149083 h 3280756"/>
                  <a:gd name="connsiteX33" fmla="*/ 6608135 w 7357730"/>
                  <a:gd name="connsiteY33" fmla="*/ 1398948 h 3280756"/>
                  <a:gd name="connsiteX34" fmla="*/ 6746358 w 7357730"/>
                  <a:gd name="connsiteY34" fmla="*/ 1781720 h 3280756"/>
                  <a:gd name="connsiteX35" fmla="*/ 6900530 w 7357730"/>
                  <a:gd name="connsiteY35" fmla="*/ 2090064 h 3280756"/>
                  <a:gd name="connsiteX36" fmla="*/ 7006856 w 7357730"/>
                  <a:gd name="connsiteY36" fmla="*/ 2185757 h 3280756"/>
                  <a:gd name="connsiteX37" fmla="*/ 7272670 w 7357730"/>
                  <a:gd name="connsiteY37" fmla="*/ 1861464 h 3280756"/>
                  <a:gd name="connsiteX38" fmla="*/ 7357730 w 7357730"/>
                  <a:gd name="connsiteY38" fmla="*/ 1664762 h 3280756"/>
                  <a:gd name="connsiteX39" fmla="*/ 7357730 w 7357730"/>
                  <a:gd name="connsiteY39" fmla="*/ 1664762 h 3280756"/>
                  <a:gd name="connsiteX0" fmla="*/ 0 w 7357730"/>
                  <a:gd name="connsiteY0" fmla="*/ 1678811 h 3273540"/>
                  <a:gd name="connsiteX1" fmla="*/ 154172 w 7357730"/>
                  <a:gd name="connsiteY1" fmla="*/ 1854248 h 3273540"/>
                  <a:gd name="connsiteX2" fmla="*/ 297711 w 7357730"/>
                  <a:gd name="connsiteY2" fmla="*/ 1864881 h 3273540"/>
                  <a:gd name="connsiteX3" fmla="*/ 584790 w 7357730"/>
                  <a:gd name="connsiteY3" fmla="*/ 1333253 h 3273540"/>
                  <a:gd name="connsiteX4" fmla="*/ 850605 w 7357730"/>
                  <a:gd name="connsiteY4" fmla="*/ 413537 h 3273540"/>
                  <a:gd name="connsiteX5" fmla="*/ 967563 w 7357730"/>
                  <a:gd name="connsiteY5" fmla="*/ 4183 h 3273540"/>
                  <a:gd name="connsiteX6" fmla="*/ 1100470 w 7357730"/>
                  <a:gd name="connsiteY6" fmla="*/ 296578 h 3273540"/>
                  <a:gd name="connsiteX7" fmla="*/ 1254642 w 7357730"/>
                  <a:gd name="connsiteY7" fmla="*/ 1630964 h 3273540"/>
                  <a:gd name="connsiteX8" fmla="*/ 1440712 w 7357730"/>
                  <a:gd name="connsiteY8" fmla="*/ 3204583 h 3273540"/>
                  <a:gd name="connsiteX9" fmla="*/ 1679944 w 7357730"/>
                  <a:gd name="connsiteY9" fmla="*/ 2859025 h 3273540"/>
                  <a:gd name="connsiteX10" fmla="*/ 1924493 w 7357730"/>
                  <a:gd name="connsiteY10" fmla="*/ 1652230 h 3273540"/>
                  <a:gd name="connsiteX11" fmla="*/ 2222205 w 7357730"/>
                  <a:gd name="connsiteY11" fmla="*/ 732513 h 3273540"/>
                  <a:gd name="connsiteX12" fmla="*/ 2482702 w 7357730"/>
                  <a:gd name="connsiteY12" fmla="*/ 1274774 h 3273540"/>
                  <a:gd name="connsiteX13" fmla="*/ 2519916 w 7357730"/>
                  <a:gd name="connsiteY13" fmla="*/ 1636281 h 3273540"/>
                  <a:gd name="connsiteX14" fmla="*/ 2759149 w 7357730"/>
                  <a:gd name="connsiteY14" fmla="*/ 2470936 h 3273540"/>
                  <a:gd name="connsiteX15" fmla="*/ 2950535 w 7357730"/>
                  <a:gd name="connsiteY15" fmla="*/ 2444355 h 3273540"/>
                  <a:gd name="connsiteX16" fmla="*/ 3290777 w 7357730"/>
                  <a:gd name="connsiteY16" fmla="*/ 1641597 h 3273540"/>
                  <a:gd name="connsiteX17" fmla="*/ 3418367 w 7357730"/>
                  <a:gd name="connsiteY17" fmla="*/ 1397048 h 3273540"/>
                  <a:gd name="connsiteX18" fmla="*/ 3710763 w 7357730"/>
                  <a:gd name="connsiteY18" fmla="*/ 1593750 h 3273540"/>
                  <a:gd name="connsiteX19" fmla="*/ 3875567 w 7357730"/>
                  <a:gd name="connsiteY19" fmla="*/ 1774504 h 3273540"/>
                  <a:gd name="connsiteX20" fmla="*/ 4093535 w 7357730"/>
                  <a:gd name="connsiteY20" fmla="*/ 1795769 h 3273540"/>
                  <a:gd name="connsiteX21" fmla="*/ 4332767 w 7357730"/>
                  <a:gd name="connsiteY21" fmla="*/ 1753239 h 3273540"/>
                  <a:gd name="connsiteX22" fmla="*/ 4577316 w 7357730"/>
                  <a:gd name="connsiteY22" fmla="*/ 1949941 h 3273540"/>
                  <a:gd name="connsiteX23" fmla="*/ 4774019 w 7357730"/>
                  <a:gd name="connsiteY23" fmla="*/ 1801085 h 3273540"/>
                  <a:gd name="connsiteX24" fmla="*/ 4922874 w 7357730"/>
                  <a:gd name="connsiteY24" fmla="*/ 1381099 h 3273540"/>
                  <a:gd name="connsiteX25" fmla="*/ 5050465 w 7357730"/>
                  <a:gd name="connsiteY25" fmla="*/ 1210978 h 3273540"/>
                  <a:gd name="connsiteX26" fmla="*/ 5284381 w 7357730"/>
                  <a:gd name="connsiteY26" fmla="*/ 1487425 h 3273540"/>
                  <a:gd name="connsiteX27" fmla="*/ 5512981 w 7357730"/>
                  <a:gd name="connsiteY27" fmla="*/ 1785136 h 3273540"/>
                  <a:gd name="connsiteX28" fmla="*/ 5794744 w 7357730"/>
                  <a:gd name="connsiteY28" fmla="*/ 2332713 h 3273540"/>
                  <a:gd name="connsiteX29" fmla="*/ 5938284 w 7357730"/>
                  <a:gd name="connsiteY29" fmla="*/ 2338030 h 3273540"/>
                  <a:gd name="connsiteX30" fmla="*/ 6134986 w 7357730"/>
                  <a:gd name="connsiteY30" fmla="*/ 1705392 h 3273540"/>
                  <a:gd name="connsiteX31" fmla="*/ 6230679 w 7357730"/>
                  <a:gd name="connsiteY31" fmla="*/ 1407681 h 3273540"/>
                  <a:gd name="connsiteX32" fmla="*/ 6363586 w 7357730"/>
                  <a:gd name="connsiteY32" fmla="*/ 1141867 h 3273540"/>
                  <a:gd name="connsiteX33" fmla="*/ 6608135 w 7357730"/>
                  <a:gd name="connsiteY33" fmla="*/ 1391732 h 3273540"/>
                  <a:gd name="connsiteX34" fmla="*/ 6746358 w 7357730"/>
                  <a:gd name="connsiteY34" fmla="*/ 1774504 h 3273540"/>
                  <a:gd name="connsiteX35" fmla="*/ 6900530 w 7357730"/>
                  <a:gd name="connsiteY35" fmla="*/ 2082848 h 3273540"/>
                  <a:gd name="connsiteX36" fmla="*/ 7006856 w 7357730"/>
                  <a:gd name="connsiteY36" fmla="*/ 2178541 h 3273540"/>
                  <a:gd name="connsiteX37" fmla="*/ 7272670 w 7357730"/>
                  <a:gd name="connsiteY37" fmla="*/ 1854248 h 3273540"/>
                  <a:gd name="connsiteX38" fmla="*/ 7357730 w 7357730"/>
                  <a:gd name="connsiteY38" fmla="*/ 1657546 h 3273540"/>
                  <a:gd name="connsiteX39" fmla="*/ 7357730 w 7357730"/>
                  <a:gd name="connsiteY39" fmla="*/ 1657546 h 3273540"/>
                  <a:gd name="connsiteX0" fmla="*/ 0 w 7357730"/>
                  <a:gd name="connsiteY0" fmla="*/ 1676404 h 3271133"/>
                  <a:gd name="connsiteX1" fmla="*/ 154172 w 7357730"/>
                  <a:gd name="connsiteY1" fmla="*/ 1851841 h 3271133"/>
                  <a:gd name="connsiteX2" fmla="*/ 297711 w 7357730"/>
                  <a:gd name="connsiteY2" fmla="*/ 1862474 h 3271133"/>
                  <a:gd name="connsiteX3" fmla="*/ 584790 w 7357730"/>
                  <a:gd name="connsiteY3" fmla="*/ 1330846 h 3271133"/>
                  <a:gd name="connsiteX4" fmla="*/ 850605 w 7357730"/>
                  <a:gd name="connsiteY4" fmla="*/ 411130 h 3271133"/>
                  <a:gd name="connsiteX5" fmla="*/ 967563 w 7357730"/>
                  <a:gd name="connsiteY5" fmla="*/ 1776 h 3271133"/>
                  <a:gd name="connsiteX6" fmla="*/ 1127051 w 7357730"/>
                  <a:gd name="connsiteY6" fmla="*/ 326069 h 3271133"/>
                  <a:gd name="connsiteX7" fmla="*/ 1254642 w 7357730"/>
                  <a:gd name="connsiteY7" fmla="*/ 1628557 h 3271133"/>
                  <a:gd name="connsiteX8" fmla="*/ 1440712 w 7357730"/>
                  <a:gd name="connsiteY8" fmla="*/ 3202176 h 3271133"/>
                  <a:gd name="connsiteX9" fmla="*/ 1679944 w 7357730"/>
                  <a:gd name="connsiteY9" fmla="*/ 2856618 h 3271133"/>
                  <a:gd name="connsiteX10" fmla="*/ 1924493 w 7357730"/>
                  <a:gd name="connsiteY10" fmla="*/ 1649823 h 3271133"/>
                  <a:gd name="connsiteX11" fmla="*/ 2222205 w 7357730"/>
                  <a:gd name="connsiteY11" fmla="*/ 730106 h 3271133"/>
                  <a:gd name="connsiteX12" fmla="*/ 2482702 w 7357730"/>
                  <a:gd name="connsiteY12" fmla="*/ 1272367 h 3271133"/>
                  <a:gd name="connsiteX13" fmla="*/ 2519916 w 7357730"/>
                  <a:gd name="connsiteY13" fmla="*/ 1633874 h 3271133"/>
                  <a:gd name="connsiteX14" fmla="*/ 2759149 w 7357730"/>
                  <a:gd name="connsiteY14" fmla="*/ 2468529 h 3271133"/>
                  <a:gd name="connsiteX15" fmla="*/ 2950535 w 7357730"/>
                  <a:gd name="connsiteY15" fmla="*/ 2441948 h 3271133"/>
                  <a:gd name="connsiteX16" fmla="*/ 3290777 w 7357730"/>
                  <a:gd name="connsiteY16" fmla="*/ 1639190 h 3271133"/>
                  <a:gd name="connsiteX17" fmla="*/ 3418367 w 7357730"/>
                  <a:gd name="connsiteY17" fmla="*/ 1394641 h 3271133"/>
                  <a:gd name="connsiteX18" fmla="*/ 3710763 w 7357730"/>
                  <a:gd name="connsiteY18" fmla="*/ 1591343 h 3271133"/>
                  <a:gd name="connsiteX19" fmla="*/ 3875567 w 7357730"/>
                  <a:gd name="connsiteY19" fmla="*/ 1772097 h 3271133"/>
                  <a:gd name="connsiteX20" fmla="*/ 4093535 w 7357730"/>
                  <a:gd name="connsiteY20" fmla="*/ 1793362 h 3271133"/>
                  <a:gd name="connsiteX21" fmla="*/ 4332767 w 7357730"/>
                  <a:gd name="connsiteY21" fmla="*/ 1750832 h 3271133"/>
                  <a:gd name="connsiteX22" fmla="*/ 4577316 w 7357730"/>
                  <a:gd name="connsiteY22" fmla="*/ 1947534 h 3271133"/>
                  <a:gd name="connsiteX23" fmla="*/ 4774019 w 7357730"/>
                  <a:gd name="connsiteY23" fmla="*/ 1798678 h 3271133"/>
                  <a:gd name="connsiteX24" fmla="*/ 4922874 w 7357730"/>
                  <a:gd name="connsiteY24" fmla="*/ 1378692 h 3271133"/>
                  <a:gd name="connsiteX25" fmla="*/ 5050465 w 7357730"/>
                  <a:gd name="connsiteY25" fmla="*/ 1208571 h 3271133"/>
                  <a:gd name="connsiteX26" fmla="*/ 5284381 w 7357730"/>
                  <a:gd name="connsiteY26" fmla="*/ 1485018 h 3271133"/>
                  <a:gd name="connsiteX27" fmla="*/ 5512981 w 7357730"/>
                  <a:gd name="connsiteY27" fmla="*/ 1782729 h 3271133"/>
                  <a:gd name="connsiteX28" fmla="*/ 5794744 w 7357730"/>
                  <a:gd name="connsiteY28" fmla="*/ 2330306 h 3271133"/>
                  <a:gd name="connsiteX29" fmla="*/ 5938284 w 7357730"/>
                  <a:gd name="connsiteY29" fmla="*/ 2335623 h 3271133"/>
                  <a:gd name="connsiteX30" fmla="*/ 6134986 w 7357730"/>
                  <a:gd name="connsiteY30" fmla="*/ 1702985 h 3271133"/>
                  <a:gd name="connsiteX31" fmla="*/ 6230679 w 7357730"/>
                  <a:gd name="connsiteY31" fmla="*/ 1405274 h 3271133"/>
                  <a:gd name="connsiteX32" fmla="*/ 6363586 w 7357730"/>
                  <a:gd name="connsiteY32" fmla="*/ 1139460 h 3271133"/>
                  <a:gd name="connsiteX33" fmla="*/ 6608135 w 7357730"/>
                  <a:gd name="connsiteY33" fmla="*/ 1389325 h 3271133"/>
                  <a:gd name="connsiteX34" fmla="*/ 6746358 w 7357730"/>
                  <a:gd name="connsiteY34" fmla="*/ 1772097 h 3271133"/>
                  <a:gd name="connsiteX35" fmla="*/ 6900530 w 7357730"/>
                  <a:gd name="connsiteY35" fmla="*/ 2080441 h 3271133"/>
                  <a:gd name="connsiteX36" fmla="*/ 7006856 w 7357730"/>
                  <a:gd name="connsiteY36" fmla="*/ 2176134 h 3271133"/>
                  <a:gd name="connsiteX37" fmla="*/ 7272670 w 7357730"/>
                  <a:gd name="connsiteY37" fmla="*/ 1851841 h 3271133"/>
                  <a:gd name="connsiteX38" fmla="*/ 7357730 w 7357730"/>
                  <a:gd name="connsiteY38" fmla="*/ 1655139 h 3271133"/>
                  <a:gd name="connsiteX39" fmla="*/ 7357730 w 7357730"/>
                  <a:gd name="connsiteY39" fmla="*/ 1655139 h 3271133"/>
                  <a:gd name="connsiteX0" fmla="*/ 0 w 7357730"/>
                  <a:gd name="connsiteY0" fmla="*/ 1678505 h 3249148"/>
                  <a:gd name="connsiteX1" fmla="*/ 154172 w 7357730"/>
                  <a:gd name="connsiteY1" fmla="*/ 1853942 h 3249148"/>
                  <a:gd name="connsiteX2" fmla="*/ 297711 w 7357730"/>
                  <a:gd name="connsiteY2" fmla="*/ 1864575 h 3249148"/>
                  <a:gd name="connsiteX3" fmla="*/ 584790 w 7357730"/>
                  <a:gd name="connsiteY3" fmla="*/ 1332947 h 3249148"/>
                  <a:gd name="connsiteX4" fmla="*/ 850605 w 7357730"/>
                  <a:gd name="connsiteY4" fmla="*/ 413231 h 3249148"/>
                  <a:gd name="connsiteX5" fmla="*/ 967563 w 7357730"/>
                  <a:gd name="connsiteY5" fmla="*/ 3877 h 3249148"/>
                  <a:gd name="connsiteX6" fmla="*/ 1127051 w 7357730"/>
                  <a:gd name="connsiteY6" fmla="*/ 328170 h 3249148"/>
                  <a:gd name="connsiteX7" fmla="*/ 1345019 w 7357730"/>
                  <a:gd name="connsiteY7" fmla="*/ 1986849 h 3249148"/>
                  <a:gd name="connsiteX8" fmla="*/ 1440712 w 7357730"/>
                  <a:gd name="connsiteY8" fmla="*/ 3204277 h 3249148"/>
                  <a:gd name="connsiteX9" fmla="*/ 1679944 w 7357730"/>
                  <a:gd name="connsiteY9" fmla="*/ 2858719 h 3249148"/>
                  <a:gd name="connsiteX10" fmla="*/ 1924493 w 7357730"/>
                  <a:gd name="connsiteY10" fmla="*/ 1651924 h 3249148"/>
                  <a:gd name="connsiteX11" fmla="*/ 2222205 w 7357730"/>
                  <a:gd name="connsiteY11" fmla="*/ 732207 h 3249148"/>
                  <a:gd name="connsiteX12" fmla="*/ 2482702 w 7357730"/>
                  <a:gd name="connsiteY12" fmla="*/ 1274468 h 3249148"/>
                  <a:gd name="connsiteX13" fmla="*/ 2519916 w 7357730"/>
                  <a:gd name="connsiteY13" fmla="*/ 1635975 h 3249148"/>
                  <a:gd name="connsiteX14" fmla="*/ 2759149 w 7357730"/>
                  <a:gd name="connsiteY14" fmla="*/ 2470630 h 3249148"/>
                  <a:gd name="connsiteX15" fmla="*/ 2950535 w 7357730"/>
                  <a:gd name="connsiteY15" fmla="*/ 2444049 h 3249148"/>
                  <a:gd name="connsiteX16" fmla="*/ 3290777 w 7357730"/>
                  <a:gd name="connsiteY16" fmla="*/ 1641291 h 3249148"/>
                  <a:gd name="connsiteX17" fmla="*/ 3418367 w 7357730"/>
                  <a:gd name="connsiteY17" fmla="*/ 1396742 h 3249148"/>
                  <a:gd name="connsiteX18" fmla="*/ 3710763 w 7357730"/>
                  <a:gd name="connsiteY18" fmla="*/ 1593444 h 3249148"/>
                  <a:gd name="connsiteX19" fmla="*/ 3875567 w 7357730"/>
                  <a:gd name="connsiteY19" fmla="*/ 1774198 h 3249148"/>
                  <a:gd name="connsiteX20" fmla="*/ 4093535 w 7357730"/>
                  <a:gd name="connsiteY20" fmla="*/ 1795463 h 3249148"/>
                  <a:gd name="connsiteX21" fmla="*/ 4332767 w 7357730"/>
                  <a:gd name="connsiteY21" fmla="*/ 1752933 h 3249148"/>
                  <a:gd name="connsiteX22" fmla="*/ 4577316 w 7357730"/>
                  <a:gd name="connsiteY22" fmla="*/ 1949635 h 3249148"/>
                  <a:gd name="connsiteX23" fmla="*/ 4774019 w 7357730"/>
                  <a:gd name="connsiteY23" fmla="*/ 1800779 h 3249148"/>
                  <a:gd name="connsiteX24" fmla="*/ 4922874 w 7357730"/>
                  <a:gd name="connsiteY24" fmla="*/ 1380793 h 3249148"/>
                  <a:gd name="connsiteX25" fmla="*/ 5050465 w 7357730"/>
                  <a:gd name="connsiteY25" fmla="*/ 1210672 h 3249148"/>
                  <a:gd name="connsiteX26" fmla="*/ 5284381 w 7357730"/>
                  <a:gd name="connsiteY26" fmla="*/ 1487119 h 3249148"/>
                  <a:gd name="connsiteX27" fmla="*/ 5512981 w 7357730"/>
                  <a:gd name="connsiteY27" fmla="*/ 1784830 h 3249148"/>
                  <a:gd name="connsiteX28" fmla="*/ 5794744 w 7357730"/>
                  <a:gd name="connsiteY28" fmla="*/ 2332407 h 3249148"/>
                  <a:gd name="connsiteX29" fmla="*/ 5938284 w 7357730"/>
                  <a:gd name="connsiteY29" fmla="*/ 2337724 h 3249148"/>
                  <a:gd name="connsiteX30" fmla="*/ 6134986 w 7357730"/>
                  <a:gd name="connsiteY30" fmla="*/ 1705086 h 3249148"/>
                  <a:gd name="connsiteX31" fmla="*/ 6230679 w 7357730"/>
                  <a:gd name="connsiteY31" fmla="*/ 1407375 h 3249148"/>
                  <a:gd name="connsiteX32" fmla="*/ 6363586 w 7357730"/>
                  <a:gd name="connsiteY32" fmla="*/ 1141561 h 3249148"/>
                  <a:gd name="connsiteX33" fmla="*/ 6608135 w 7357730"/>
                  <a:gd name="connsiteY33" fmla="*/ 1391426 h 3249148"/>
                  <a:gd name="connsiteX34" fmla="*/ 6746358 w 7357730"/>
                  <a:gd name="connsiteY34" fmla="*/ 1774198 h 3249148"/>
                  <a:gd name="connsiteX35" fmla="*/ 6900530 w 7357730"/>
                  <a:gd name="connsiteY35" fmla="*/ 2082542 h 3249148"/>
                  <a:gd name="connsiteX36" fmla="*/ 7006856 w 7357730"/>
                  <a:gd name="connsiteY36" fmla="*/ 2178235 h 3249148"/>
                  <a:gd name="connsiteX37" fmla="*/ 7272670 w 7357730"/>
                  <a:gd name="connsiteY37" fmla="*/ 1853942 h 3249148"/>
                  <a:gd name="connsiteX38" fmla="*/ 7357730 w 7357730"/>
                  <a:gd name="connsiteY38" fmla="*/ 1657240 h 3249148"/>
                  <a:gd name="connsiteX39" fmla="*/ 7357730 w 7357730"/>
                  <a:gd name="connsiteY39" fmla="*/ 1657240 h 3249148"/>
                  <a:gd name="connsiteX0" fmla="*/ 0 w 7357730"/>
                  <a:gd name="connsiteY0" fmla="*/ 1678505 h 3250134"/>
                  <a:gd name="connsiteX1" fmla="*/ 154172 w 7357730"/>
                  <a:gd name="connsiteY1" fmla="*/ 1853942 h 3250134"/>
                  <a:gd name="connsiteX2" fmla="*/ 297711 w 7357730"/>
                  <a:gd name="connsiteY2" fmla="*/ 1864575 h 3250134"/>
                  <a:gd name="connsiteX3" fmla="*/ 584790 w 7357730"/>
                  <a:gd name="connsiteY3" fmla="*/ 1332947 h 3250134"/>
                  <a:gd name="connsiteX4" fmla="*/ 850605 w 7357730"/>
                  <a:gd name="connsiteY4" fmla="*/ 413231 h 3250134"/>
                  <a:gd name="connsiteX5" fmla="*/ 967563 w 7357730"/>
                  <a:gd name="connsiteY5" fmla="*/ 3877 h 3250134"/>
                  <a:gd name="connsiteX6" fmla="*/ 1127051 w 7357730"/>
                  <a:gd name="connsiteY6" fmla="*/ 328170 h 3250134"/>
                  <a:gd name="connsiteX7" fmla="*/ 1345019 w 7357730"/>
                  <a:gd name="connsiteY7" fmla="*/ 1986849 h 3250134"/>
                  <a:gd name="connsiteX8" fmla="*/ 1440712 w 7357730"/>
                  <a:gd name="connsiteY8" fmla="*/ 3204277 h 3250134"/>
                  <a:gd name="connsiteX9" fmla="*/ 1653363 w 7357730"/>
                  <a:gd name="connsiteY9" fmla="*/ 2864035 h 3250134"/>
                  <a:gd name="connsiteX10" fmla="*/ 1924493 w 7357730"/>
                  <a:gd name="connsiteY10" fmla="*/ 1651924 h 3250134"/>
                  <a:gd name="connsiteX11" fmla="*/ 2222205 w 7357730"/>
                  <a:gd name="connsiteY11" fmla="*/ 732207 h 3250134"/>
                  <a:gd name="connsiteX12" fmla="*/ 2482702 w 7357730"/>
                  <a:gd name="connsiteY12" fmla="*/ 1274468 h 3250134"/>
                  <a:gd name="connsiteX13" fmla="*/ 2519916 w 7357730"/>
                  <a:gd name="connsiteY13" fmla="*/ 1635975 h 3250134"/>
                  <a:gd name="connsiteX14" fmla="*/ 2759149 w 7357730"/>
                  <a:gd name="connsiteY14" fmla="*/ 2470630 h 3250134"/>
                  <a:gd name="connsiteX15" fmla="*/ 2950535 w 7357730"/>
                  <a:gd name="connsiteY15" fmla="*/ 2444049 h 3250134"/>
                  <a:gd name="connsiteX16" fmla="*/ 3290777 w 7357730"/>
                  <a:gd name="connsiteY16" fmla="*/ 1641291 h 3250134"/>
                  <a:gd name="connsiteX17" fmla="*/ 3418367 w 7357730"/>
                  <a:gd name="connsiteY17" fmla="*/ 1396742 h 3250134"/>
                  <a:gd name="connsiteX18" fmla="*/ 3710763 w 7357730"/>
                  <a:gd name="connsiteY18" fmla="*/ 1593444 h 3250134"/>
                  <a:gd name="connsiteX19" fmla="*/ 3875567 w 7357730"/>
                  <a:gd name="connsiteY19" fmla="*/ 1774198 h 3250134"/>
                  <a:gd name="connsiteX20" fmla="*/ 4093535 w 7357730"/>
                  <a:gd name="connsiteY20" fmla="*/ 1795463 h 3250134"/>
                  <a:gd name="connsiteX21" fmla="*/ 4332767 w 7357730"/>
                  <a:gd name="connsiteY21" fmla="*/ 1752933 h 3250134"/>
                  <a:gd name="connsiteX22" fmla="*/ 4577316 w 7357730"/>
                  <a:gd name="connsiteY22" fmla="*/ 1949635 h 3250134"/>
                  <a:gd name="connsiteX23" fmla="*/ 4774019 w 7357730"/>
                  <a:gd name="connsiteY23" fmla="*/ 1800779 h 3250134"/>
                  <a:gd name="connsiteX24" fmla="*/ 4922874 w 7357730"/>
                  <a:gd name="connsiteY24" fmla="*/ 1380793 h 3250134"/>
                  <a:gd name="connsiteX25" fmla="*/ 5050465 w 7357730"/>
                  <a:gd name="connsiteY25" fmla="*/ 1210672 h 3250134"/>
                  <a:gd name="connsiteX26" fmla="*/ 5284381 w 7357730"/>
                  <a:gd name="connsiteY26" fmla="*/ 1487119 h 3250134"/>
                  <a:gd name="connsiteX27" fmla="*/ 5512981 w 7357730"/>
                  <a:gd name="connsiteY27" fmla="*/ 1784830 h 3250134"/>
                  <a:gd name="connsiteX28" fmla="*/ 5794744 w 7357730"/>
                  <a:gd name="connsiteY28" fmla="*/ 2332407 h 3250134"/>
                  <a:gd name="connsiteX29" fmla="*/ 5938284 w 7357730"/>
                  <a:gd name="connsiteY29" fmla="*/ 2337724 h 3250134"/>
                  <a:gd name="connsiteX30" fmla="*/ 6134986 w 7357730"/>
                  <a:gd name="connsiteY30" fmla="*/ 1705086 h 3250134"/>
                  <a:gd name="connsiteX31" fmla="*/ 6230679 w 7357730"/>
                  <a:gd name="connsiteY31" fmla="*/ 1407375 h 3250134"/>
                  <a:gd name="connsiteX32" fmla="*/ 6363586 w 7357730"/>
                  <a:gd name="connsiteY32" fmla="*/ 1141561 h 3250134"/>
                  <a:gd name="connsiteX33" fmla="*/ 6608135 w 7357730"/>
                  <a:gd name="connsiteY33" fmla="*/ 1391426 h 3250134"/>
                  <a:gd name="connsiteX34" fmla="*/ 6746358 w 7357730"/>
                  <a:gd name="connsiteY34" fmla="*/ 1774198 h 3250134"/>
                  <a:gd name="connsiteX35" fmla="*/ 6900530 w 7357730"/>
                  <a:gd name="connsiteY35" fmla="*/ 2082542 h 3250134"/>
                  <a:gd name="connsiteX36" fmla="*/ 7006856 w 7357730"/>
                  <a:gd name="connsiteY36" fmla="*/ 2178235 h 3250134"/>
                  <a:gd name="connsiteX37" fmla="*/ 7272670 w 7357730"/>
                  <a:gd name="connsiteY37" fmla="*/ 1853942 h 3250134"/>
                  <a:gd name="connsiteX38" fmla="*/ 7357730 w 7357730"/>
                  <a:gd name="connsiteY38" fmla="*/ 1657240 h 3250134"/>
                  <a:gd name="connsiteX39" fmla="*/ 7357730 w 7357730"/>
                  <a:gd name="connsiteY39" fmla="*/ 1657240 h 3250134"/>
                  <a:gd name="connsiteX0" fmla="*/ 0 w 7357730"/>
                  <a:gd name="connsiteY0" fmla="*/ 1678505 h 3251132"/>
                  <a:gd name="connsiteX1" fmla="*/ 154172 w 7357730"/>
                  <a:gd name="connsiteY1" fmla="*/ 1853942 h 3251132"/>
                  <a:gd name="connsiteX2" fmla="*/ 297711 w 7357730"/>
                  <a:gd name="connsiteY2" fmla="*/ 1864575 h 3251132"/>
                  <a:gd name="connsiteX3" fmla="*/ 584790 w 7357730"/>
                  <a:gd name="connsiteY3" fmla="*/ 1332947 h 3251132"/>
                  <a:gd name="connsiteX4" fmla="*/ 850605 w 7357730"/>
                  <a:gd name="connsiteY4" fmla="*/ 413231 h 3251132"/>
                  <a:gd name="connsiteX5" fmla="*/ 967563 w 7357730"/>
                  <a:gd name="connsiteY5" fmla="*/ 3877 h 3251132"/>
                  <a:gd name="connsiteX6" fmla="*/ 1127051 w 7357730"/>
                  <a:gd name="connsiteY6" fmla="*/ 328170 h 3251132"/>
                  <a:gd name="connsiteX7" fmla="*/ 1345019 w 7357730"/>
                  <a:gd name="connsiteY7" fmla="*/ 1986849 h 3251132"/>
                  <a:gd name="connsiteX8" fmla="*/ 1440712 w 7357730"/>
                  <a:gd name="connsiteY8" fmla="*/ 3204277 h 3251132"/>
                  <a:gd name="connsiteX9" fmla="*/ 1653363 w 7357730"/>
                  <a:gd name="connsiteY9" fmla="*/ 2864035 h 3251132"/>
                  <a:gd name="connsiteX10" fmla="*/ 1956391 w 7357730"/>
                  <a:gd name="connsiteY10" fmla="*/ 1598761 h 3251132"/>
                  <a:gd name="connsiteX11" fmla="*/ 2222205 w 7357730"/>
                  <a:gd name="connsiteY11" fmla="*/ 732207 h 3251132"/>
                  <a:gd name="connsiteX12" fmla="*/ 2482702 w 7357730"/>
                  <a:gd name="connsiteY12" fmla="*/ 1274468 h 3251132"/>
                  <a:gd name="connsiteX13" fmla="*/ 2519916 w 7357730"/>
                  <a:gd name="connsiteY13" fmla="*/ 1635975 h 3251132"/>
                  <a:gd name="connsiteX14" fmla="*/ 2759149 w 7357730"/>
                  <a:gd name="connsiteY14" fmla="*/ 2470630 h 3251132"/>
                  <a:gd name="connsiteX15" fmla="*/ 2950535 w 7357730"/>
                  <a:gd name="connsiteY15" fmla="*/ 2444049 h 3251132"/>
                  <a:gd name="connsiteX16" fmla="*/ 3290777 w 7357730"/>
                  <a:gd name="connsiteY16" fmla="*/ 1641291 h 3251132"/>
                  <a:gd name="connsiteX17" fmla="*/ 3418367 w 7357730"/>
                  <a:gd name="connsiteY17" fmla="*/ 1396742 h 3251132"/>
                  <a:gd name="connsiteX18" fmla="*/ 3710763 w 7357730"/>
                  <a:gd name="connsiteY18" fmla="*/ 1593444 h 3251132"/>
                  <a:gd name="connsiteX19" fmla="*/ 3875567 w 7357730"/>
                  <a:gd name="connsiteY19" fmla="*/ 1774198 h 3251132"/>
                  <a:gd name="connsiteX20" fmla="*/ 4093535 w 7357730"/>
                  <a:gd name="connsiteY20" fmla="*/ 1795463 h 3251132"/>
                  <a:gd name="connsiteX21" fmla="*/ 4332767 w 7357730"/>
                  <a:gd name="connsiteY21" fmla="*/ 1752933 h 3251132"/>
                  <a:gd name="connsiteX22" fmla="*/ 4577316 w 7357730"/>
                  <a:gd name="connsiteY22" fmla="*/ 1949635 h 3251132"/>
                  <a:gd name="connsiteX23" fmla="*/ 4774019 w 7357730"/>
                  <a:gd name="connsiteY23" fmla="*/ 1800779 h 3251132"/>
                  <a:gd name="connsiteX24" fmla="*/ 4922874 w 7357730"/>
                  <a:gd name="connsiteY24" fmla="*/ 1380793 h 3251132"/>
                  <a:gd name="connsiteX25" fmla="*/ 5050465 w 7357730"/>
                  <a:gd name="connsiteY25" fmla="*/ 1210672 h 3251132"/>
                  <a:gd name="connsiteX26" fmla="*/ 5284381 w 7357730"/>
                  <a:gd name="connsiteY26" fmla="*/ 1487119 h 3251132"/>
                  <a:gd name="connsiteX27" fmla="*/ 5512981 w 7357730"/>
                  <a:gd name="connsiteY27" fmla="*/ 1784830 h 3251132"/>
                  <a:gd name="connsiteX28" fmla="*/ 5794744 w 7357730"/>
                  <a:gd name="connsiteY28" fmla="*/ 2332407 h 3251132"/>
                  <a:gd name="connsiteX29" fmla="*/ 5938284 w 7357730"/>
                  <a:gd name="connsiteY29" fmla="*/ 2337724 h 3251132"/>
                  <a:gd name="connsiteX30" fmla="*/ 6134986 w 7357730"/>
                  <a:gd name="connsiteY30" fmla="*/ 1705086 h 3251132"/>
                  <a:gd name="connsiteX31" fmla="*/ 6230679 w 7357730"/>
                  <a:gd name="connsiteY31" fmla="*/ 1407375 h 3251132"/>
                  <a:gd name="connsiteX32" fmla="*/ 6363586 w 7357730"/>
                  <a:gd name="connsiteY32" fmla="*/ 1141561 h 3251132"/>
                  <a:gd name="connsiteX33" fmla="*/ 6608135 w 7357730"/>
                  <a:gd name="connsiteY33" fmla="*/ 1391426 h 3251132"/>
                  <a:gd name="connsiteX34" fmla="*/ 6746358 w 7357730"/>
                  <a:gd name="connsiteY34" fmla="*/ 1774198 h 3251132"/>
                  <a:gd name="connsiteX35" fmla="*/ 6900530 w 7357730"/>
                  <a:gd name="connsiteY35" fmla="*/ 2082542 h 3251132"/>
                  <a:gd name="connsiteX36" fmla="*/ 7006856 w 7357730"/>
                  <a:gd name="connsiteY36" fmla="*/ 2178235 h 3251132"/>
                  <a:gd name="connsiteX37" fmla="*/ 7272670 w 7357730"/>
                  <a:gd name="connsiteY37" fmla="*/ 1853942 h 3251132"/>
                  <a:gd name="connsiteX38" fmla="*/ 7357730 w 7357730"/>
                  <a:gd name="connsiteY38" fmla="*/ 1657240 h 3251132"/>
                  <a:gd name="connsiteX39" fmla="*/ 7357730 w 7357730"/>
                  <a:gd name="connsiteY39" fmla="*/ 1657240 h 3251132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22205 w 7357730"/>
                  <a:gd name="connsiteY11" fmla="*/ 732207 h 3150461"/>
                  <a:gd name="connsiteX12" fmla="*/ 2482702 w 7357730"/>
                  <a:gd name="connsiteY12" fmla="*/ 1274468 h 3150461"/>
                  <a:gd name="connsiteX13" fmla="*/ 2519916 w 7357730"/>
                  <a:gd name="connsiteY13" fmla="*/ 1635975 h 3150461"/>
                  <a:gd name="connsiteX14" fmla="*/ 2759149 w 7357730"/>
                  <a:gd name="connsiteY14" fmla="*/ 2470630 h 3150461"/>
                  <a:gd name="connsiteX15" fmla="*/ 2950535 w 7357730"/>
                  <a:gd name="connsiteY15" fmla="*/ 2444049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82702 w 7357730"/>
                  <a:gd name="connsiteY12" fmla="*/ 1274468 h 3150461"/>
                  <a:gd name="connsiteX13" fmla="*/ 2519916 w 7357730"/>
                  <a:gd name="connsiteY13" fmla="*/ 1635975 h 3150461"/>
                  <a:gd name="connsiteX14" fmla="*/ 2759149 w 7357730"/>
                  <a:gd name="connsiteY14" fmla="*/ 2470630 h 3150461"/>
                  <a:gd name="connsiteX15" fmla="*/ 2950535 w 7357730"/>
                  <a:gd name="connsiteY15" fmla="*/ 2444049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519916 w 7357730"/>
                  <a:gd name="connsiteY13" fmla="*/ 1635975 h 3150461"/>
                  <a:gd name="connsiteX14" fmla="*/ 2759149 w 7357730"/>
                  <a:gd name="connsiteY14" fmla="*/ 2470630 h 3150461"/>
                  <a:gd name="connsiteX15" fmla="*/ 2950535 w 7357730"/>
                  <a:gd name="connsiteY15" fmla="*/ 2444049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759149 w 7357730"/>
                  <a:gd name="connsiteY14" fmla="*/ 2470630 h 3150461"/>
                  <a:gd name="connsiteX15" fmla="*/ 2950535 w 7357730"/>
                  <a:gd name="connsiteY15" fmla="*/ 2444049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759149 w 7357730"/>
                  <a:gd name="connsiteY14" fmla="*/ 2470630 h 3150461"/>
                  <a:gd name="connsiteX15" fmla="*/ 3056861 w 7357730"/>
                  <a:gd name="connsiteY15" fmla="*/ 2236714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44210 w 7357730"/>
                  <a:gd name="connsiteY14" fmla="*/ 2523793 h 3150461"/>
                  <a:gd name="connsiteX15" fmla="*/ 3056861 w 7357730"/>
                  <a:gd name="connsiteY15" fmla="*/ 2236714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70791 w 7357730"/>
                  <a:gd name="connsiteY14" fmla="*/ 2539742 h 3150461"/>
                  <a:gd name="connsiteX15" fmla="*/ 3056861 w 7357730"/>
                  <a:gd name="connsiteY15" fmla="*/ 2236714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86739 w 7357730"/>
                  <a:gd name="connsiteY14" fmla="*/ 2539742 h 3150461"/>
                  <a:gd name="connsiteX15" fmla="*/ 3056861 w 7357730"/>
                  <a:gd name="connsiteY15" fmla="*/ 2236714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290777 w 7357730"/>
                  <a:gd name="connsiteY16" fmla="*/ 1641291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18367 w 7357730"/>
                  <a:gd name="connsiteY17" fmla="*/ 1396742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79 w 7357730"/>
                  <a:gd name="connsiteY17" fmla="*/ 1338263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519377 w 7357730"/>
                  <a:gd name="connsiteY17" fmla="*/ 1338263 h 3150461"/>
                  <a:gd name="connsiteX18" fmla="*/ 3710763 w 7357730"/>
                  <a:gd name="connsiteY18" fmla="*/ 1593444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519377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875567 w 7357730"/>
                  <a:gd name="connsiteY19" fmla="*/ 1774198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332767 w 7357730"/>
                  <a:gd name="connsiteY21" fmla="*/ 1752933 h 3150461"/>
                  <a:gd name="connsiteX22" fmla="*/ 4577316 w 7357730"/>
                  <a:gd name="connsiteY22" fmla="*/ 1949635 h 3150461"/>
                  <a:gd name="connsiteX23" fmla="*/ 4774019 w 7357730"/>
                  <a:gd name="connsiteY23" fmla="*/ 1800779 h 3150461"/>
                  <a:gd name="connsiteX24" fmla="*/ 4922874 w 7357730"/>
                  <a:gd name="connsiteY24" fmla="*/ 1380793 h 3150461"/>
                  <a:gd name="connsiteX25" fmla="*/ 5050465 w 7357730"/>
                  <a:gd name="connsiteY25" fmla="*/ 1210672 h 3150461"/>
                  <a:gd name="connsiteX26" fmla="*/ 5284381 w 7357730"/>
                  <a:gd name="connsiteY26" fmla="*/ 1487119 h 3150461"/>
                  <a:gd name="connsiteX27" fmla="*/ 5512981 w 7357730"/>
                  <a:gd name="connsiteY27" fmla="*/ 1784830 h 3150461"/>
                  <a:gd name="connsiteX28" fmla="*/ 5794744 w 7357730"/>
                  <a:gd name="connsiteY28" fmla="*/ 2332407 h 3150461"/>
                  <a:gd name="connsiteX29" fmla="*/ 5938284 w 7357730"/>
                  <a:gd name="connsiteY29" fmla="*/ 2337724 h 3150461"/>
                  <a:gd name="connsiteX30" fmla="*/ 6134986 w 7357730"/>
                  <a:gd name="connsiteY30" fmla="*/ 1705086 h 3150461"/>
                  <a:gd name="connsiteX31" fmla="*/ 6230679 w 7357730"/>
                  <a:gd name="connsiteY31" fmla="*/ 1407375 h 3150461"/>
                  <a:gd name="connsiteX32" fmla="*/ 6363586 w 7357730"/>
                  <a:gd name="connsiteY32" fmla="*/ 1141561 h 3150461"/>
                  <a:gd name="connsiteX33" fmla="*/ 6608135 w 7357730"/>
                  <a:gd name="connsiteY33" fmla="*/ 1391426 h 3150461"/>
                  <a:gd name="connsiteX34" fmla="*/ 6746358 w 7357730"/>
                  <a:gd name="connsiteY34" fmla="*/ 1774198 h 3150461"/>
                  <a:gd name="connsiteX35" fmla="*/ 6900530 w 7357730"/>
                  <a:gd name="connsiteY35" fmla="*/ 2082542 h 3150461"/>
                  <a:gd name="connsiteX36" fmla="*/ 7006856 w 7357730"/>
                  <a:gd name="connsiteY36" fmla="*/ 2178235 h 3150461"/>
                  <a:gd name="connsiteX37" fmla="*/ 7272670 w 7357730"/>
                  <a:gd name="connsiteY37" fmla="*/ 1853942 h 3150461"/>
                  <a:gd name="connsiteX38" fmla="*/ 7357730 w 7357730"/>
                  <a:gd name="connsiteY38" fmla="*/ 1657240 h 3150461"/>
                  <a:gd name="connsiteX39" fmla="*/ 7357730 w 7357730"/>
                  <a:gd name="connsiteY39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577316 w 7357730"/>
                  <a:gd name="connsiteY23" fmla="*/ 1949635 h 3150461"/>
                  <a:gd name="connsiteX24" fmla="*/ 4774019 w 7357730"/>
                  <a:gd name="connsiteY24" fmla="*/ 1800779 h 3150461"/>
                  <a:gd name="connsiteX25" fmla="*/ 4922874 w 7357730"/>
                  <a:gd name="connsiteY25" fmla="*/ 1380793 h 3150461"/>
                  <a:gd name="connsiteX26" fmla="*/ 5050465 w 7357730"/>
                  <a:gd name="connsiteY26" fmla="*/ 1210672 h 3150461"/>
                  <a:gd name="connsiteX27" fmla="*/ 5284381 w 7357730"/>
                  <a:gd name="connsiteY27" fmla="*/ 1487119 h 3150461"/>
                  <a:gd name="connsiteX28" fmla="*/ 5512981 w 7357730"/>
                  <a:gd name="connsiteY28" fmla="*/ 1784830 h 3150461"/>
                  <a:gd name="connsiteX29" fmla="*/ 5794744 w 7357730"/>
                  <a:gd name="connsiteY29" fmla="*/ 2332407 h 3150461"/>
                  <a:gd name="connsiteX30" fmla="*/ 5938284 w 7357730"/>
                  <a:gd name="connsiteY30" fmla="*/ 2337724 h 3150461"/>
                  <a:gd name="connsiteX31" fmla="*/ 6134986 w 7357730"/>
                  <a:gd name="connsiteY31" fmla="*/ 1705086 h 3150461"/>
                  <a:gd name="connsiteX32" fmla="*/ 6230679 w 7357730"/>
                  <a:gd name="connsiteY32" fmla="*/ 1407375 h 3150461"/>
                  <a:gd name="connsiteX33" fmla="*/ 6363586 w 7357730"/>
                  <a:gd name="connsiteY33" fmla="*/ 1141561 h 3150461"/>
                  <a:gd name="connsiteX34" fmla="*/ 6608135 w 7357730"/>
                  <a:gd name="connsiteY34" fmla="*/ 1391426 h 3150461"/>
                  <a:gd name="connsiteX35" fmla="*/ 6746358 w 7357730"/>
                  <a:gd name="connsiteY35" fmla="*/ 1774198 h 3150461"/>
                  <a:gd name="connsiteX36" fmla="*/ 6900530 w 7357730"/>
                  <a:gd name="connsiteY36" fmla="*/ 2082542 h 3150461"/>
                  <a:gd name="connsiteX37" fmla="*/ 7006856 w 7357730"/>
                  <a:gd name="connsiteY37" fmla="*/ 2178235 h 3150461"/>
                  <a:gd name="connsiteX38" fmla="*/ 7272670 w 7357730"/>
                  <a:gd name="connsiteY38" fmla="*/ 1853942 h 3150461"/>
                  <a:gd name="connsiteX39" fmla="*/ 7357730 w 7357730"/>
                  <a:gd name="connsiteY39" fmla="*/ 1657240 h 3150461"/>
                  <a:gd name="connsiteX40" fmla="*/ 7357730 w 7357730"/>
                  <a:gd name="connsiteY40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44409 w 7357730"/>
                  <a:gd name="connsiteY23" fmla="*/ 1848627 h 3150461"/>
                  <a:gd name="connsiteX24" fmla="*/ 4577316 w 7357730"/>
                  <a:gd name="connsiteY24" fmla="*/ 1949635 h 3150461"/>
                  <a:gd name="connsiteX25" fmla="*/ 4774019 w 7357730"/>
                  <a:gd name="connsiteY25" fmla="*/ 1800779 h 3150461"/>
                  <a:gd name="connsiteX26" fmla="*/ 4922874 w 7357730"/>
                  <a:gd name="connsiteY26" fmla="*/ 1380793 h 3150461"/>
                  <a:gd name="connsiteX27" fmla="*/ 5050465 w 7357730"/>
                  <a:gd name="connsiteY27" fmla="*/ 1210672 h 3150461"/>
                  <a:gd name="connsiteX28" fmla="*/ 5284381 w 7357730"/>
                  <a:gd name="connsiteY28" fmla="*/ 1487119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74019 w 7357730"/>
                  <a:gd name="connsiteY25" fmla="*/ 1800779 h 3150461"/>
                  <a:gd name="connsiteX26" fmla="*/ 4922874 w 7357730"/>
                  <a:gd name="connsiteY26" fmla="*/ 1380793 h 3150461"/>
                  <a:gd name="connsiteX27" fmla="*/ 5050465 w 7357730"/>
                  <a:gd name="connsiteY27" fmla="*/ 1210672 h 3150461"/>
                  <a:gd name="connsiteX28" fmla="*/ 5284381 w 7357730"/>
                  <a:gd name="connsiteY28" fmla="*/ 1487119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22874 w 7357730"/>
                  <a:gd name="connsiteY26" fmla="*/ 1380793 h 3150461"/>
                  <a:gd name="connsiteX27" fmla="*/ 5050465 w 7357730"/>
                  <a:gd name="connsiteY27" fmla="*/ 1210672 h 3150461"/>
                  <a:gd name="connsiteX28" fmla="*/ 5284381 w 7357730"/>
                  <a:gd name="connsiteY28" fmla="*/ 1487119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50465 w 7357730"/>
                  <a:gd name="connsiteY27" fmla="*/ 1210672 h 3150461"/>
                  <a:gd name="connsiteX28" fmla="*/ 5284381 w 7357730"/>
                  <a:gd name="connsiteY28" fmla="*/ 1487119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50465 w 7357730"/>
                  <a:gd name="connsiteY27" fmla="*/ 1210672 h 3150461"/>
                  <a:gd name="connsiteX28" fmla="*/ 5247167 w 7357730"/>
                  <a:gd name="connsiteY28" fmla="*/ 1364844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77047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512981 w 7357730"/>
                  <a:gd name="connsiteY29" fmla="*/ 1784830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94744 w 7357730"/>
                  <a:gd name="connsiteY30" fmla="*/ 2332407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38284 w 7357730"/>
                  <a:gd name="connsiteY31" fmla="*/ 2337724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91447 w 7357730"/>
                  <a:gd name="connsiteY31" fmla="*/ 2188868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91447 w 7357730"/>
                  <a:gd name="connsiteY31" fmla="*/ 2188868 h 3150461"/>
                  <a:gd name="connsiteX32" fmla="*/ 6134986 w 7357730"/>
                  <a:gd name="connsiteY32" fmla="*/ 1705086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91447 w 7357730"/>
                  <a:gd name="connsiteY31" fmla="*/ 2188868 h 3150461"/>
                  <a:gd name="connsiteX32" fmla="*/ 6230679 w 7357730"/>
                  <a:gd name="connsiteY32" fmla="*/ 1407375 h 3150461"/>
                  <a:gd name="connsiteX33" fmla="*/ 6363586 w 7357730"/>
                  <a:gd name="connsiteY33" fmla="*/ 1141561 h 3150461"/>
                  <a:gd name="connsiteX34" fmla="*/ 6608135 w 7357730"/>
                  <a:gd name="connsiteY34" fmla="*/ 1391426 h 3150461"/>
                  <a:gd name="connsiteX35" fmla="*/ 6746358 w 7357730"/>
                  <a:gd name="connsiteY35" fmla="*/ 1774198 h 3150461"/>
                  <a:gd name="connsiteX36" fmla="*/ 6900530 w 7357730"/>
                  <a:gd name="connsiteY36" fmla="*/ 2082542 h 3150461"/>
                  <a:gd name="connsiteX37" fmla="*/ 7006856 w 7357730"/>
                  <a:gd name="connsiteY37" fmla="*/ 2178235 h 3150461"/>
                  <a:gd name="connsiteX38" fmla="*/ 7272670 w 7357730"/>
                  <a:gd name="connsiteY38" fmla="*/ 1853942 h 3150461"/>
                  <a:gd name="connsiteX39" fmla="*/ 7357730 w 7357730"/>
                  <a:gd name="connsiteY39" fmla="*/ 1657240 h 3150461"/>
                  <a:gd name="connsiteX40" fmla="*/ 7357730 w 7357730"/>
                  <a:gd name="connsiteY40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6023345 w 7357730"/>
                  <a:gd name="connsiteY31" fmla="*/ 2156970 h 3150461"/>
                  <a:gd name="connsiteX32" fmla="*/ 6230679 w 7357730"/>
                  <a:gd name="connsiteY32" fmla="*/ 1407375 h 3150461"/>
                  <a:gd name="connsiteX33" fmla="*/ 6363586 w 7357730"/>
                  <a:gd name="connsiteY33" fmla="*/ 1141561 h 3150461"/>
                  <a:gd name="connsiteX34" fmla="*/ 6608135 w 7357730"/>
                  <a:gd name="connsiteY34" fmla="*/ 1391426 h 3150461"/>
                  <a:gd name="connsiteX35" fmla="*/ 6746358 w 7357730"/>
                  <a:gd name="connsiteY35" fmla="*/ 1774198 h 3150461"/>
                  <a:gd name="connsiteX36" fmla="*/ 6900530 w 7357730"/>
                  <a:gd name="connsiteY36" fmla="*/ 2082542 h 3150461"/>
                  <a:gd name="connsiteX37" fmla="*/ 7006856 w 7357730"/>
                  <a:gd name="connsiteY37" fmla="*/ 2178235 h 3150461"/>
                  <a:gd name="connsiteX38" fmla="*/ 7272670 w 7357730"/>
                  <a:gd name="connsiteY38" fmla="*/ 1853942 h 3150461"/>
                  <a:gd name="connsiteX39" fmla="*/ 7357730 w 7357730"/>
                  <a:gd name="connsiteY39" fmla="*/ 1657240 h 3150461"/>
                  <a:gd name="connsiteX40" fmla="*/ 7357730 w 7357730"/>
                  <a:gd name="connsiteY40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17019 w 7357730"/>
                  <a:gd name="connsiteY31" fmla="*/ 2305827 h 3150461"/>
                  <a:gd name="connsiteX32" fmla="*/ 6023345 w 7357730"/>
                  <a:gd name="connsiteY32" fmla="*/ 2156970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17019 w 7357730"/>
                  <a:gd name="connsiteY31" fmla="*/ 2305827 h 3150461"/>
                  <a:gd name="connsiteX32" fmla="*/ 6023345 w 7357730"/>
                  <a:gd name="connsiteY32" fmla="*/ 2146338 h 3150461"/>
                  <a:gd name="connsiteX33" fmla="*/ 6230679 w 7357730"/>
                  <a:gd name="connsiteY33" fmla="*/ 1407375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17019 w 7357730"/>
                  <a:gd name="connsiteY31" fmla="*/ 2305827 h 3150461"/>
                  <a:gd name="connsiteX32" fmla="*/ 6023345 w 7357730"/>
                  <a:gd name="connsiteY32" fmla="*/ 2146338 h 3150461"/>
                  <a:gd name="connsiteX33" fmla="*/ 6283842 w 7357730"/>
                  <a:gd name="connsiteY33" fmla="*/ 1359529 h 3150461"/>
                  <a:gd name="connsiteX34" fmla="*/ 6363586 w 7357730"/>
                  <a:gd name="connsiteY34" fmla="*/ 1141561 h 3150461"/>
                  <a:gd name="connsiteX35" fmla="*/ 6608135 w 7357730"/>
                  <a:gd name="connsiteY35" fmla="*/ 1391426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17019 w 7357730"/>
                  <a:gd name="connsiteY31" fmla="*/ 2305827 h 3150461"/>
                  <a:gd name="connsiteX32" fmla="*/ 6023345 w 7357730"/>
                  <a:gd name="connsiteY32" fmla="*/ 2146338 h 3150461"/>
                  <a:gd name="connsiteX33" fmla="*/ 6283842 w 7357730"/>
                  <a:gd name="connsiteY33" fmla="*/ 1359529 h 3150461"/>
                  <a:gd name="connsiteX34" fmla="*/ 6363586 w 7357730"/>
                  <a:gd name="connsiteY34" fmla="*/ 1141561 h 3150461"/>
                  <a:gd name="connsiteX35" fmla="*/ 6517758 w 7357730"/>
                  <a:gd name="connsiteY35" fmla="*/ 1237254 h 3150461"/>
                  <a:gd name="connsiteX36" fmla="*/ 6746358 w 7357730"/>
                  <a:gd name="connsiteY36" fmla="*/ 1774198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57730"/>
                  <a:gd name="connsiteY0" fmla="*/ 1678505 h 3150461"/>
                  <a:gd name="connsiteX1" fmla="*/ 154172 w 7357730"/>
                  <a:gd name="connsiteY1" fmla="*/ 1853942 h 3150461"/>
                  <a:gd name="connsiteX2" fmla="*/ 297711 w 7357730"/>
                  <a:gd name="connsiteY2" fmla="*/ 1864575 h 3150461"/>
                  <a:gd name="connsiteX3" fmla="*/ 584790 w 7357730"/>
                  <a:gd name="connsiteY3" fmla="*/ 1332947 h 3150461"/>
                  <a:gd name="connsiteX4" fmla="*/ 850605 w 7357730"/>
                  <a:gd name="connsiteY4" fmla="*/ 413231 h 3150461"/>
                  <a:gd name="connsiteX5" fmla="*/ 967563 w 7357730"/>
                  <a:gd name="connsiteY5" fmla="*/ 3877 h 3150461"/>
                  <a:gd name="connsiteX6" fmla="*/ 1127051 w 7357730"/>
                  <a:gd name="connsiteY6" fmla="*/ 328170 h 3150461"/>
                  <a:gd name="connsiteX7" fmla="*/ 1345019 w 7357730"/>
                  <a:gd name="connsiteY7" fmla="*/ 1986849 h 3150461"/>
                  <a:gd name="connsiteX8" fmla="*/ 1461977 w 7357730"/>
                  <a:gd name="connsiteY8" fmla="*/ 3087318 h 3150461"/>
                  <a:gd name="connsiteX9" fmla="*/ 1653363 w 7357730"/>
                  <a:gd name="connsiteY9" fmla="*/ 2864035 h 3150461"/>
                  <a:gd name="connsiteX10" fmla="*/ 1956391 w 7357730"/>
                  <a:gd name="connsiteY10" fmla="*/ 1598761 h 3150461"/>
                  <a:gd name="connsiteX11" fmla="*/ 2286000 w 7357730"/>
                  <a:gd name="connsiteY11" fmla="*/ 716258 h 3150461"/>
                  <a:gd name="connsiteX12" fmla="*/ 2477386 w 7357730"/>
                  <a:gd name="connsiteY12" fmla="*/ 1311682 h 3150461"/>
                  <a:gd name="connsiteX13" fmla="*/ 2732567 w 7357730"/>
                  <a:gd name="connsiteY13" fmla="*/ 2231399 h 3150461"/>
                  <a:gd name="connsiteX14" fmla="*/ 2892056 w 7357730"/>
                  <a:gd name="connsiteY14" fmla="*/ 2518477 h 3150461"/>
                  <a:gd name="connsiteX15" fmla="*/ 3056861 w 7357730"/>
                  <a:gd name="connsiteY15" fmla="*/ 2236714 h 3150461"/>
                  <a:gd name="connsiteX16" fmla="*/ 3349256 w 7357730"/>
                  <a:gd name="connsiteY16" fmla="*/ 1534966 h 3150461"/>
                  <a:gd name="connsiteX17" fmla="*/ 3487480 w 7357730"/>
                  <a:gd name="connsiteY17" fmla="*/ 1338263 h 3150461"/>
                  <a:gd name="connsiteX18" fmla="*/ 3668233 w 7357730"/>
                  <a:gd name="connsiteY18" fmla="*/ 1545598 h 3150461"/>
                  <a:gd name="connsiteX19" fmla="*/ 3934046 w 7357730"/>
                  <a:gd name="connsiteY19" fmla="*/ 1752933 h 3150461"/>
                  <a:gd name="connsiteX20" fmla="*/ 4093535 w 7357730"/>
                  <a:gd name="connsiteY20" fmla="*/ 1795463 h 3150461"/>
                  <a:gd name="connsiteX21" fmla="*/ 4210493 w 7357730"/>
                  <a:gd name="connsiteY21" fmla="*/ 1768883 h 3150461"/>
                  <a:gd name="connsiteX22" fmla="*/ 4332767 w 7357730"/>
                  <a:gd name="connsiteY22" fmla="*/ 1752933 h 3150461"/>
                  <a:gd name="connsiteX23" fmla="*/ 4460357 w 7357730"/>
                  <a:gd name="connsiteY23" fmla="*/ 1790148 h 3150461"/>
                  <a:gd name="connsiteX24" fmla="*/ 4577316 w 7357730"/>
                  <a:gd name="connsiteY24" fmla="*/ 1949635 h 3150461"/>
                  <a:gd name="connsiteX25" fmla="*/ 4731489 w 7357730"/>
                  <a:gd name="connsiteY25" fmla="*/ 1837993 h 3150461"/>
                  <a:gd name="connsiteX26" fmla="*/ 4976037 w 7357730"/>
                  <a:gd name="connsiteY26" fmla="*/ 1311681 h 3150461"/>
                  <a:gd name="connsiteX27" fmla="*/ 5098312 w 7357730"/>
                  <a:gd name="connsiteY27" fmla="*/ 1194723 h 3150461"/>
                  <a:gd name="connsiteX28" fmla="*/ 5247167 w 7357730"/>
                  <a:gd name="connsiteY28" fmla="*/ 1364844 h 3150461"/>
                  <a:gd name="connsiteX29" fmla="*/ 5491716 w 7357730"/>
                  <a:gd name="connsiteY29" fmla="*/ 1689137 h 3150461"/>
                  <a:gd name="connsiteX30" fmla="*/ 5752214 w 7357730"/>
                  <a:gd name="connsiteY30" fmla="*/ 2135704 h 3150461"/>
                  <a:gd name="connsiteX31" fmla="*/ 5917019 w 7357730"/>
                  <a:gd name="connsiteY31" fmla="*/ 2305827 h 3150461"/>
                  <a:gd name="connsiteX32" fmla="*/ 6023345 w 7357730"/>
                  <a:gd name="connsiteY32" fmla="*/ 2146338 h 3150461"/>
                  <a:gd name="connsiteX33" fmla="*/ 6283842 w 7357730"/>
                  <a:gd name="connsiteY33" fmla="*/ 1359529 h 3150461"/>
                  <a:gd name="connsiteX34" fmla="*/ 6363586 w 7357730"/>
                  <a:gd name="connsiteY34" fmla="*/ 1141561 h 3150461"/>
                  <a:gd name="connsiteX35" fmla="*/ 6517758 w 7357730"/>
                  <a:gd name="connsiteY35" fmla="*/ 1237254 h 3150461"/>
                  <a:gd name="connsiteX36" fmla="*/ 6799521 w 7357730"/>
                  <a:gd name="connsiteY36" fmla="*/ 1784830 h 3150461"/>
                  <a:gd name="connsiteX37" fmla="*/ 6900530 w 7357730"/>
                  <a:gd name="connsiteY37" fmla="*/ 2082542 h 3150461"/>
                  <a:gd name="connsiteX38" fmla="*/ 7006856 w 7357730"/>
                  <a:gd name="connsiteY38" fmla="*/ 2178235 h 3150461"/>
                  <a:gd name="connsiteX39" fmla="*/ 7272670 w 7357730"/>
                  <a:gd name="connsiteY39" fmla="*/ 1853942 h 3150461"/>
                  <a:gd name="connsiteX40" fmla="*/ 7357730 w 7357730"/>
                  <a:gd name="connsiteY40" fmla="*/ 1657240 h 3150461"/>
                  <a:gd name="connsiteX41" fmla="*/ 7357730 w 7357730"/>
                  <a:gd name="connsiteY41" fmla="*/ 1657240 h 3150461"/>
                  <a:gd name="connsiteX0" fmla="*/ 0 w 7387183"/>
                  <a:gd name="connsiteY0" fmla="*/ 1678505 h 3150461"/>
                  <a:gd name="connsiteX1" fmla="*/ 154172 w 7387183"/>
                  <a:gd name="connsiteY1" fmla="*/ 1853942 h 3150461"/>
                  <a:gd name="connsiteX2" fmla="*/ 297711 w 7387183"/>
                  <a:gd name="connsiteY2" fmla="*/ 1864575 h 3150461"/>
                  <a:gd name="connsiteX3" fmla="*/ 584790 w 7387183"/>
                  <a:gd name="connsiteY3" fmla="*/ 1332947 h 3150461"/>
                  <a:gd name="connsiteX4" fmla="*/ 850605 w 7387183"/>
                  <a:gd name="connsiteY4" fmla="*/ 413231 h 3150461"/>
                  <a:gd name="connsiteX5" fmla="*/ 967563 w 7387183"/>
                  <a:gd name="connsiteY5" fmla="*/ 3877 h 3150461"/>
                  <a:gd name="connsiteX6" fmla="*/ 1127051 w 7387183"/>
                  <a:gd name="connsiteY6" fmla="*/ 328170 h 3150461"/>
                  <a:gd name="connsiteX7" fmla="*/ 1345019 w 7387183"/>
                  <a:gd name="connsiteY7" fmla="*/ 1986849 h 3150461"/>
                  <a:gd name="connsiteX8" fmla="*/ 1461977 w 7387183"/>
                  <a:gd name="connsiteY8" fmla="*/ 3087318 h 3150461"/>
                  <a:gd name="connsiteX9" fmla="*/ 1653363 w 7387183"/>
                  <a:gd name="connsiteY9" fmla="*/ 2864035 h 3150461"/>
                  <a:gd name="connsiteX10" fmla="*/ 1956391 w 7387183"/>
                  <a:gd name="connsiteY10" fmla="*/ 1598761 h 3150461"/>
                  <a:gd name="connsiteX11" fmla="*/ 2286000 w 7387183"/>
                  <a:gd name="connsiteY11" fmla="*/ 716258 h 3150461"/>
                  <a:gd name="connsiteX12" fmla="*/ 2477386 w 7387183"/>
                  <a:gd name="connsiteY12" fmla="*/ 1311682 h 3150461"/>
                  <a:gd name="connsiteX13" fmla="*/ 2732567 w 7387183"/>
                  <a:gd name="connsiteY13" fmla="*/ 2231399 h 3150461"/>
                  <a:gd name="connsiteX14" fmla="*/ 2892056 w 7387183"/>
                  <a:gd name="connsiteY14" fmla="*/ 2518477 h 3150461"/>
                  <a:gd name="connsiteX15" fmla="*/ 3056861 w 7387183"/>
                  <a:gd name="connsiteY15" fmla="*/ 2236714 h 3150461"/>
                  <a:gd name="connsiteX16" fmla="*/ 3349256 w 7387183"/>
                  <a:gd name="connsiteY16" fmla="*/ 1534966 h 3150461"/>
                  <a:gd name="connsiteX17" fmla="*/ 3487480 w 7387183"/>
                  <a:gd name="connsiteY17" fmla="*/ 1338263 h 3150461"/>
                  <a:gd name="connsiteX18" fmla="*/ 3668233 w 7387183"/>
                  <a:gd name="connsiteY18" fmla="*/ 1545598 h 3150461"/>
                  <a:gd name="connsiteX19" fmla="*/ 3934046 w 7387183"/>
                  <a:gd name="connsiteY19" fmla="*/ 1752933 h 3150461"/>
                  <a:gd name="connsiteX20" fmla="*/ 4093535 w 7387183"/>
                  <a:gd name="connsiteY20" fmla="*/ 1795463 h 3150461"/>
                  <a:gd name="connsiteX21" fmla="*/ 4210493 w 7387183"/>
                  <a:gd name="connsiteY21" fmla="*/ 1768883 h 3150461"/>
                  <a:gd name="connsiteX22" fmla="*/ 4332767 w 7387183"/>
                  <a:gd name="connsiteY22" fmla="*/ 1752933 h 3150461"/>
                  <a:gd name="connsiteX23" fmla="*/ 4460357 w 7387183"/>
                  <a:gd name="connsiteY23" fmla="*/ 1790148 h 3150461"/>
                  <a:gd name="connsiteX24" fmla="*/ 4577316 w 7387183"/>
                  <a:gd name="connsiteY24" fmla="*/ 1949635 h 3150461"/>
                  <a:gd name="connsiteX25" fmla="*/ 4731489 w 7387183"/>
                  <a:gd name="connsiteY25" fmla="*/ 1837993 h 3150461"/>
                  <a:gd name="connsiteX26" fmla="*/ 4976037 w 7387183"/>
                  <a:gd name="connsiteY26" fmla="*/ 1311681 h 3150461"/>
                  <a:gd name="connsiteX27" fmla="*/ 5098312 w 7387183"/>
                  <a:gd name="connsiteY27" fmla="*/ 1194723 h 3150461"/>
                  <a:gd name="connsiteX28" fmla="*/ 5247167 w 7387183"/>
                  <a:gd name="connsiteY28" fmla="*/ 1364844 h 3150461"/>
                  <a:gd name="connsiteX29" fmla="*/ 5491716 w 7387183"/>
                  <a:gd name="connsiteY29" fmla="*/ 1689137 h 3150461"/>
                  <a:gd name="connsiteX30" fmla="*/ 5752214 w 7387183"/>
                  <a:gd name="connsiteY30" fmla="*/ 2135704 h 3150461"/>
                  <a:gd name="connsiteX31" fmla="*/ 5917019 w 7387183"/>
                  <a:gd name="connsiteY31" fmla="*/ 2305827 h 3150461"/>
                  <a:gd name="connsiteX32" fmla="*/ 6023345 w 7387183"/>
                  <a:gd name="connsiteY32" fmla="*/ 2146338 h 3150461"/>
                  <a:gd name="connsiteX33" fmla="*/ 6283842 w 7387183"/>
                  <a:gd name="connsiteY33" fmla="*/ 1359529 h 3150461"/>
                  <a:gd name="connsiteX34" fmla="*/ 6363586 w 7387183"/>
                  <a:gd name="connsiteY34" fmla="*/ 1141561 h 3150461"/>
                  <a:gd name="connsiteX35" fmla="*/ 6517758 w 7387183"/>
                  <a:gd name="connsiteY35" fmla="*/ 1237254 h 3150461"/>
                  <a:gd name="connsiteX36" fmla="*/ 6799521 w 7387183"/>
                  <a:gd name="connsiteY36" fmla="*/ 1784830 h 3150461"/>
                  <a:gd name="connsiteX37" fmla="*/ 6900530 w 7387183"/>
                  <a:gd name="connsiteY37" fmla="*/ 2082542 h 3150461"/>
                  <a:gd name="connsiteX38" fmla="*/ 7006856 w 7387183"/>
                  <a:gd name="connsiteY38" fmla="*/ 2178235 h 3150461"/>
                  <a:gd name="connsiteX39" fmla="*/ 7272670 w 7387183"/>
                  <a:gd name="connsiteY39" fmla="*/ 1853942 h 3150461"/>
                  <a:gd name="connsiteX40" fmla="*/ 7357730 w 7387183"/>
                  <a:gd name="connsiteY40" fmla="*/ 1657240 h 3150461"/>
                  <a:gd name="connsiteX41" fmla="*/ 7357730 w 7387183"/>
                  <a:gd name="connsiteY41" fmla="*/ 1657240 h 3150461"/>
                  <a:gd name="connsiteX0" fmla="*/ 0 w 7384699"/>
                  <a:gd name="connsiteY0" fmla="*/ 1678505 h 3150461"/>
                  <a:gd name="connsiteX1" fmla="*/ 154172 w 7384699"/>
                  <a:gd name="connsiteY1" fmla="*/ 1853942 h 3150461"/>
                  <a:gd name="connsiteX2" fmla="*/ 297711 w 7384699"/>
                  <a:gd name="connsiteY2" fmla="*/ 1864575 h 3150461"/>
                  <a:gd name="connsiteX3" fmla="*/ 584790 w 7384699"/>
                  <a:gd name="connsiteY3" fmla="*/ 1332947 h 3150461"/>
                  <a:gd name="connsiteX4" fmla="*/ 850605 w 7384699"/>
                  <a:gd name="connsiteY4" fmla="*/ 413231 h 3150461"/>
                  <a:gd name="connsiteX5" fmla="*/ 967563 w 7384699"/>
                  <a:gd name="connsiteY5" fmla="*/ 3877 h 3150461"/>
                  <a:gd name="connsiteX6" fmla="*/ 1127051 w 7384699"/>
                  <a:gd name="connsiteY6" fmla="*/ 328170 h 3150461"/>
                  <a:gd name="connsiteX7" fmla="*/ 1345019 w 7384699"/>
                  <a:gd name="connsiteY7" fmla="*/ 1986849 h 3150461"/>
                  <a:gd name="connsiteX8" fmla="*/ 1461977 w 7384699"/>
                  <a:gd name="connsiteY8" fmla="*/ 3087318 h 3150461"/>
                  <a:gd name="connsiteX9" fmla="*/ 1653363 w 7384699"/>
                  <a:gd name="connsiteY9" fmla="*/ 2864035 h 3150461"/>
                  <a:gd name="connsiteX10" fmla="*/ 1956391 w 7384699"/>
                  <a:gd name="connsiteY10" fmla="*/ 1598761 h 3150461"/>
                  <a:gd name="connsiteX11" fmla="*/ 2286000 w 7384699"/>
                  <a:gd name="connsiteY11" fmla="*/ 716258 h 3150461"/>
                  <a:gd name="connsiteX12" fmla="*/ 2477386 w 7384699"/>
                  <a:gd name="connsiteY12" fmla="*/ 1311682 h 3150461"/>
                  <a:gd name="connsiteX13" fmla="*/ 2732567 w 7384699"/>
                  <a:gd name="connsiteY13" fmla="*/ 2231399 h 3150461"/>
                  <a:gd name="connsiteX14" fmla="*/ 2892056 w 7384699"/>
                  <a:gd name="connsiteY14" fmla="*/ 2518477 h 3150461"/>
                  <a:gd name="connsiteX15" fmla="*/ 3056861 w 7384699"/>
                  <a:gd name="connsiteY15" fmla="*/ 2236714 h 3150461"/>
                  <a:gd name="connsiteX16" fmla="*/ 3349256 w 7384699"/>
                  <a:gd name="connsiteY16" fmla="*/ 1534966 h 3150461"/>
                  <a:gd name="connsiteX17" fmla="*/ 3487480 w 7384699"/>
                  <a:gd name="connsiteY17" fmla="*/ 1338263 h 3150461"/>
                  <a:gd name="connsiteX18" fmla="*/ 3668233 w 7384699"/>
                  <a:gd name="connsiteY18" fmla="*/ 1545598 h 3150461"/>
                  <a:gd name="connsiteX19" fmla="*/ 3934046 w 7384699"/>
                  <a:gd name="connsiteY19" fmla="*/ 1752933 h 3150461"/>
                  <a:gd name="connsiteX20" fmla="*/ 4093535 w 7384699"/>
                  <a:gd name="connsiteY20" fmla="*/ 1795463 h 3150461"/>
                  <a:gd name="connsiteX21" fmla="*/ 4210493 w 7384699"/>
                  <a:gd name="connsiteY21" fmla="*/ 1768883 h 3150461"/>
                  <a:gd name="connsiteX22" fmla="*/ 4332767 w 7384699"/>
                  <a:gd name="connsiteY22" fmla="*/ 1752933 h 3150461"/>
                  <a:gd name="connsiteX23" fmla="*/ 4460357 w 7384699"/>
                  <a:gd name="connsiteY23" fmla="*/ 1790148 h 3150461"/>
                  <a:gd name="connsiteX24" fmla="*/ 4577316 w 7384699"/>
                  <a:gd name="connsiteY24" fmla="*/ 1949635 h 3150461"/>
                  <a:gd name="connsiteX25" fmla="*/ 4731489 w 7384699"/>
                  <a:gd name="connsiteY25" fmla="*/ 1837993 h 3150461"/>
                  <a:gd name="connsiteX26" fmla="*/ 4976037 w 7384699"/>
                  <a:gd name="connsiteY26" fmla="*/ 1311681 h 3150461"/>
                  <a:gd name="connsiteX27" fmla="*/ 5098312 w 7384699"/>
                  <a:gd name="connsiteY27" fmla="*/ 1194723 h 3150461"/>
                  <a:gd name="connsiteX28" fmla="*/ 5247167 w 7384699"/>
                  <a:gd name="connsiteY28" fmla="*/ 1364844 h 3150461"/>
                  <a:gd name="connsiteX29" fmla="*/ 5491716 w 7384699"/>
                  <a:gd name="connsiteY29" fmla="*/ 1689137 h 3150461"/>
                  <a:gd name="connsiteX30" fmla="*/ 5752214 w 7384699"/>
                  <a:gd name="connsiteY30" fmla="*/ 2135704 h 3150461"/>
                  <a:gd name="connsiteX31" fmla="*/ 5917019 w 7384699"/>
                  <a:gd name="connsiteY31" fmla="*/ 2305827 h 3150461"/>
                  <a:gd name="connsiteX32" fmla="*/ 6023345 w 7384699"/>
                  <a:gd name="connsiteY32" fmla="*/ 2146338 h 3150461"/>
                  <a:gd name="connsiteX33" fmla="*/ 6283842 w 7384699"/>
                  <a:gd name="connsiteY33" fmla="*/ 1359529 h 3150461"/>
                  <a:gd name="connsiteX34" fmla="*/ 6363586 w 7384699"/>
                  <a:gd name="connsiteY34" fmla="*/ 1141561 h 3150461"/>
                  <a:gd name="connsiteX35" fmla="*/ 6517758 w 7384699"/>
                  <a:gd name="connsiteY35" fmla="*/ 1237254 h 3150461"/>
                  <a:gd name="connsiteX36" fmla="*/ 6799521 w 7384699"/>
                  <a:gd name="connsiteY36" fmla="*/ 1784830 h 3150461"/>
                  <a:gd name="connsiteX37" fmla="*/ 6900530 w 7384699"/>
                  <a:gd name="connsiteY37" fmla="*/ 2082542 h 3150461"/>
                  <a:gd name="connsiteX38" fmla="*/ 7006856 w 7384699"/>
                  <a:gd name="connsiteY38" fmla="*/ 2178235 h 3150461"/>
                  <a:gd name="connsiteX39" fmla="*/ 7272670 w 7384699"/>
                  <a:gd name="connsiteY39" fmla="*/ 1853942 h 3150461"/>
                  <a:gd name="connsiteX40" fmla="*/ 7357730 w 7384699"/>
                  <a:gd name="connsiteY40" fmla="*/ 1657240 h 3150461"/>
                  <a:gd name="connsiteX41" fmla="*/ 7315200 w 7384699"/>
                  <a:gd name="connsiteY41" fmla="*/ 1811412 h 3150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384699" h="3150461">
                    <a:moveTo>
                      <a:pt x="0" y="1678505"/>
                    </a:moveTo>
                    <a:cubicBezTo>
                      <a:pt x="31898" y="1765337"/>
                      <a:pt x="104554" y="1822930"/>
                      <a:pt x="154172" y="1853942"/>
                    </a:cubicBezTo>
                    <a:cubicBezTo>
                      <a:pt x="203791" y="1884954"/>
                      <a:pt x="225941" y="1951407"/>
                      <a:pt x="297711" y="1864575"/>
                    </a:cubicBezTo>
                    <a:cubicBezTo>
                      <a:pt x="369481" y="1777743"/>
                      <a:pt x="492641" y="1574838"/>
                      <a:pt x="584790" y="1332947"/>
                    </a:cubicBezTo>
                    <a:cubicBezTo>
                      <a:pt x="676939" y="1091056"/>
                      <a:pt x="786810" y="634743"/>
                      <a:pt x="850605" y="413231"/>
                    </a:cubicBezTo>
                    <a:cubicBezTo>
                      <a:pt x="914400" y="191719"/>
                      <a:pt x="921489" y="18054"/>
                      <a:pt x="967563" y="3877"/>
                    </a:cubicBezTo>
                    <a:cubicBezTo>
                      <a:pt x="1013637" y="-10300"/>
                      <a:pt x="1064142" y="-2325"/>
                      <a:pt x="1127051" y="328170"/>
                    </a:cubicBezTo>
                    <a:cubicBezTo>
                      <a:pt x="1189960" y="658665"/>
                      <a:pt x="1289198" y="1526991"/>
                      <a:pt x="1345019" y="1986849"/>
                    </a:cubicBezTo>
                    <a:cubicBezTo>
                      <a:pt x="1400840" y="2446707"/>
                      <a:pt x="1410586" y="2941120"/>
                      <a:pt x="1461977" y="3087318"/>
                    </a:cubicBezTo>
                    <a:cubicBezTo>
                      <a:pt x="1513368" y="3233516"/>
                      <a:pt x="1570961" y="3112128"/>
                      <a:pt x="1653363" y="2864035"/>
                    </a:cubicBezTo>
                    <a:cubicBezTo>
                      <a:pt x="1735765" y="2615942"/>
                      <a:pt x="1850952" y="1956724"/>
                      <a:pt x="1956391" y="1598761"/>
                    </a:cubicBezTo>
                    <a:cubicBezTo>
                      <a:pt x="2061830" y="1240798"/>
                      <a:pt x="2199168" y="764104"/>
                      <a:pt x="2286000" y="716258"/>
                    </a:cubicBezTo>
                    <a:cubicBezTo>
                      <a:pt x="2372832" y="668412"/>
                      <a:pt x="2402958" y="1059159"/>
                      <a:pt x="2477386" y="1311682"/>
                    </a:cubicBezTo>
                    <a:cubicBezTo>
                      <a:pt x="2551814" y="1564205"/>
                      <a:pt x="2663455" y="2030267"/>
                      <a:pt x="2732567" y="2231399"/>
                    </a:cubicBezTo>
                    <a:cubicBezTo>
                      <a:pt x="2801679" y="2432531"/>
                      <a:pt x="2838007" y="2517591"/>
                      <a:pt x="2892056" y="2518477"/>
                    </a:cubicBezTo>
                    <a:cubicBezTo>
                      <a:pt x="2946105" y="2519363"/>
                      <a:pt x="2980661" y="2400632"/>
                      <a:pt x="3056861" y="2236714"/>
                    </a:cubicBezTo>
                    <a:cubicBezTo>
                      <a:pt x="3133061" y="2072796"/>
                      <a:pt x="3277486" y="1684708"/>
                      <a:pt x="3349256" y="1534966"/>
                    </a:cubicBezTo>
                    <a:cubicBezTo>
                      <a:pt x="3421026" y="1385224"/>
                      <a:pt x="3434317" y="1336491"/>
                      <a:pt x="3487480" y="1338263"/>
                    </a:cubicBezTo>
                    <a:cubicBezTo>
                      <a:pt x="3540643" y="1340035"/>
                      <a:pt x="3593805" y="1476486"/>
                      <a:pt x="3668233" y="1545598"/>
                    </a:cubicBezTo>
                    <a:cubicBezTo>
                      <a:pt x="3742661" y="1614710"/>
                      <a:pt x="3863162" y="1711289"/>
                      <a:pt x="3934046" y="1752933"/>
                    </a:cubicBezTo>
                    <a:cubicBezTo>
                      <a:pt x="4004930" y="1794577"/>
                      <a:pt x="4047461" y="1792805"/>
                      <a:pt x="4093535" y="1795463"/>
                    </a:cubicBezTo>
                    <a:cubicBezTo>
                      <a:pt x="4139609" y="1798121"/>
                      <a:pt x="4170621" y="1775971"/>
                      <a:pt x="4210493" y="1768883"/>
                    </a:cubicBezTo>
                    <a:cubicBezTo>
                      <a:pt x="4250365" y="1761795"/>
                      <a:pt x="4291123" y="1749389"/>
                      <a:pt x="4332767" y="1752933"/>
                    </a:cubicBezTo>
                    <a:cubicBezTo>
                      <a:pt x="4374411" y="1756477"/>
                      <a:pt x="4419599" y="1757364"/>
                      <a:pt x="4460357" y="1790148"/>
                    </a:cubicBezTo>
                    <a:cubicBezTo>
                      <a:pt x="4501115" y="1822932"/>
                      <a:pt x="4532127" y="1941661"/>
                      <a:pt x="4577316" y="1949635"/>
                    </a:cubicBezTo>
                    <a:cubicBezTo>
                      <a:pt x="4622505" y="1957609"/>
                      <a:pt x="4665036" y="1944319"/>
                      <a:pt x="4731489" y="1837993"/>
                    </a:cubicBezTo>
                    <a:cubicBezTo>
                      <a:pt x="4797943" y="1731667"/>
                      <a:pt x="4914900" y="1418893"/>
                      <a:pt x="4976037" y="1311681"/>
                    </a:cubicBezTo>
                    <a:cubicBezTo>
                      <a:pt x="5037174" y="1204469"/>
                      <a:pt x="5053124" y="1185862"/>
                      <a:pt x="5098312" y="1194723"/>
                    </a:cubicBezTo>
                    <a:cubicBezTo>
                      <a:pt x="5143500" y="1203584"/>
                      <a:pt x="5181600" y="1282442"/>
                      <a:pt x="5247167" y="1364844"/>
                    </a:cubicBezTo>
                    <a:cubicBezTo>
                      <a:pt x="5312734" y="1447246"/>
                      <a:pt x="5407542" y="1560660"/>
                      <a:pt x="5491716" y="1689137"/>
                    </a:cubicBezTo>
                    <a:cubicBezTo>
                      <a:pt x="5575891" y="1817614"/>
                      <a:pt x="5681330" y="2032922"/>
                      <a:pt x="5752214" y="2135704"/>
                    </a:cubicBezTo>
                    <a:cubicBezTo>
                      <a:pt x="5823098" y="2238486"/>
                      <a:pt x="5871831" y="2302283"/>
                      <a:pt x="5917019" y="2305827"/>
                    </a:cubicBezTo>
                    <a:cubicBezTo>
                      <a:pt x="5962207" y="2309371"/>
                      <a:pt x="5962208" y="2304054"/>
                      <a:pt x="6023345" y="2146338"/>
                    </a:cubicBezTo>
                    <a:cubicBezTo>
                      <a:pt x="6084482" y="1988622"/>
                      <a:pt x="6227135" y="1526992"/>
                      <a:pt x="6283842" y="1359529"/>
                    </a:cubicBezTo>
                    <a:cubicBezTo>
                      <a:pt x="6340549" y="1192066"/>
                      <a:pt x="6324600" y="1161940"/>
                      <a:pt x="6363586" y="1141561"/>
                    </a:cubicBezTo>
                    <a:cubicBezTo>
                      <a:pt x="6402572" y="1121182"/>
                      <a:pt x="6445102" y="1130042"/>
                      <a:pt x="6517758" y="1237254"/>
                    </a:cubicBezTo>
                    <a:cubicBezTo>
                      <a:pt x="6590414" y="1344466"/>
                      <a:pt x="6735726" y="1643949"/>
                      <a:pt x="6799521" y="1784830"/>
                    </a:cubicBezTo>
                    <a:cubicBezTo>
                      <a:pt x="6863316" y="1925711"/>
                      <a:pt x="6865974" y="2016975"/>
                      <a:pt x="6900530" y="2082542"/>
                    </a:cubicBezTo>
                    <a:cubicBezTo>
                      <a:pt x="6935086" y="2148109"/>
                      <a:pt x="6944833" y="2216335"/>
                      <a:pt x="7006856" y="2178235"/>
                    </a:cubicBezTo>
                    <a:cubicBezTo>
                      <a:pt x="7068879" y="2140135"/>
                      <a:pt x="7081284" y="2158742"/>
                      <a:pt x="7272670" y="1853942"/>
                    </a:cubicBezTo>
                    <a:cubicBezTo>
                      <a:pt x="7464056" y="1549142"/>
                      <a:pt x="7350642" y="1664328"/>
                      <a:pt x="7357730" y="1657240"/>
                    </a:cubicBezTo>
                    <a:cubicBezTo>
                      <a:pt x="7364818" y="1650152"/>
                      <a:pt x="7329377" y="1760021"/>
                      <a:pt x="7315200" y="1811412"/>
                    </a:cubicBezTo>
                  </a:path>
                </a:pathLst>
              </a:custGeom>
              <a:noFill/>
              <a:ln w="381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" name="组合 29">
              <a:extLst>
                <a:ext uri="{FF2B5EF4-FFF2-40B4-BE49-F238E27FC236}">
                  <a16:creationId xmlns:a16="http://schemas.microsoft.com/office/drawing/2014/main" id="{09BD9BD7-9CD1-84E5-51D1-50362787B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860800"/>
              <a:ext cx="107950" cy="207963"/>
              <a:chOff x="1258658" y="3786984"/>
              <a:chExt cx="108000" cy="208140"/>
            </a:xfrm>
          </p:grpSpPr>
          <p:cxnSp>
            <p:nvCxnSpPr>
              <p:cNvPr id="78" name="直接连接符 19">
                <a:extLst>
                  <a:ext uri="{FF2B5EF4-FFF2-40B4-BE49-F238E27FC236}">
                    <a16:creationId xmlns:a16="http://schemas.microsoft.com/office/drawing/2014/main" id="{162D17B0-E63B-103A-8B2B-EA9C7CC886A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1258658" y="3857628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9" name="椭圆 20">
                <a:extLst>
                  <a:ext uri="{FF2B5EF4-FFF2-40B4-BE49-F238E27FC236}">
                    <a16:creationId xmlns:a16="http://schemas.microsoft.com/office/drawing/2014/main" id="{92E5308C-EF44-7D8E-5C3F-B89A6F06E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658" y="388712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" name="组合 79">
              <a:extLst>
                <a:ext uri="{FF2B5EF4-FFF2-40B4-BE49-F238E27FC236}">
                  <a16:creationId xmlns:a16="http://schemas.microsoft.com/office/drawing/2014/main" id="{A6C03016-D8B9-85C3-FA4F-813B02A16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0025" y="3859213"/>
              <a:ext cx="107950" cy="220662"/>
              <a:chOff x="1470670" y="3786190"/>
              <a:chExt cx="108000" cy="221380"/>
            </a:xfrm>
          </p:grpSpPr>
          <p:sp>
            <p:nvSpPr>
              <p:cNvPr id="76" name="椭圆 21">
                <a:extLst>
                  <a:ext uri="{FF2B5EF4-FFF2-40B4-BE49-F238E27FC236}">
                    <a16:creationId xmlns:a16="http://schemas.microsoft.com/office/drawing/2014/main" id="{4A383DAD-2778-E2AD-F6BF-4B249B59B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0670" y="3899570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cxnSp>
            <p:nvCxnSpPr>
              <p:cNvPr id="77" name="直接连接符 22">
                <a:extLst>
                  <a:ext uri="{FF2B5EF4-FFF2-40B4-BE49-F238E27FC236}">
                    <a16:creationId xmlns:a16="http://schemas.microsoft.com/office/drawing/2014/main" id="{7C318F5F-1A3C-3F39-5D0B-55613FB785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1457430" y="3856834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" name="组合 80">
              <a:extLst>
                <a:ext uri="{FF2B5EF4-FFF2-40B4-BE49-F238E27FC236}">
                  <a16:creationId xmlns:a16="http://schemas.microsoft.com/office/drawing/2014/main" id="{5907FB60-217D-729C-D77A-20CFAC95D4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9263" y="3502025"/>
              <a:ext cx="107950" cy="358775"/>
              <a:chOff x="1719860" y="3429000"/>
              <a:chExt cx="108000" cy="357984"/>
            </a:xfrm>
          </p:grpSpPr>
          <p:cxnSp>
            <p:nvCxnSpPr>
              <p:cNvPr id="74" name="直接连接符 24">
                <a:extLst>
                  <a:ext uri="{FF2B5EF4-FFF2-40B4-BE49-F238E27FC236}">
                    <a16:creationId xmlns:a16="http://schemas.microsoft.com/office/drawing/2014/main" id="{664D1B55-5DE5-73F4-7B31-376D9D264D8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643042" y="3643314"/>
                <a:ext cx="285752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5" name="椭圆 25">
                <a:extLst>
                  <a:ext uri="{FF2B5EF4-FFF2-40B4-BE49-F238E27FC236}">
                    <a16:creationId xmlns:a16="http://schemas.microsoft.com/office/drawing/2014/main" id="{A6128AF2-8403-F98C-8784-29B25D47F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860" y="3429000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" name="组合 30">
              <a:extLst>
                <a:ext uri="{FF2B5EF4-FFF2-40B4-BE49-F238E27FC236}">
                  <a16:creationId xmlns:a16="http://schemas.microsoft.com/office/drawing/2014/main" id="{C0CC1923-0EA1-2367-DD73-B5B7C9EA3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8025" y="2573338"/>
              <a:ext cx="107950" cy="1271587"/>
              <a:chOff x="1978418" y="2500306"/>
              <a:chExt cx="108000" cy="1271136"/>
            </a:xfrm>
          </p:grpSpPr>
          <p:cxnSp>
            <p:nvCxnSpPr>
              <p:cNvPr id="72" name="直接连接符 26">
                <a:extLst>
                  <a:ext uri="{FF2B5EF4-FFF2-40B4-BE49-F238E27FC236}">
                    <a16:creationId xmlns:a16="http://schemas.microsoft.com/office/drawing/2014/main" id="{CE7D3C38-5244-3A39-523C-8956EABF8C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V="1">
                <a:off x="1429879" y="3171593"/>
                <a:ext cx="1199698" cy="0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3" name="椭圆 28">
                <a:extLst>
                  <a:ext uri="{FF2B5EF4-FFF2-40B4-BE49-F238E27FC236}">
                    <a16:creationId xmlns:a16="http://schemas.microsoft.com/office/drawing/2014/main" id="{FD8C336B-4115-C4A4-52BB-998367A65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8418" y="250030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" name="组合 81">
              <a:extLst>
                <a:ext uri="{FF2B5EF4-FFF2-40B4-BE49-F238E27FC236}">
                  <a16:creationId xmlns:a16="http://schemas.microsoft.com/office/drawing/2014/main" id="{58F11B26-0A1C-87DF-5F24-2AC7AFB0C2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9013" y="2501900"/>
              <a:ext cx="107950" cy="1312863"/>
              <a:chOff x="2258790" y="2428868"/>
              <a:chExt cx="108000" cy="1313079"/>
            </a:xfrm>
          </p:grpSpPr>
          <p:cxnSp>
            <p:nvCxnSpPr>
              <p:cNvPr id="70" name="直接连接符 31">
                <a:extLst>
                  <a:ext uri="{FF2B5EF4-FFF2-40B4-BE49-F238E27FC236}">
                    <a16:creationId xmlns:a16="http://schemas.microsoft.com/office/drawing/2014/main" id="{B4A22C87-5983-E1FD-AFD5-84709DA20FB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V="1">
                <a:off x="1685480" y="3111947"/>
                <a:ext cx="1260000" cy="0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" name="椭圆 32">
                <a:extLst>
                  <a:ext uri="{FF2B5EF4-FFF2-40B4-BE49-F238E27FC236}">
                    <a16:creationId xmlns:a16="http://schemas.microsoft.com/office/drawing/2014/main" id="{40E721CC-5475-C067-90AA-50267024B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8790" y="242886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9" name="组合 82">
              <a:extLst>
                <a:ext uri="{FF2B5EF4-FFF2-40B4-BE49-F238E27FC236}">
                  <a16:creationId xmlns:a16="http://schemas.microsoft.com/office/drawing/2014/main" id="{23ECCF2E-5221-0B7E-47F9-3331633DD7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850" y="3829050"/>
              <a:ext cx="107950" cy="450850"/>
              <a:chOff x="2483248" y="3756694"/>
              <a:chExt cx="108000" cy="449822"/>
            </a:xfrm>
          </p:grpSpPr>
          <p:cxnSp>
            <p:nvCxnSpPr>
              <p:cNvPr id="68" name="直接连接符 33">
                <a:extLst>
                  <a:ext uri="{FF2B5EF4-FFF2-40B4-BE49-F238E27FC236}">
                    <a16:creationId xmlns:a16="http://schemas.microsoft.com/office/drawing/2014/main" id="{154400D0-AC93-6AB9-1328-24A3FF1D23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355892" y="3953900"/>
                <a:ext cx="396000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9" name="椭圆 34">
                <a:extLst>
                  <a:ext uri="{FF2B5EF4-FFF2-40B4-BE49-F238E27FC236}">
                    <a16:creationId xmlns:a16="http://schemas.microsoft.com/office/drawing/2014/main" id="{21341EB0-156A-3A63-E9BE-B310D38B1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3248" y="409851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0" name="组合 83">
              <a:extLst>
                <a:ext uri="{FF2B5EF4-FFF2-40B4-BE49-F238E27FC236}">
                  <a16:creationId xmlns:a16="http://schemas.microsoft.com/office/drawing/2014/main" id="{86B3BE13-9F35-636A-392E-45031C6D8C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4000" y="3849688"/>
              <a:ext cx="107950" cy="1295400"/>
              <a:chOff x="2793732" y="3776362"/>
              <a:chExt cx="108000" cy="1295712"/>
            </a:xfrm>
          </p:grpSpPr>
          <p:cxnSp>
            <p:nvCxnSpPr>
              <p:cNvPr id="66" name="直接连接符 35">
                <a:extLst>
                  <a:ext uri="{FF2B5EF4-FFF2-40B4-BE49-F238E27FC236}">
                    <a16:creationId xmlns:a16="http://schemas.microsoft.com/office/drawing/2014/main" id="{FFBD0C85-D339-E95C-6642-B794EF4C6EF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211946" y="4405568"/>
                <a:ext cx="1260000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7" name="椭圆 36">
                <a:extLst>
                  <a:ext uri="{FF2B5EF4-FFF2-40B4-BE49-F238E27FC236}">
                    <a16:creationId xmlns:a16="http://schemas.microsoft.com/office/drawing/2014/main" id="{70E87898-4CEC-D50C-D2BE-FA4C0F071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3732" y="496407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97F90B4-A64D-4606-D82B-CB2E1DC15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338" y="379253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grpSp>
          <p:nvGrpSpPr>
            <p:cNvPr id="12" name="组合 84">
              <a:extLst>
                <a:ext uri="{FF2B5EF4-FFF2-40B4-BE49-F238E27FC236}">
                  <a16:creationId xmlns:a16="http://schemas.microsoft.com/office/drawing/2014/main" id="{147982D0-FA2C-F316-6C3B-9C12A7F873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1213" y="3067050"/>
              <a:ext cx="107950" cy="777875"/>
              <a:chOff x="3350488" y="2993306"/>
              <a:chExt cx="108000" cy="778136"/>
            </a:xfrm>
          </p:grpSpPr>
          <p:cxnSp>
            <p:nvCxnSpPr>
              <p:cNvPr id="64" name="直接连接符 38">
                <a:extLst>
                  <a:ext uri="{FF2B5EF4-FFF2-40B4-BE49-F238E27FC236}">
                    <a16:creationId xmlns:a16="http://schemas.microsoft.com/office/drawing/2014/main" id="{09F81483-61D1-7C9A-8E59-763670D9D6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V="1">
                <a:off x="3044608" y="3414252"/>
                <a:ext cx="714380" cy="0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5" name="椭圆 40">
                <a:extLst>
                  <a:ext uri="{FF2B5EF4-FFF2-40B4-BE49-F238E27FC236}">
                    <a16:creationId xmlns:a16="http://schemas.microsoft.com/office/drawing/2014/main" id="{39A7FD2E-924B-CC71-C06A-44622F887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0488" y="299330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3" name="组合 85">
              <a:extLst>
                <a:ext uri="{FF2B5EF4-FFF2-40B4-BE49-F238E27FC236}">
                  <a16:creationId xmlns:a16="http://schemas.microsoft.com/office/drawing/2014/main" id="{ED23BA91-8CED-E732-73A1-2DF99E430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800" y="3487738"/>
              <a:ext cx="107950" cy="341312"/>
              <a:chOff x="3606744" y="3414252"/>
              <a:chExt cx="108000" cy="342442"/>
            </a:xfrm>
          </p:grpSpPr>
          <p:cxnSp>
            <p:nvCxnSpPr>
              <p:cNvPr id="62" name="直接连接符 41">
                <a:extLst>
                  <a:ext uri="{FF2B5EF4-FFF2-40B4-BE49-F238E27FC236}">
                    <a16:creationId xmlns:a16="http://schemas.microsoft.com/office/drawing/2014/main" id="{8FDFA254-7BE0-11EF-5CC8-4918297775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530720" y="3613024"/>
                <a:ext cx="285752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3" name="椭圆 42">
                <a:extLst>
                  <a:ext uri="{FF2B5EF4-FFF2-40B4-BE49-F238E27FC236}">
                    <a16:creationId xmlns:a16="http://schemas.microsoft.com/office/drawing/2014/main" id="{372C1531-E487-54E3-1BC3-93036B46B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6744" y="3414252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4" name="组合 86">
              <a:extLst>
                <a:ext uri="{FF2B5EF4-FFF2-40B4-BE49-F238E27FC236}">
                  <a16:creationId xmlns:a16="http://schemas.microsoft.com/office/drawing/2014/main" id="{24E44805-EEDC-1390-A1DE-4DE99028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2388" y="3841750"/>
              <a:ext cx="107950" cy="674688"/>
              <a:chOff x="3863000" y="3769247"/>
              <a:chExt cx="108000" cy="674633"/>
            </a:xfrm>
          </p:grpSpPr>
          <p:cxnSp>
            <p:nvCxnSpPr>
              <p:cNvPr id="60" name="直接连接符 43">
                <a:extLst>
                  <a:ext uri="{FF2B5EF4-FFF2-40B4-BE49-F238E27FC236}">
                    <a16:creationId xmlns:a16="http://schemas.microsoft.com/office/drawing/2014/main" id="{F5533F33-BBE4-C0C6-5A3B-73DDAD44D7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3628611" y="4057247"/>
                <a:ext cx="576000" cy="0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1" name="椭圆 45">
                <a:extLst>
                  <a:ext uri="{FF2B5EF4-FFF2-40B4-BE49-F238E27FC236}">
                    <a16:creationId xmlns:a16="http://schemas.microsoft.com/office/drawing/2014/main" id="{E805C1E4-92FC-22FE-68C4-789F6E479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000" y="4335880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5" name="组合 87">
              <a:extLst>
                <a:ext uri="{FF2B5EF4-FFF2-40B4-BE49-F238E27FC236}">
                  <a16:creationId xmlns:a16="http://schemas.microsoft.com/office/drawing/2014/main" id="{EA24B984-C951-B8BB-989C-835A678B64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8300" y="3862388"/>
              <a:ext cx="107950" cy="661987"/>
              <a:chOff x="4178248" y="3788915"/>
              <a:chExt cx="108000" cy="662031"/>
            </a:xfrm>
          </p:grpSpPr>
          <p:cxnSp>
            <p:nvCxnSpPr>
              <p:cNvPr id="58" name="直接连接符 46">
                <a:extLst>
                  <a:ext uri="{FF2B5EF4-FFF2-40B4-BE49-F238E27FC236}">
                    <a16:creationId xmlns:a16="http://schemas.microsoft.com/office/drawing/2014/main" id="{19E4CA5A-99EE-20F2-5360-0BDE76764C4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3941558" y="4076915"/>
                <a:ext cx="576000" cy="0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9" name="椭圆 47">
                <a:extLst>
                  <a:ext uri="{FF2B5EF4-FFF2-40B4-BE49-F238E27FC236}">
                    <a16:creationId xmlns:a16="http://schemas.microsoft.com/office/drawing/2014/main" id="{760B363B-64FF-4CA0-6E22-A1F08AC5C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8248" y="434294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A97A550-2684-E16A-9716-73BAEC84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513" y="371633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90EC9CF-E21B-25CD-0807-B543577CE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71633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grpSp>
          <p:nvGrpSpPr>
            <p:cNvPr id="18" name="组合 88">
              <a:extLst>
                <a:ext uri="{FF2B5EF4-FFF2-40B4-BE49-F238E27FC236}">
                  <a16:creationId xmlns:a16="http://schemas.microsoft.com/office/drawing/2014/main" id="{4341C799-758F-0438-BFD9-30ACA5C2B0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9525" y="3844925"/>
              <a:ext cx="107950" cy="190500"/>
              <a:chOff x="5089892" y="3771442"/>
              <a:chExt cx="108000" cy="191264"/>
            </a:xfrm>
          </p:grpSpPr>
          <p:cxnSp>
            <p:nvCxnSpPr>
              <p:cNvPr id="56" name="直接连接符 50">
                <a:extLst>
                  <a:ext uri="{FF2B5EF4-FFF2-40B4-BE49-F238E27FC236}">
                    <a16:creationId xmlns:a16="http://schemas.microsoft.com/office/drawing/2014/main" id="{C9D7FA2A-2484-B1CE-C156-57B0815848F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072860" y="3842086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7" name="椭圆 51">
                <a:extLst>
                  <a:ext uri="{FF2B5EF4-FFF2-40B4-BE49-F238E27FC236}">
                    <a16:creationId xmlns:a16="http://schemas.microsoft.com/office/drawing/2014/main" id="{EEC9AADE-D4C0-0135-218E-5A1B986C3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892" y="385470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9" name="组合 89">
              <a:extLst>
                <a:ext uri="{FF2B5EF4-FFF2-40B4-BE49-F238E27FC236}">
                  <a16:creationId xmlns:a16="http://schemas.microsoft.com/office/drawing/2014/main" id="{9424B397-D5DA-CA73-CFB0-8DD04AEDB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8288" y="3844925"/>
              <a:ext cx="107950" cy="190500"/>
              <a:chOff x="5348450" y="3771442"/>
              <a:chExt cx="108000" cy="191264"/>
            </a:xfrm>
          </p:grpSpPr>
          <p:cxnSp>
            <p:nvCxnSpPr>
              <p:cNvPr id="54" name="直接连接符 52">
                <a:extLst>
                  <a:ext uri="{FF2B5EF4-FFF2-40B4-BE49-F238E27FC236}">
                    <a16:creationId xmlns:a16="http://schemas.microsoft.com/office/drawing/2014/main" id="{39BD3429-198C-0A5B-8AE3-4B29D02C5E3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331418" y="3842086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5" name="椭圆 53">
                <a:extLst>
                  <a:ext uri="{FF2B5EF4-FFF2-40B4-BE49-F238E27FC236}">
                    <a16:creationId xmlns:a16="http://schemas.microsoft.com/office/drawing/2014/main" id="{FBBE08F9-E07B-6294-D619-676A96243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8450" y="385470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0" name="组合 90">
              <a:extLst>
                <a:ext uri="{FF2B5EF4-FFF2-40B4-BE49-F238E27FC236}">
                  <a16:creationId xmlns:a16="http://schemas.microsoft.com/office/drawing/2014/main" id="{F288BBDC-390A-37F6-528C-3DF2B7E28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9588" y="3859213"/>
              <a:ext cx="107950" cy="206375"/>
              <a:chOff x="5589958" y="3786190"/>
              <a:chExt cx="108000" cy="206012"/>
            </a:xfrm>
          </p:grpSpPr>
          <p:cxnSp>
            <p:nvCxnSpPr>
              <p:cNvPr id="52" name="直接连接符 54">
                <a:extLst>
                  <a:ext uri="{FF2B5EF4-FFF2-40B4-BE49-F238E27FC236}">
                    <a16:creationId xmlns:a16="http://schemas.microsoft.com/office/drawing/2014/main" id="{088F84B3-47A6-76C6-6518-7510E727501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572926" y="3856834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3" name="椭圆 55">
                <a:extLst>
                  <a:ext uri="{FF2B5EF4-FFF2-40B4-BE49-F238E27FC236}">
                    <a16:creationId xmlns:a16="http://schemas.microsoft.com/office/drawing/2014/main" id="{316DD6A5-7256-EF55-32D7-EC3876086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9958" y="3884202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1" name="组合 91">
              <a:extLst>
                <a:ext uri="{FF2B5EF4-FFF2-40B4-BE49-F238E27FC236}">
                  <a16:creationId xmlns:a16="http://schemas.microsoft.com/office/drawing/2014/main" id="{16A22424-E134-2C30-4C55-B42C53B74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7875" y="3857625"/>
              <a:ext cx="107950" cy="263525"/>
              <a:chOff x="5857884" y="3783888"/>
              <a:chExt cx="108000" cy="265004"/>
            </a:xfrm>
          </p:grpSpPr>
          <p:cxnSp>
            <p:nvCxnSpPr>
              <p:cNvPr id="50" name="直接连接符 56">
                <a:extLst>
                  <a:ext uri="{FF2B5EF4-FFF2-40B4-BE49-F238E27FC236}">
                    <a16:creationId xmlns:a16="http://schemas.microsoft.com/office/drawing/2014/main" id="{B340DC75-BB54-00BA-82DF-83263724BE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840852" y="3854532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" name="椭圆 57">
                <a:extLst>
                  <a:ext uri="{FF2B5EF4-FFF2-40B4-BE49-F238E27FC236}">
                    <a16:creationId xmlns:a16="http://schemas.microsoft.com/office/drawing/2014/main" id="{C2D467D2-2B63-47DE-909D-5729D1242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7884" y="3940892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2" name="组合 92">
              <a:extLst>
                <a:ext uri="{FF2B5EF4-FFF2-40B4-BE49-F238E27FC236}">
                  <a16:creationId xmlns:a16="http://schemas.microsoft.com/office/drawing/2014/main" id="{0FF87C67-C940-9551-FABC-3DE1EFE114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5525" y="3500438"/>
              <a:ext cx="107950" cy="358775"/>
              <a:chOff x="6104772" y="3428206"/>
              <a:chExt cx="108000" cy="357984"/>
            </a:xfrm>
          </p:grpSpPr>
          <p:cxnSp>
            <p:nvCxnSpPr>
              <p:cNvPr id="48" name="直接连接符 58">
                <a:extLst>
                  <a:ext uri="{FF2B5EF4-FFF2-40B4-BE49-F238E27FC236}">
                    <a16:creationId xmlns:a16="http://schemas.microsoft.com/office/drawing/2014/main" id="{DC8CB458-C08E-5C46-C1F2-A4FF1CBD5C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027954" y="3642520"/>
                <a:ext cx="285752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9" name="椭圆 59">
                <a:extLst>
                  <a:ext uri="{FF2B5EF4-FFF2-40B4-BE49-F238E27FC236}">
                    <a16:creationId xmlns:a16="http://schemas.microsoft.com/office/drawing/2014/main" id="{78A5B5E6-7A9E-AB91-4B76-BF0A0B97C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4772" y="342820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3" name="组合 93">
              <a:extLst>
                <a:ext uri="{FF2B5EF4-FFF2-40B4-BE49-F238E27FC236}">
                  <a16:creationId xmlns:a16="http://schemas.microsoft.com/office/drawing/2014/main" id="{3477C406-90CE-545B-0E54-2B76C94024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7938" y="3516313"/>
              <a:ext cx="107950" cy="344487"/>
              <a:chOff x="6357950" y="3443748"/>
              <a:chExt cx="108000" cy="343236"/>
            </a:xfrm>
          </p:grpSpPr>
          <p:cxnSp>
            <p:nvCxnSpPr>
              <p:cNvPr id="46" name="直接连接符 60">
                <a:extLst>
                  <a:ext uri="{FF2B5EF4-FFF2-40B4-BE49-F238E27FC236}">
                    <a16:creationId xmlns:a16="http://schemas.microsoft.com/office/drawing/2014/main" id="{CA853559-B576-2EE5-B32F-96D3D3FDF5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266384" y="3643314"/>
                <a:ext cx="285752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" name="椭圆 61">
                <a:extLst>
                  <a:ext uri="{FF2B5EF4-FFF2-40B4-BE49-F238E27FC236}">
                    <a16:creationId xmlns:a16="http://schemas.microsoft.com/office/drawing/2014/main" id="{CA40A914-6C37-3CE3-228F-68A5289CA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7950" y="3443748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1797144-2F50-2459-E40A-17F7488BB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3868738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1800" b="1">
                <a:latin typeface="Verdana" panose="020B0604030504040204" pitchFamily="34" charset="0"/>
              </a:endParaRPr>
            </a:p>
          </p:txBody>
        </p:sp>
        <p:grpSp>
          <p:nvGrpSpPr>
            <p:cNvPr id="25" name="组合 94">
              <a:extLst>
                <a:ext uri="{FF2B5EF4-FFF2-40B4-BE49-F238E27FC236}">
                  <a16:creationId xmlns:a16="http://schemas.microsoft.com/office/drawing/2014/main" id="{0B8C1D68-41EE-FEDF-886B-301F9474D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8638" y="3859213"/>
              <a:ext cx="107950" cy="568325"/>
              <a:chOff x="6878144" y="3786190"/>
              <a:chExt cx="108000" cy="567806"/>
            </a:xfrm>
          </p:grpSpPr>
          <p:cxnSp>
            <p:nvCxnSpPr>
              <p:cNvPr id="44" name="直接连接符 63">
                <a:extLst>
                  <a:ext uri="{FF2B5EF4-FFF2-40B4-BE49-F238E27FC236}">
                    <a16:creationId xmlns:a16="http://schemas.microsoft.com/office/drawing/2014/main" id="{1219D314-EC45-FFD3-EB21-FFA52318E52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678788" y="4055396"/>
                <a:ext cx="540000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5" name="椭圆 64">
                <a:extLst>
                  <a:ext uri="{FF2B5EF4-FFF2-40B4-BE49-F238E27FC236}">
                    <a16:creationId xmlns:a16="http://schemas.microsoft.com/office/drawing/2014/main" id="{B14E4E7F-0A5F-0203-9219-86ECB6EB8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8144" y="424599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6" name="组合 95">
              <a:extLst>
                <a:ext uri="{FF2B5EF4-FFF2-40B4-BE49-F238E27FC236}">
                  <a16:creationId xmlns:a16="http://schemas.microsoft.com/office/drawing/2014/main" id="{DA7C2C8E-CF06-4E22-77D9-1AB00BB1B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8513" y="3859213"/>
              <a:ext cx="107950" cy="568325"/>
              <a:chOff x="7149148" y="3786190"/>
              <a:chExt cx="108000" cy="567806"/>
            </a:xfrm>
          </p:grpSpPr>
          <p:cxnSp>
            <p:nvCxnSpPr>
              <p:cNvPr id="42" name="直接连接符 65">
                <a:extLst>
                  <a:ext uri="{FF2B5EF4-FFF2-40B4-BE49-F238E27FC236}">
                    <a16:creationId xmlns:a16="http://schemas.microsoft.com/office/drawing/2014/main" id="{AA4BEAA2-8C6B-5C03-9CF4-84F88BA7781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949792" y="4055396"/>
                <a:ext cx="540000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3" name="椭圆 66">
                <a:extLst>
                  <a:ext uri="{FF2B5EF4-FFF2-40B4-BE49-F238E27FC236}">
                    <a16:creationId xmlns:a16="http://schemas.microsoft.com/office/drawing/2014/main" id="{D491B5D1-92DB-AD5D-FD25-23C9C1C12D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9148" y="424599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7" name="组合 96">
              <a:extLst>
                <a:ext uri="{FF2B5EF4-FFF2-40B4-BE49-F238E27FC236}">
                  <a16:creationId xmlns:a16="http://schemas.microsoft.com/office/drawing/2014/main" id="{6205B9FA-C0A4-97EF-B4AE-2C9A762F5C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5213" y="3529013"/>
              <a:ext cx="107950" cy="328612"/>
              <a:chOff x="7414772" y="3456194"/>
              <a:chExt cx="108000" cy="328488"/>
            </a:xfrm>
          </p:grpSpPr>
          <p:cxnSp>
            <p:nvCxnSpPr>
              <p:cNvPr id="40" name="直接连接符 67">
                <a:extLst>
                  <a:ext uri="{FF2B5EF4-FFF2-40B4-BE49-F238E27FC236}">
                    <a16:creationId xmlns:a16="http://schemas.microsoft.com/office/drawing/2014/main" id="{9FAC2717-2114-28F2-4458-4A569EF5C6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352702" y="3641012"/>
                <a:ext cx="285752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" name="椭圆 68">
                <a:extLst>
                  <a:ext uri="{FF2B5EF4-FFF2-40B4-BE49-F238E27FC236}">
                    <a16:creationId xmlns:a16="http://schemas.microsoft.com/office/drawing/2014/main" id="{E4E01D99-CB67-8C80-0F0D-3986C88CA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4772" y="345619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8" name="组合 97">
              <a:extLst>
                <a:ext uri="{FF2B5EF4-FFF2-40B4-BE49-F238E27FC236}">
                  <a16:creationId xmlns:a16="http://schemas.microsoft.com/office/drawing/2014/main" id="{F48C72A8-5992-F823-140B-C202B3EAA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3813" y="3409950"/>
              <a:ext cx="107950" cy="447675"/>
              <a:chOff x="7643834" y="3337416"/>
              <a:chExt cx="108000" cy="446980"/>
            </a:xfrm>
          </p:grpSpPr>
          <p:cxnSp>
            <p:nvCxnSpPr>
              <p:cNvPr id="38" name="直接连接符 69">
                <a:extLst>
                  <a:ext uri="{FF2B5EF4-FFF2-40B4-BE49-F238E27FC236}">
                    <a16:creationId xmlns:a16="http://schemas.microsoft.com/office/drawing/2014/main" id="{90A2BD8A-61E3-8BBF-D98D-7C77249070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515144" y="3603602"/>
                <a:ext cx="360000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椭圆 70">
                <a:extLst>
                  <a:ext uri="{FF2B5EF4-FFF2-40B4-BE49-F238E27FC236}">
                    <a16:creationId xmlns:a16="http://schemas.microsoft.com/office/drawing/2014/main" id="{C36C3607-23A9-854F-AB32-D2071193D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3834" y="3337416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9" name="组合 98">
              <a:extLst>
                <a:ext uri="{FF2B5EF4-FFF2-40B4-BE49-F238E27FC236}">
                  <a16:creationId xmlns:a16="http://schemas.microsoft.com/office/drawing/2014/main" id="{9301D864-65A6-316A-1EEC-7654C2FDC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4325" y="3852863"/>
              <a:ext cx="107950" cy="220662"/>
              <a:chOff x="7934966" y="3779124"/>
              <a:chExt cx="108000" cy="221380"/>
            </a:xfrm>
          </p:grpSpPr>
          <p:sp>
            <p:nvSpPr>
              <p:cNvPr id="36" name="椭圆 71">
                <a:extLst>
                  <a:ext uri="{FF2B5EF4-FFF2-40B4-BE49-F238E27FC236}">
                    <a16:creationId xmlns:a16="http://schemas.microsoft.com/office/drawing/2014/main" id="{041A4424-6CC3-D17A-2FAE-D099C2C40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4966" y="389250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cxnSp>
            <p:nvCxnSpPr>
              <p:cNvPr id="37" name="直接连接符 72">
                <a:extLst>
                  <a:ext uri="{FF2B5EF4-FFF2-40B4-BE49-F238E27FC236}">
                    <a16:creationId xmlns:a16="http://schemas.microsoft.com/office/drawing/2014/main" id="{2220BE47-07AD-B726-2714-BF67E01FF4E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921726" y="3849768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0" name="组合 99">
              <a:extLst>
                <a:ext uri="{FF2B5EF4-FFF2-40B4-BE49-F238E27FC236}">
                  <a16:creationId xmlns:a16="http://schemas.microsoft.com/office/drawing/2014/main" id="{59D5DAA2-717D-3E9A-A397-DDACD2B6C9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08963" y="3843338"/>
              <a:ext cx="107950" cy="574675"/>
              <a:chOff x="8208272" y="3769702"/>
              <a:chExt cx="108000" cy="575283"/>
            </a:xfrm>
          </p:grpSpPr>
          <p:cxnSp>
            <p:nvCxnSpPr>
              <p:cNvPr id="34" name="直接连接符 75">
                <a:extLst>
                  <a:ext uri="{FF2B5EF4-FFF2-40B4-BE49-F238E27FC236}">
                    <a16:creationId xmlns:a16="http://schemas.microsoft.com/office/drawing/2014/main" id="{365AB49B-F089-3C09-ECF5-334C87B3A6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8007582" y="4021702"/>
                <a:ext cx="504000" cy="0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5" name="椭圆 76">
                <a:extLst>
                  <a:ext uri="{FF2B5EF4-FFF2-40B4-BE49-F238E27FC236}">
                    <a16:creationId xmlns:a16="http://schemas.microsoft.com/office/drawing/2014/main" id="{77C9B2E9-56BA-BBF4-D714-2801379D5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8272" y="4236985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31" name="组合 100">
              <a:extLst>
                <a:ext uri="{FF2B5EF4-FFF2-40B4-BE49-F238E27FC236}">
                  <a16:creationId xmlns:a16="http://schemas.microsoft.com/office/drawing/2014/main" id="{EE6D32DE-7A1B-4C9F-E090-575542258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48675" y="3859213"/>
              <a:ext cx="107950" cy="192087"/>
              <a:chOff x="8449004" y="3786190"/>
              <a:chExt cx="108000" cy="191884"/>
            </a:xfrm>
          </p:grpSpPr>
          <p:sp>
            <p:nvSpPr>
              <p:cNvPr id="32" name="椭圆 77">
                <a:extLst>
                  <a:ext uri="{FF2B5EF4-FFF2-40B4-BE49-F238E27FC236}">
                    <a16:creationId xmlns:a16="http://schemas.microsoft.com/office/drawing/2014/main" id="{2AA37C45-AA4A-8E08-8A20-B4E2349D4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9004" y="3870074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cxnSp>
            <p:nvCxnSpPr>
              <p:cNvPr id="33" name="直接连接符 78">
                <a:extLst>
                  <a:ext uri="{FF2B5EF4-FFF2-40B4-BE49-F238E27FC236}">
                    <a16:creationId xmlns:a16="http://schemas.microsoft.com/office/drawing/2014/main" id="{BCECA78F-25A0-28F4-28DE-C4AA51F72E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435764" y="3856834"/>
                <a:ext cx="142876" cy="1588"/>
              </a:xfrm>
              <a:prstGeom prst="lin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86" name="标题 1">
            <a:extLst>
              <a:ext uri="{FF2B5EF4-FFF2-40B4-BE49-F238E27FC236}">
                <a16:creationId xmlns:a16="http://schemas.microsoft.com/office/drawing/2014/main" id="{DA01E8A8-EEDE-18C8-31A1-F6937155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8" y="107156"/>
            <a:ext cx="8477250" cy="742950"/>
          </a:xfrm>
        </p:spPr>
        <p:txBody>
          <a:bodyPr/>
          <a:lstStyle/>
          <a:p>
            <a:pPr>
              <a:defRPr/>
            </a:pPr>
            <a:r>
              <a:rPr lang="zh-CN" altLang="en-US" sz="3600" dirty="0"/>
              <a:t>量化</a:t>
            </a:r>
            <a:r>
              <a:rPr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(Quantization) </a:t>
            </a:r>
            <a:r>
              <a:rPr lang="zh-CN" altLang="en-US" sz="3600" dirty="0"/>
              <a:t>与编码</a:t>
            </a:r>
            <a:r>
              <a:rPr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 (Encoding)</a:t>
            </a:r>
            <a:endParaRPr lang="zh-CN" altLang="en-US" sz="3600" dirty="0"/>
          </a:p>
        </p:txBody>
      </p:sp>
      <p:sp>
        <p:nvSpPr>
          <p:cNvPr id="87" name="灯片编号占位符 3">
            <a:extLst>
              <a:ext uri="{FF2B5EF4-FFF2-40B4-BE49-F238E27FC236}">
                <a16:creationId xmlns:a16="http://schemas.microsoft.com/office/drawing/2014/main" id="{A783A3FE-6E02-794B-75F3-71E25B6284B2}"/>
              </a:ext>
            </a:extLst>
          </p:cNvPr>
          <p:cNvSpPr txBox="1">
            <a:spLocks/>
          </p:cNvSpPr>
          <p:nvPr/>
        </p:nvSpPr>
        <p:spPr>
          <a:xfrm>
            <a:off x="659807" y="4762375"/>
            <a:ext cx="2025000" cy="23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har char="•"/>
              <a:defRPr kumimoji="1"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har char="–"/>
              <a:defRPr kumimoji="1"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2A8C60-F835-4ABB-A0E5-E05F151DF514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sp>
        <p:nvSpPr>
          <p:cNvPr id="88" name="Rectangle 14">
            <a:extLst>
              <a:ext uri="{FF2B5EF4-FFF2-40B4-BE49-F238E27FC236}">
                <a16:creationId xmlns:a16="http://schemas.microsoft.com/office/drawing/2014/main" id="{87B549BD-9CE3-41E5-4182-D7830930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4" y="2713435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000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9" name="Rectangle 14">
            <a:extLst>
              <a:ext uri="{FF2B5EF4-FFF2-40B4-BE49-F238E27FC236}">
                <a16:creationId xmlns:a16="http://schemas.microsoft.com/office/drawing/2014/main" id="{224676FA-E754-1289-D7D6-D77E7F03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4" y="1714500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010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D752166F-C3A9-C411-F8CF-71BAC193E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4" y="2196703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001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BC1E68EE-2CD3-3100-B4D5-85166D9113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4438" y="2380060"/>
            <a:ext cx="7715250" cy="1190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F1F0B912-9021-BD65-B758-2FAEF72E73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0150" y="1875235"/>
            <a:ext cx="7715250" cy="1190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1981B18-9956-A7E0-76E7-A8BD36B2E5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4913" y="3867150"/>
            <a:ext cx="7715250" cy="1191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7522E4E-BA2E-88A4-A80F-48F7CE2123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4913" y="3363517"/>
            <a:ext cx="7715250" cy="1190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14">
            <a:extLst>
              <a:ext uri="{FF2B5EF4-FFF2-40B4-BE49-F238E27FC236}">
                <a16:creationId xmlns:a16="http://schemas.microsoft.com/office/drawing/2014/main" id="{5ADB3189-203A-52DB-F0B6-5C8FBE179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1" y="3190875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101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6" name="Rectangle 14">
            <a:extLst>
              <a:ext uri="{FF2B5EF4-FFF2-40B4-BE49-F238E27FC236}">
                <a16:creationId xmlns:a16="http://schemas.microsoft.com/office/drawing/2014/main" id="{C4FFDF87-E392-2CA7-C956-77CF08E4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1" y="3683794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110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F00DB9C-5AC5-A594-D53A-8FEF5F6B87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00150" y="1422798"/>
            <a:ext cx="7715250" cy="1190"/>
          </a:xfrm>
          <a:prstGeom prst="line">
            <a:avLst/>
          </a:prstGeom>
          <a:noFill/>
          <a:ln w="127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Rectangle 14">
            <a:extLst>
              <a:ext uri="{FF2B5EF4-FFF2-40B4-BE49-F238E27FC236}">
                <a16:creationId xmlns:a16="http://schemas.microsoft.com/office/drawing/2014/main" id="{BF621916-BF0E-5792-EAA5-011539293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1" y="4093369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111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9" name="Rectangle 14">
            <a:extLst>
              <a:ext uri="{FF2B5EF4-FFF2-40B4-BE49-F238E27FC236}">
                <a16:creationId xmlns:a16="http://schemas.microsoft.com/office/drawing/2014/main" id="{C186D332-E550-CEFB-DAC3-D62E57E8D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1" y="1306116"/>
            <a:ext cx="7143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011</a:t>
            </a: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53622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0" grpId="0"/>
      <p:bldP spid="95" grpId="0"/>
      <p:bldP spid="96" grpId="0"/>
      <p:bldP spid="98" grpId="0"/>
      <p:bldP spid="9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FEABF-3B4F-057F-DF91-E8CAB8F8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8" y="107156"/>
            <a:ext cx="8691562" cy="7429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量化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(Quantization) </a:t>
            </a:r>
            <a:r>
              <a:rPr lang="zh-CN" altLang="en-US"/>
              <a:t>与编码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 (Encoding)</a:t>
            </a:r>
            <a:endParaRPr lang="zh-CN" altLang="en-US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A5EC382F-E674-2531-B502-514C251BADE8}"/>
              </a:ext>
            </a:extLst>
          </p:cNvPr>
          <p:cNvSpPr txBox="1">
            <a:spLocks/>
          </p:cNvSpPr>
          <p:nvPr/>
        </p:nvSpPr>
        <p:spPr>
          <a:xfrm>
            <a:off x="659807" y="4762375"/>
            <a:ext cx="2025000" cy="23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har char="•"/>
              <a:defRPr kumimoji="1" sz="3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har char="–"/>
              <a:defRPr kumimoji="1"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kumimoji="1"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75345B-9A05-4EAE-A26A-206ED4D977A3}" type="slidenum">
              <a:rPr kumimoji="0" lang="zh-CN" altLang="en-US" sz="14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kumimoji="0" lang="en-US" altLang="zh-CN" sz="1400">
              <a:latin typeface="Verdana" panose="020B060403050404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DFB27E5-938B-59BD-C0E3-2E39ED777CAD}"/>
              </a:ext>
            </a:extLst>
          </p:cNvPr>
          <p:cNvGrpSpPr/>
          <p:nvPr/>
        </p:nvGrpSpPr>
        <p:grpSpPr>
          <a:xfrm>
            <a:off x="251521" y="1232297"/>
            <a:ext cx="8679021" cy="3280232"/>
            <a:chOff x="251521" y="1232297"/>
            <a:chExt cx="8679021" cy="32802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159E4F6-9DAA-BD6D-8C82-D28BB2AABCAB}"/>
                </a:ext>
              </a:extLst>
            </p:cNvPr>
            <p:cNvGrpSpPr/>
            <p:nvPr/>
          </p:nvGrpSpPr>
          <p:grpSpPr>
            <a:xfrm>
              <a:off x="251521" y="1252974"/>
              <a:ext cx="8679021" cy="3096184"/>
              <a:chOff x="251520" y="1670632"/>
              <a:chExt cx="8679021" cy="4128245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747357C7-9269-4DDE-CDA0-549FB2CFB780}"/>
                  </a:ext>
                </a:extLst>
              </p:cNvPr>
              <p:cNvGrpSpPr/>
              <p:nvPr/>
            </p:nvGrpSpPr>
            <p:grpSpPr>
              <a:xfrm>
                <a:off x="251520" y="1670632"/>
                <a:ext cx="8679021" cy="4128245"/>
                <a:chOff x="1769904" y="1505863"/>
                <a:chExt cx="8679021" cy="4128245"/>
              </a:xfrm>
            </p:grpSpPr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934D4EDF-4844-042B-4F0F-B4B07873BF1B}"/>
                    </a:ext>
                  </a:extLst>
                </p:cNvPr>
                <p:cNvSpPr/>
                <p:nvPr/>
              </p:nvSpPr>
              <p:spPr>
                <a:xfrm>
                  <a:off x="1769904" y="1556473"/>
                  <a:ext cx="8643938" cy="4077635"/>
                </a:xfrm>
                <a:prstGeom prst="rect">
                  <a:avLst/>
                </a:prstGeom>
                <a:solidFill>
                  <a:srgbClr val="D5FFF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DE6A5F17-790B-8246-501E-BD029469A13A}"/>
                    </a:ext>
                  </a:extLst>
                </p:cNvPr>
                <p:cNvCxnSpPr/>
                <p:nvPr/>
              </p:nvCxnSpPr>
              <p:spPr>
                <a:xfrm flipV="1">
                  <a:off x="2689383" y="1563388"/>
                  <a:ext cx="0" cy="4070720"/>
                </a:xfrm>
                <a:prstGeom prst="straightConnector1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箭头连接符 108">
                  <a:extLst>
                    <a:ext uri="{FF2B5EF4-FFF2-40B4-BE49-F238E27FC236}">
                      <a16:creationId xmlns:a16="http://schemas.microsoft.com/office/drawing/2014/main" id="{B8B5C03A-F897-64B9-9557-177B99D1EF7B}"/>
                    </a:ext>
                  </a:extLst>
                </p:cNvPr>
                <p:cNvCxnSpPr/>
                <p:nvPr/>
              </p:nvCxnSpPr>
              <p:spPr>
                <a:xfrm>
                  <a:off x="2677350" y="3676385"/>
                  <a:ext cx="7638225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2857E0C0-E7F9-EEB7-3786-BC59871A0493}"/>
                    </a:ext>
                  </a:extLst>
                </p:cNvPr>
                <p:cNvSpPr/>
                <p:nvPr/>
              </p:nvSpPr>
              <p:spPr>
                <a:xfrm>
                  <a:off x="9562144" y="3318466"/>
                  <a:ext cx="886781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</a:t>
                  </a:r>
                  <a:r>
                    <a:rPr kumimoji="1" lang="en-US" altLang="zh-CN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(t)</a:t>
                  </a:r>
                  <a:endParaRPr kumimoji="1" lang="zh-CN" altLang="en-US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F75A206D-FA94-54AB-9126-28A355FD0F7E}"/>
                    </a:ext>
                  </a:extLst>
                </p:cNvPr>
                <p:cNvSpPr/>
                <p:nvPr/>
              </p:nvSpPr>
              <p:spPr>
                <a:xfrm>
                  <a:off x="2677949" y="1505863"/>
                  <a:ext cx="646331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幅值</a:t>
                  </a:r>
                </a:p>
              </p:txBody>
            </p:sp>
            <p:sp>
              <p:nvSpPr>
                <p:cNvPr id="112" name="任意多边形: 形状 111">
                  <a:extLst>
                    <a:ext uri="{FF2B5EF4-FFF2-40B4-BE49-F238E27FC236}">
                      <a16:creationId xmlns:a16="http://schemas.microsoft.com/office/drawing/2014/main" id="{351E54A0-BE1D-54AC-CC90-DB0E7EBB9013}"/>
                    </a:ext>
                  </a:extLst>
                </p:cNvPr>
                <p:cNvSpPr/>
                <p:nvPr/>
              </p:nvSpPr>
              <p:spPr>
                <a:xfrm>
                  <a:off x="2705986" y="2053522"/>
                  <a:ext cx="7384699" cy="3150461"/>
                </a:xfrm>
                <a:custGeom>
                  <a:avLst/>
                  <a:gdLst>
                    <a:gd name="connsiteX0" fmla="*/ 0 w 7357730"/>
                    <a:gd name="connsiteY0" fmla="*/ 1686027 h 3280756"/>
                    <a:gd name="connsiteX1" fmla="*/ 111642 w 7357730"/>
                    <a:gd name="connsiteY1" fmla="*/ 1893362 h 3280756"/>
                    <a:gd name="connsiteX2" fmla="*/ 287079 w 7357730"/>
                    <a:gd name="connsiteY2" fmla="*/ 1888046 h 3280756"/>
                    <a:gd name="connsiteX3" fmla="*/ 478465 w 7357730"/>
                    <a:gd name="connsiteY3" fmla="*/ 1526539 h 3280756"/>
                    <a:gd name="connsiteX4" fmla="*/ 813391 w 7357730"/>
                    <a:gd name="connsiteY4" fmla="*/ 548343 h 3280756"/>
                    <a:gd name="connsiteX5" fmla="*/ 967563 w 7357730"/>
                    <a:gd name="connsiteY5" fmla="*/ 11399 h 3280756"/>
                    <a:gd name="connsiteX6" fmla="*/ 1100470 w 7357730"/>
                    <a:gd name="connsiteY6" fmla="*/ 303794 h 3280756"/>
                    <a:gd name="connsiteX7" fmla="*/ 1254642 w 7357730"/>
                    <a:gd name="connsiteY7" fmla="*/ 1638180 h 3280756"/>
                    <a:gd name="connsiteX8" fmla="*/ 1440712 w 7357730"/>
                    <a:gd name="connsiteY8" fmla="*/ 3211799 h 3280756"/>
                    <a:gd name="connsiteX9" fmla="*/ 1679944 w 7357730"/>
                    <a:gd name="connsiteY9" fmla="*/ 2866241 h 3280756"/>
                    <a:gd name="connsiteX10" fmla="*/ 1924493 w 7357730"/>
                    <a:gd name="connsiteY10" fmla="*/ 1659446 h 3280756"/>
                    <a:gd name="connsiteX11" fmla="*/ 2222205 w 7357730"/>
                    <a:gd name="connsiteY11" fmla="*/ 739729 h 3280756"/>
                    <a:gd name="connsiteX12" fmla="*/ 2482702 w 7357730"/>
                    <a:gd name="connsiteY12" fmla="*/ 1281990 h 3280756"/>
                    <a:gd name="connsiteX13" fmla="*/ 2519916 w 7357730"/>
                    <a:gd name="connsiteY13" fmla="*/ 1643497 h 3280756"/>
                    <a:gd name="connsiteX14" fmla="*/ 2759149 w 7357730"/>
                    <a:gd name="connsiteY14" fmla="*/ 2478152 h 3280756"/>
                    <a:gd name="connsiteX15" fmla="*/ 2950535 w 7357730"/>
                    <a:gd name="connsiteY15" fmla="*/ 2451571 h 3280756"/>
                    <a:gd name="connsiteX16" fmla="*/ 3290777 w 7357730"/>
                    <a:gd name="connsiteY16" fmla="*/ 1648813 h 3280756"/>
                    <a:gd name="connsiteX17" fmla="*/ 3418367 w 7357730"/>
                    <a:gd name="connsiteY17" fmla="*/ 1404264 h 3280756"/>
                    <a:gd name="connsiteX18" fmla="*/ 3710763 w 7357730"/>
                    <a:gd name="connsiteY18" fmla="*/ 1600966 h 3280756"/>
                    <a:gd name="connsiteX19" fmla="*/ 3875567 w 7357730"/>
                    <a:gd name="connsiteY19" fmla="*/ 1781720 h 3280756"/>
                    <a:gd name="connsiteX20" fmla="*/ 4093535 w 7357730"/>
                    <a:gd name="connsiteY20" fmla="*/ 1802985 h 3280756"/>
                    <a:gd name="connsiteX21" fmla="*/ 4332767 w 7357730"/>
                    <a:gd name="connsiteY21" fmla="*/ 1760455 h 3280756"/>
                    <a:gd name="connsiteX22" fmla="*/ 4577316 w 7357730"/>
                    <a:gd name="connsiteY22" fmla="*/ 1957157 h 3280756"/>
                    <a:gd name="connsiteX23" fmla="*/ 4774019 w 7357730"/>
                    <a:gd name="connsiteY23" fmla="*/ 1808301 h 3280756"/>
                    <a:gd name="connsiteX24" fmla="*/ 4922874 w 7357730"/>
                    <a:gd name="connsiteY24" fmla="*/ 1388315 h 3280756"/>
                    <a:gd name="connsiteX25" fmla="*/ 5050465 w 7357730"/>
                    <a:gd name="connsiteY25" fmla="*/ 1218194 h 3280756"/>
                    <a:gd name="connsiteX26" fmla="*/ 5284381 w 7357730"/>
                    <a:gd name="connsiteY26" fmla="*/ 1494641 h 3280756"/>
                    <a:gd name="connsiteX27" fmla="*/ 5512981 w 7357730"/>
                    <a:gd name="connsiteY27" fmla="*/ 1792352 h 3280756"/>
                    <a:gd name="connsiteX28" fmla="*/ 5794744 w 7357730"/>
                    <a:gd name="connsiteY28" fmla="*/ 2339929 h 3280756"/>
                    <a:gd name="connsiteX29" fmla="*/ 5901070 w 7357730"/>
                    <a:gd name="connsiteY29" fmla="*/ 2366511 h 3280756"/>
                    <a:gd name="connsiteX30" fmla="*/ 6134986 w 7357730"/>
                    <a:gd name="connsiteY30" fmla="*/ 1712608 h 3280756"/>
                    <a:gd name="connsiteX31" fmla="*/ 6230679 w 7357730"/>
                    <a:gd name="connsiteY31" fmla="*/ 1414897 h 3280756"/>
                    <a:gd name="connsiteX32" fmla="*/ 6363586 w 7357730"/>
                    <a:gd name="connsiteY32" fmla="*/ 1149083 h 3280756"/>
                    <a:gd name="connsiteX33" fmla="*/ 6608135 w 7357730"/>
                    <a:gd name="connsiteY33" fmla="*/ 1398948 h 3280756"/>
                    <a:gd name="connsiteX34" fmla="*/ 6746358 w 7357730"/>
                    <a:gd name="connsiteY34" fmla="*/ 1781720 h 3280756"/>
                    <a:gd name="connsiteX35" fmla="*/ 6900530 w 7357730"/>
                    <a:gd name="connsiteY35" fmla="*/ 2090064 h 3280756"/>
                    <a:gd name="connsiteX36" fmla="*/ 7006856 w 7357730"/>
                    <a:gd name="connsiteY36" fmla="*/ 2185757 h 3280756"/>
                    <a:gd name="connsiteX37" fmla="*/ 7272670 w 7357730"/>
                    <a:gd name="connsiteY37" fmla="*/ 1861464 h 3280756"/>
                    <a:gd name="connsiteX38" fmla="*/ 7357730 w 7357730"/>
                    <a:gd name="connsiteY38" fmla="*/ 1664762 h 3280756"/>
                    <a:gd name="connsiteX39" fmla="*/ 7357730 w 7357730"/>
                    <a:gd name="connsiteY39" fmla="*/ 1664762 h 3280756"/>
                    <a:gd name="connsiteX0" fmla="*/ 0 w 7357730"/>
                    <a:gd name="connsiteY0" fmla="*/ 1686027 h 3280756"/>
                    <a:gd name="connsiteX1" fmla="*/ 111642 w 7357730"/>
                    <a:gd name="connsiteY1" fmla="*/ 1893362 h 3280756"/>
                    <a:gd name="connsiteX2" fmla="*/ 287079 w 7357730"/>
                    <a:gd name="connsiteY2" fmla="*/ 1888046 h 3280756"/>
                    <a:gd name="connsiteX3" fmla="*/ 478465 w 7357730"/>
                    <a:gd name="connsiteY3" fmla="*/ 1526539 h 3280756"/>
                    <a:gd name="connsiteX4" fmla="*/ 813391 w 7357730"/>
                    <a:gd name="connsiteY4" fmla="*/ 548343 h 3280756"/>
                    <a:gd name="connsiteX5" fmla="*/ 967563 w 7357730"/>
                    <a:gd name="connsiteY5" fmla="*/ 11399 h 3280756"/>
                    <a:gd name="connsiteX6" fmla="*/ 1100470 w 7357730"/>
                    <a:gd name="connsiteY6" fmla="*/ 303794 h 3280756"/>
                    <a:gd name="connsiteX7" fmla="*/ 1254642 w 7357730"/>
                    <a:gd name="connsiteY7" fmla="*/ 1638180 h 3280756"/>
                    <a:gd name="connsiteX8" fmla="*/ 1440712 w 7357730"/>
                    <a:gd name="connsiteY8" fmla="*/ 3211799 h 3280756"/>
                    <a:gd name="connsiteX9" fmla="*/ 1679944 w 7357730"/>
                    <a:gd name="connsiteY9" fmla="*/ 2866241 h 3280756"/>
                    <a:gd name="connsiteX10" fmla="*/ 1924493 w 7357730"/>
                    <a:gd name="connsiteY10" fmla="*/ 1659446 h 3280756"/>
                    <a:gd name="connsiteX11" fmla="*/ 2222205 w 7357730"/>
                    <a:gd name="connsiteY11" fmla="*/ 739729 h 3280756"/>
                    <a:gd name="connsiteX12" fmla="*/ 2482702 w 7357730"/>
                    <a:gd name="connsiteY12" fmla="*/ 1281990 h 3280756"/>
                    <a:gd name="connsiteX13" fmla="*/ 2519916 w 7357730"/>
                    <a:gd name="connsiteY13" fmla="*/ 1643497 h 3280756"/>
                    <a:gd name="connsiteX14" fmla="*/ 2759149 w 7357730"/>
                    <a:gd name="connsiteY14" fmla="*/ 2478152 h 3280756"/>
                    <a:gd name="connsiteX15" fmla="*/ 2950535 w 7357730"/>
                    <a:gd name="connsiteY15" fmla="*/ 2451571 h 3280756"/>
                    <a:gd name="connsiteX16" fmla="*/ 3290777 w 7357730"/>
                    <a:gd name="connsiteY16" fmla="*/ 1648813 h 3280756"/>
                    <a:gd name="connsiteX17" fmla="*/ 3418367 w 7357730"/>
                    <a:gd name="connsiteY17" fmla="*/ 1404264 h 3280756"/>
                    <a:gd name="connsiteX18" fmla="*/ 3710763 w 7357730"/>
                    <a:gd name="connsiteY18" fmla="*/ 1600966 h 3280756"/>
                    <a:gd name="connsiteX19" fmla="*/ 3875567 w 7357730"/>
                    <a:gd name="connsiteY19" fmla="*/ 1781720 h 3280756"/>
                    <a:gd name="connsiteX20" fmla="*/ 4093535 w 7357730"/>
                    <a:gd name="connsiteY20" fmla="*/ 1802985 h 3280756"/>
                    <a:gd name="connsiteX21" fmla="*/ 4332767 w 7357730"/>
                    <a:gd name="connsiteY21" fmla="*/ 1760455 h 3280756"/>
                    <a:gd name="connsiteX22" fmla="*/ 4577316 w 7357730"/>
                    <a:gd name="connsiteY22" fmla="*/ 1957157 h 3280756"/>
                    <a:gd name="connsiteX23" fmla="*/ 4774019 w 7357730"/>
                    <a:gd name="connsiteY23" fmla="*/ 1808301 h 3280756"/>
                    <a:gd name="connsiteX24" fmla="*/ 4922874 w 7357730"/>
                    <a:gd name="connsiteY24" fmla="*/ 1388315 h 3280756"/>
                    <a:gd name="connsiteX25" fmla="*/ 5050465 w 7357730"/>
                    <a:gd name="connsiteY25" fmla="*/ 1218194 h 3280756"/>
                    <a:gd name="connsiteX26" fmla="*/ 5284381 w 7357730"/>
                    <a:gd name="connsiteY26" fmla="*/ 1494641 h 3280756"/>
                    <a:gd name="connsiteX27" fmla="*/ 5512981 w 7357730"/>
                    <a:gd name="connsiteY27" fmla="*/ 1792352 h 3280756"/>
                    <a:gd name="connsiteX28" fmla="*/ 5794744 w 7357730"/>
                    <a:gd name="connsiteY28" fmla="*/ 2339929 h 3280756"/>
                    <a:gd name="connsiteX29" fmla="*/ 5938284 w 7357730"/>
                    <a:gd name="connsiteY29" fmla="*/ 2345246 h 3280756"/>
                    <a:gd name="connsiteX30" fmla="*/ 6134986 w 7357730"/>
                    <a:gd name="connsiteY30" fmla="*/ 1712608 h 3280756"/>
                    <a:gd name="connsiteX31" fmla="*/ 6230679 w 7357730"/>
                    <a:gd name="connsiteY31" fmla="*/ 1414897 h 3280756"/>
                    <a:gd name="connsiteX32" fmla="*/ 6363586 w 7357730"/>
                    <a:gd name="connsiteY32" fmla="*/ 1149083 h 3280756"/>
                    <a:gd name="connsiteX33" fmla="*/ 6608135 w 7357730"/>
                    <a:gd name="connsiteY33" fmla="*/ 1398948 h 3280756"/>
                    <a:gd name="connsiteX34" fmla="*/ 6746358 w 7357730"/>
                    <a:gd name="connsiteY34" fmla="*/ 1781720 h 3280756"/>
                    <a:gd name="connsiteX35" fmla="*/ 6900530 w 7357730"/>
                    <a:gd name="connsiteY35" fmla="*/ 2090064 h 3280756"/>
                    <a:gd name="connsiteX36" fmla="*/ 7006856 w 7357730"/>
                    <a:gd name="connsiteY36" fmla="*/ 2185757 h 3280756"/>
                    <a:gd name="connsiteX37" fmla="*/ 7272670 w 7357730"/>
                    <a:gd name="connsiteY37" fmla="*/ 1861464 h 3280756"/>
                    <a:gd name="connsiteX38" fmla="*/ 7357730 w 7357730"/>
                    <a:gd name="connsiteY38" fmla="*/ 1664762 h 3280756"/>
                    <a:gd name="connsiteX39" fmla="*/ 7357730 w 7357730"/>
                    <a:gd name="connsiteY39" fmla="*/ 1664762 h 3280756"/>
                    <a:gd name="connsiteX0" fmla="*/ 0 w 7357730"/>
                    <a:gd name="connsiteY0" fmla="*/ 1686027 h 3280756"/>
                    <a:gd name="connsiteX1" fmla="*/ 154172 w 7357730"/>
                    <a:gd name="connsiteY1" fmla="*/ 1861464 h 3280756"/>
                    <a:gd name="connsiteX2" fmla="*/ 287079 w 7357730"/>
                    <a:gd name="connsiteY2" fmla="*/ 1888046 h 3280756"/>
                    <a:gd name="connsiteX3" fmla="*/ 478465 w 7357730"/>
                    <a:gd name="connsiteY3" fmla="*/ 1526539 h 3280756"/>
                    <a:gd name="connsiteX4" fmla="*/ 813391 w 7357730"/>
                    <a:gd name="connsiteY4" fmla="*/ 548343 h 3280756"/>
                    <a:gd name="connsiteX5" fmla="*/ 967563 w 7357730"/>
                    <a:gd name="connsiteY5" fmla="*/ 11399 h 3280756"/>
                    <a:gd name="connsiteX6" fmla="*/ 1100470 w 7357730"/>
                    <a:gd name="connsiteY6" fmla="*/ 303794 h 3280756"/>
                    <a:gd name="connsiteX7" fmla="*/ 1254642 w 7357730"/>
                    <a:gd name="connsiteY7" fmla="*/ 1638180 h 3280756"/>
                    <a:gd name="connsiteX8" fmla="*/ 1440712 w 7357730"/>
                    <a:gd name="connsiteY8" fmla="*/ 3211799 h 3280756"/>
                    <a:gd name="connsiteX9" fmla="*/ 1679944 w 7357730"/>
                    <a:gd name="connsiteY9" fmla="*/ 2866241 h 3280756"/>
                    <a:gd name="connsiteX10" fmla="*/ 1924493 w 7357730"/>
                    <a:gd name="connsiteY10" fmla="*/ 1659446 h 3280756"/>
                    <a:gd name="connsiteX11" fmla="*/ 2222205 w 7357730"/>
                    <a:gd name="connsiteY11" fmla="*/ 739729 h 3280756"/>
                    <a:gd name="connsiteX12" fmla="*/ 2482702 w 7357730"/>
                    <a:gd name="connsiteY12" fmla="*/ 1281990 h 3280756"/>
                    <a:gd name="connsiteX13" fmla="*/ 2519916 w 7357730"/>
                    <a:gd name="connsiteY13" fmla="*/ 1643497 h 3280756"/>
                    <a:gd name="connsiteX14" fmla="*/ 2759149 w 7357730"/>
                    <a:gd name="connsiteY14" fmla="*/ 2478152 h 3280756"/>
                    <a:gd name="connsiteX15" fmla="*/ 2950535 w 7357730"/>
                    <a:gd name="connsiteY15" fmla="*/ 2451571 h 3280756"/>
                    <a:gd name="connsiteX16" fmla="*/ 3290777 w 7357730"/>
                    <a:gd name="connsiteY16" fmla="*/ 1648813 h 3280756"/>
                    <a:gd name="connsiteX17" fmla="*/ 3418367 w 7357730"/>
                    <a:gd name="connsiteY17" fmla="*/ 1404264 h 3280756"/>
                    <a:gd name="connsiteX18" fmla="*/ 3710763 w 7357730"/>
                    <a:gd name="connsiteY18" fmla="*/ 1600966 h 3280756"/>
                    <a:gd name="connsiteX19" fmla="*/ 3875567 w 7357730"/>
                    <a:gd name="connsiteY19" fmla="*/ 1781720 h 3280756"/>
                    <a:gd name="connsiteX20" fmla="*/ 4093535 w 7357730"/>
                    <a:gd name="connsiteY20" fmla="*/ 1802985 h 3280756"/>
                    <a:gd name="connsiteX21" fmla="*/ 4332767 w 7357730"/>
                    <a:gd name="connsiteY21" fmla="*/ 1760455 h 3280756"/>
                    <a:gd name="connsiteX22" fmla="*/ 4577316 w 7357730"/>
                    <a:gd name="connsiteY22" fmla="*/ 1957157 h 3280756"/>
                    <a:gd name="connsiteX23" fmla="*/ 4774019 w 7357730"/>
                    <a:gd name="connsiteY23" fmla="*/ 1808301 h 3280756"/>
                    <a:gd name="connsiteX24" fmla="*/ 4922874 w 7357730"/>
                    <a:gd name="connsiteY24" fmla="*/ 1388315 h 3280756"/>
                    <a:gd name="connsiteX25" fmla="*/ 5050465 w 7357730"/>
                    <a:gd name="connsiteY25" fmla="*/ 1218194 h 3280756"/>
                    <a:gd name="connsiteX26" fmla="*/ 5284381 w 7357730"/>
                    <a:gd name="connsiteY26" fmla="*/ 1494641 h 3280756"/>
                    <a:gd name="connsiteX27" fmla="*/ 5512981 w 7357730"/>
                    <a:gd name="connsiteY27" fmla="*/ 1792352 h 3280756"/>
                    <a:gd name="connsiteX28" fmla="*/ 5794744 w 7357730"/>
                    <a:gd name="connsiteY28" fmla="*/ 2339929 h 3280756"/>
                    <a:gd name="connsiteX29" fmla="*/ 5938284 w 7357730"/>
                    <a:gd name="connsiteY29" fmla="*/ 2345246 h 3280756"/>
                    <a:gd name="connsiteX30" fmla="*/ 6134986 w 7357730"/>
                    <a:gd name="connsiteY30" fmla="*/ 1712608 h 3280756"/>
                    <a:gd name="connsiteX31" fmla="*/ 6230679 w 7357730"/>
                    <a:gd name="connsiteY31" fmla="*/ 1414897 h 3280756"/>
                    <a:gd name="connsiteX32" fmla="*/ 6363586 w 7357730"/>
                    <a:gd name="connsiteY32" fmla="*/ 1149083 h 3280756"/>
                    <a:gd name="connsiteX33" fmla="*/ 6608135 w 7357730"/>
                    <a:gd name="connsiteY33" fmla="*/ 1398948 h 3280756"/>
                    <a:gd name="connsiteX34" fmla="*/ 6746358 w 7357730"/>
                    <a:gd name="connsiteY34" fmla="*/ 1781720 h 3280756"/>
                    <a:gd name="connsiteX35" fmla="*/ 6900530 w 7357730"/>
                    <a:gd name="connsiteY35" fmla="*/ 2090064 h 3280756"/>
                    <a:gd name="connsiteX36" fmla="*/ 7006856 w 7357730"/>
                    <a:gd name="connsiteY36" fmla="*/ 2185757 h 3280756"/>
                    <a:gd name="connsiteX37" fmla="*/ 7272670 w 7357730"/>
                    <a:gd name="connsiteY37" fmla="*/ 1861464 h 3280756"/>
                    <a:gd name="connsiteX38" fmla="*/ 7357730 w 7357730"/>
                    <a:gd name="connsiteY38" fmla="*/ 1664762 h 3280756"/>
                    <a:gd name="connsiteX39" fmla="*/ 7357730 w 7357730"/>
                    <a:gd name="connsiteY39" fmla="*/ 1664762 h 3280756"/>
                    <a:gd name="connsiteX0" fmla="*/ 0 w 7357730"/>
                    <a:gd name="connsiteY0" fmla="*/ 1686027 h 3280756"/>
                    <a:gd name="connsiteX1" fmla="*/ 154172 w 7357730"/>
                    <a:gd name="connsiteY1" fmla="*/ 1861464 h 3280756"/>
                    <a:gd name="connsiteX2" fmla="*/ 297711 w 7357730"/>
                    <a:gd name="connsiteY2" fmla="*/ 1872097 h 3280756"/>
                    <a:gd name="connsiteX3" fmla="*/ 478465 w 7357730"/>
                    <a:gd name="connsiteY3" fmla="*/ 1526539 h 3280756"/>
                    <a:gd name="connsiteX4" fmla="*/ 813391 w 7357730"/>
                    <a:gd name="connsiteY4" fmla="*/ 548343 h 3280756"/>
                    <a:gd name="connsiteX5" fmla="*/ 967563 w 7357730"/>
                    <a:gd name="connsiteY5" fmla="*/ 11399 h 3280756"/>
                    <a:gd name="connsiteX6" fmla="*/ 1100470 w 7357730"/>
                    <a:gd name="connsiteY6" fmla="*/ 303794 h 3280756"/>
                    <a:gd name="connsiteX7" fmla="*/ 1254642 w 7357730"/>
                    <a:gd name="connsiteY7" fmla="*/ 1638180 h 3280756"/>
                    <a:gd name="connsiteX8" fmla="*/ 1440712 w 7357730"/>
                    <a:gd name="connsiteY8" fmla="*/ 3211799 h 3280756"/>
                    <a:gd name="connsiteX9" fmla="*/ 1679944 w 7357730"/>
                    <a:gd name="connsiteY9" fmla="*/ 2866241 h 3280756"/>
                    <a:gd name="connsiteX10" fmla="*/ 1924493 w 7357730"/>
                    <a:gd name="connsiteY10" fmla="*/ 1659446 h 3280756"/>
                    <a:gd name="connsiteX11" fmla="*/ 2222205 w 7357730"/>
                    <a:gd name="connsiteY11" fmla="*/ 739729 h 3280756"/>
                    <a:gd name="connsiteX12" fmla="*/ 2482702 w 7357730"/>
                    <a:gd name="connsiteY12" fmla="*/ 1281990 h 3280756"/>
                    <a:gd name="connsiteX13" fmla="*/ 2519916 w 7357730"/>
                    <a:gd name="connsiteY13" fmla="*/ 1643497 h 3280756"/>
                    <a:gd name="connsiteX14" fmla="*/ 2759149 w 7357730"/>
                    <a:gd name="connsiteY14" fmla="*/ 2478152 h 3280756"/>
                    <a:gd name="connsiteX15" fmla="*/ 2950535 w 7357730"/>
                    <a:gd name="connsiteY15" fmla="*/ 2451571 h 3280756"/>
                    <a:gd name="connsiteX16" fmla="*/ 3290777 w 7357730"/>
                    <a:gd name="connsiteY16" fmla="*/ 1648813 h 3280756"/>
                    <a:gd name="connsiteX17" fmla="*/ 3418367 w 7357730"/>
                    <a:gd name="connsiteY17" fmla="*/ 1404264 h 3280756"/>
                    <a:gd name="connsiteX18" fmla="*/ 3710763 w 7357730"/>
                    <a:gd name="connsiteY18" fmla="*/ 1600966 h 3280756"/>
                    <a:gd name="connsiteX19" fmla="*/ 3875567 w 7357730"/>
                    <a:gd name="connsiteY19" fmla="*/ 1781720 h 3280756"/>
                    <a:gd name="connsiteX20" fmla="*/ 4093535 w 7357730"/>
                    <a:gd name="connsiteY20" fmla="*/ 1802985 h 3280756"/>
                    <a:gd name="connsiteX21" fmla="*/ 4332767 w 7357730"/>
                    <a:gd name="connsiteY21" fmla="*/ 1760455 h 3280756"/>
                    <a:gd name="connsiteX22" fmla="*/ 4577316 w 7357730"/>
                    <a:gd name="connsiteY22" fmla="*/ 1957157 h 3280756"/>
                    <a:gd name="connsiteX23" fmla="*/ 4774019 w 7357730"/>
                    <a:gd name="connsiteY23" fmla="*/ 1808301 h 3280756"/>
                    <a:gd name="connsiteX24" fmla="*/ 4922874 w 7357730"/>
                    <a:gd name="connsiteY24" fmla="*/ 1388315 h 3280756"/>
                    <a:gd name="connsiteX25" fmla="*/ 5050465 w 7357730"/>
                    <a:gd name="connsiteY25" fmla="*/ 1218194 h 3280756"/>
                    <a:gd name="connsiteX26" fmla="*/ 5284381 w 7357730"/>
                    <a:gd name="connsiteY26" fmla="*/ 1494641 h 3280756"/>
                    <a:gd name="connsiteX27" fmla="*/ 5512981 w 7357730"/>
                    <a:gd name="connsiteY27" fmla="*/ 1792352 h 3280756"/>
                    <a:gd name="connsiteX28" fmla="*/ 5794744 w 7357730"/>
                    <a:gd name="connsiteY28" fmla="*/ 2339929 h 3280756"/>
                    <a:gd name="connsiteX29" fmla="*/ 5938284 w 7357730"/>
                    <a:gd name="connsiteY29" fmla="*/ 2345246 h 3280756"/>
                    <a:gd name="connsiteX30" fmla="*/ 6134986 w 7357730"/>
                    <a:gd name="connsiteY30" fmla="*/ 1712608 h 3280756"/>
                    <a:gd name="connsiteX31" fmla="*/ 6230679 w 7357730"/>
                    <a:gd name="connsiteY31" fmla="*/ 1414897 h 3280756"/>
                    <a:gd name="connsiteX32" fmla="*/ 6363586 w 7357730"/>
                    <a:gd name="connsiteY32" fmla="*/ 1149083 h 3280756"/>
                    <a:gd name="connsiteX33" fmla="*/ 6608135 w 7357730"/>
                    <a:gd name="connsiteY33" fmla="*/ 1398948 h 3280756"/>
                    <a:gd name="connsiteX34" fmla="*/ 6746358 w 7357730"/>
                    <a:gd name="connsiteY34" fmla="*/ 1781720 h 3280756"/>
                    <a:gd name="connsiteX35" fmla="*/ 6900530 w 7357730"/>
                    <a:gd name="connsiteY35" fmla="*/ 2090064 h 3280756"/>
                    <a:gd name="connsiteX36" fmla="*/ 7006856 w 7357730"/>
                    <a:gd name="connsiteY36" fmla="*/ 2185757 h 3280756"/>
                    <a:gd name="connsiteX37" fmla="*/ 7272670 w 7357730"/>
                    <a:gd name="connsiteY37" fmla="*/ 1861464 h 3280756"/>
                    <a:gd name="connsiteX38" fmla="*/ 7357730 w 7357730"/>
                    <a:gd name="connsiteY38" fmla="*/ 1664762 h 3280756"/>
                    <a:gd name="connsiteX39" fmla="*/ 7357730 w 7357730"/>
                    <a:gd name="connsiteY39" fmla="*/ 1664762 h 3280756"/>
                    <a:gd name="connsiteX0" fmla="*/ 0 w 7357730"/>
                    <a:gd name="connsiteY0" fmla="*/ 1686027 h 3280756"/>
                    <a:gd name="connsiteX1" fmla="*/ 154172 w 7357730"/>
                    <a:gd name="connsiteY1" fmla="*/ 1861464 h 3280756"/>
                    <a:gd name="connsiteX2" fmla="*/ 297711 w 7357730"/>
                    <a:gd name="connsiteY2" fmla="*/ 1872097 h 3280756"/>
                    <a:gd name="connsiteX3" fmla="*/ 584790 w 7357730"/>
                    <a:gd name="connsiteY3" fmla="*/ 1340469 h 3280756"/>
                    <a:gd name="connsiteX4" fmla="*/ 813391 w 7357730"/>
                    <a:gd name="connsiteY4" fmla="*/ 548343 h 3280756"/>
                    <a:gd name="connsiteX5" fmla="*/ 967563 w 7357730"/>
                    <a:gd name="connsiteY5" fmla="*/ 11399 h 3280756"/>
                    <a:gd name="connsiteX6" fmla="*/ 1100470 w 7357730"/>
                    <a:gd name="connsiteY6" fmla="*/ 303794 h 3280756"/>
                    <a:gd name="connsiteX7" fmla="*/ 1254642 w 7357730"/>
                    <a:gd name="connsiteY7" fmla="*/ 1638180 h 3280756"/>
                    <a:gd name="connsiteX8" fmla="*/ 1440712 w 7357730"/>
                    <a:gd name="connsiteY8" fmla="*/ 3211799 h 3280756"/>
                    <a:gd name="connsiteX9" fmla="*/ 1679944 w 7357730"/>
                    <a:gd name="connsiteY9" fmla="*/ 2866241 h 3280756"/>
                    <a:gd name="connsiteX10" fmla="*/ 1924493 w 7357730"/>
                    <a:gd name="connsiteY10" fmla="*/ 1659446 h 3280756"/>
                    <a:gd name="connsiteX11" fmla="*/ 2222205 w 7357730"/>
                    <a:gd name="connsiteY11" fmla="*/ 739729 h 3280756"/>
                    <a:gd name="connsiteX12" fmla="*/ 2482702 w 7357730"/>
                    <a:gd name="connsiteY12" fmla="*/ 1281990 h 3280756"/>
                    <a:gd name="connsiteX13" fmla="*/ 2519916 w 7357730"/>
                    <a:gd name="connsiteY13" fmla="*/ 1643497 h 3280756"/>
                    <a:gd name="connsiteX14" fmla="*/ 2759149 w 7357730"/>
                    <a:gd name="connsiteY14" fmla="*/ 2478152 h 3280756"/>
                    <a:gd name="connsiteX15" fmla="*/ 2950535 w 7357730"/>
                    <a:gd name="connsiteY15" fmla="*/ 2451571 h 3280756"/>
                    <a:gd name="connsiteX16" fmla="*/ 3290777 w 7357730"/>
                    <a:gd name="connsiteY16" fmla="*/ 1648813 h 3280756"/>
                    <a:gd name="connsiteX17" fmla="*/ 3418367 w 7357730"/>
                    <a:gd name="connsiteY17" fmla="*/ 1404264 h 3280756"/>
                    <a:gd name="connsiteX18" fmla="*/ 3710763 w 7357730"/>
                    <a:gd name="connsiteY18" fmla="*/ 1600966 h 3280756"/>
                    <a:gd name="connsiteX19" fmla="*/ 3875567 w 7357730"/>
                    <a:gd name="connsiteY19" fmla="*/ 1781720 h 3280756"/>
                    <a:gd name="connsiteX20" fmla="*/ 4093535 w 7357730"/>
                    <a:gd name="connsiteY20" fmla="*/ 1802985 h 3280756"/>
                    <a:gd name="connsiteX21" fmla="*/ 4332767 w 7357730"/>
                    <a:gd name="connsiteY21" fmla="*/ 1760455 h 3280756"/>
                    <a:gd name="connsiteX22" fmla="*/ 4577316 w 7357730"/>
                    <a:gd name="connsiteY22" fmla="*/ 1957157 h 3280756"/>
                    <a:gd name="connsiteX23" fmla="*/ 4774019 w 7357730"/>
                    <a:gd name="connsiteY23" fmla="*/ 1808301 h 3280756"/>
                    <a:gd name="connsiteX24" fmla="*/ 4922874 w 7357730"/>
                    <a:gd name="connsiteY24" fmla="*/ 1388315 h 3280756"/>
                    <a:gd name="connsiteX25" fmla="*/ 5050465 w 7357730"/>
                    <a:gd name="connsiteY25" fmla="*/ 1218194 h 3280756"/>
                    <a:gd name="connsiteX26" fmla="*/ 5284381 w 7357730"/>
                    <a:gd name="connsiteY26" fmla="*/ 1494641 h 3280756"/>
                    <a:gd name="connsiteX27" fmla="*/ 5512981 w 7357730"/>
                    <a:gd name="connsiteY27" fmla="*/ 1792352 h 3280756"/>
                    <a:gd name="connsiteX28" fmla="*/ 5794744 w 7357730"/>
                    <a:gd name="connsiteY28" fmla="*/ 2339929 h 3280756"/>
                    <a:gd name="connsiteX29" fmla="*/ 5938284 w 7357730"/>
                    <a:gd name="connsiteY29" fmla="*/ 2345246 h 3280756"/>
                    <a:gd name="connsiteX30" fmla="*/ 6134986 w 7357730"/>
                    <a:gd name="connsiteY30" fmla="*/ 1712608 h 3280756"/>
                    <a:gd name="connsiteX31" fmla="*/ 6230679 w 7357730"/>
                    <a:gd name="connsiteY31" fmla="*/ 1414897 h 3280756"/>
                    <a:gd name="connsiteX32" fmla="*/ 6363586 w 7357730"/>
                    <a:gd name="connsiteY32" fmla="*/ 1149083 h 3280756"/>
                    <a:gd name="connsiteX33" fmla="*/ 6608135 w 7357730"/>
                    <a:gd name="connsiteY33" fmla="*/ 1398948 h 3280756"/>
                    <a:gd name="connsiteX34" fmla="*/ 6746358 w 7357730"/>
                    <a:gd name="connsiteY34" fmla="*/ 1781720 h 3280756"/>
                    <a:gd name="connsiteX35" fmla="*/ 6900530 w 7357730"/>
                    <a:gd name="connsiteY35" fmla="*/ 2090064 h 3280756"/>
                    <a:gd name="connsiteX36" fmla="*/ 7006856 w 7357730"/>
                    <a:gd name="connsiteY36" fmla="*/ 2185757 h 3280756"/>
                    <a:gd name="connsiteX37" fmla="*/ 7272670 w 7357730"/>
                    <a:gd name="connsiteY37" fmla="*/ 1861464 h 3280756"/>
                    <a:gd name="connsiteX38" fmla="*/ 7357730 w 7357730"/>
                    <a:gd name="connsiteY38" fmla="*/ 1664762 h 3280756"/>
                    <a:gd name="connsiteX39" fmla="*/ 7357730 w 7357730"/>
                    <a:gd name="connsiteY39" fmla="*/ 1664762 h 3280756"/>
                    <a:gd name="connsiteX0" fmla="*/ 0 w 7357730"/>
                    <a:gd name="connsiteY0" fmla="*/ 1678811 h 3273540"/>
                    <a:gd name="connsiteX1" fmla="*/ 154172 w 7357730"/>
                    <a:gd name="connsiteY1" fmla="*/ 1854248 h 3273540"/>
                    <a:gd name="connsiteX2" fmla="*/ 297711 w 7357730"/>
                    <a:gd name="connsiteY2" fmla="*/ 1864881 h 3273540"/>
                    <a:gd name="connsiteX3" fmla="*/ 584790 w 7357730"/>
                    <a:gd name="connsiteY3" fmla="*/ 1333253 h 3273540"/>
                    <a:gd name="connsiteX4" fmla="*/ 850605 w 7357730"/>
                    <a:gd name="connsiteY4" fmla="*/ 413537 h 3273540"/>
                    <a:gd name="connsiteX5" fmla="*/ 967563 w 7357730"/>
                    <a:gd name="connsiteY5" fmla="*/ 4183 h 3273540"/>
                    <a:gd name="connsiteX6" fmla="*/ 1100470 w 7357730"/>
                    <a:gd name="connsiteY6" fmla="*/ 296578 h 3273540"/>
                    <a:gd name="connsiteX7" fmla="*/ 1254642 w 7357730"/>
                    <a:gd name="connsiteY7" fmla="*/ 1630964 h 3273540"/>
                    <a:gd name="connsiteX8" fmla="*/ 1440712 w 7357730"/>
                    <a:gd name="connsiteY8" fmla="*/ 3204583 h 3273540"/>
                    <a:gd name="connsiteX9" fmla="*/ 1679944 w 7357730"/>
                    <a:gd name="connsiteY9" fmla="*/ 2859025 h 3273540"/>
                    <a:gd name="connsiteX10" fmla="*/ 1924493 w 7357730"/>
                    <a:gd name="connsiteY10" fmla="*/ 1652230 h 3273540"/>
                    <a:gd name="connsiteX11" fmla="*/ 2222205 w 7357730"/>
                    <a:gd name="connsiteY11" fmla="*/ 732513 h 3273540"/>
                    <a:gd name="connsiteX12" fmla="*/ 2482702 w 7357730"/>
                    <a:gd name="connsiteY12" fmla="*/ 1274774 h 3273540"/>
                    <a:gd name="connsiteX13" fmla="*/ 2519916 w 7357730"/>
                    <a:gd name="connsiteY13" fmla="*/ 1636281 h 3273540"/>
                    <a:gd name="connsiteX14" fmla="*/ 2759149 w 7357730"/>
                    <a:gd name="connsiteY14" fmla="*/ 2470936 h 3273540"/>
                    <a:gd name="connsiteX15" fmla="*/ 2950535 w 7357730"/>
                    <a:gd name="connsiteY15" fmla="*/ 2444355 h 3273540"/>
                    <a:gd name="connsiteX16" fmla="*/ 3290777 w 7357730"/>
                    <a:gd name="connsiteY16" fmla="*/ 1641597 h 3273540"/>
                    <a:gd name="connsiteX17" fmla="*/ 3418367 w 7357730"/>
                    <a:gd name="connsiteY17" fmla="*/ 1397048 h 3273540"/>
                    <a:gd name="connsiteX18" fmla="*/ 3710763 w 7357730"/>
                    <a:gd name="connsiteY18" fmla="*/ 1593750 h 3273540"/>
                    <a:gd name="connsiteX19" fmla="*/ 3875567 w 7357730"/>
                    <a:gd name="connsiteY19" fmla="*/ 1774504 h 3273540"/>
                    <a:gd name="connsiteX20" fmla="*/ 4093535 w 7357730"/>
                    <a:gd name="connsiteY20" fmla="*/ 1795769 h 3273540"/>
                    <a:gd name="connsiteX21" fmla="*/ 4332767 w 7357730"/>
                    <a:gd name="connsiteY21" fmla="*/ 1753239 h 3273540"/>
                    <a:gd name="connsiteX22" fmla="*/ 4577316 w 7357730"/>
                    <a:gd name="connsiteY22" fmla="*/ 1949941 h 3273540"/>
                    <a:gd name="connsiteX23" fmla="*/ 4774019 w 7357730"/>
                    <a:gd name="connsiteY23" fmla="*/ 1801085 h 3273540"/>
                    <a:gd name="connsiteX24" fmla="*/ 4922874 w 7357730"/>
                    <a:gd name="connsiteY24" fmla="*/ 1381099 h 3273540"/>
                    <a:gd name="connsiteX25" fmla="*/ 5050465 w 7357730"/>
                    <a:gd name="connsiteY25" fmla="*/ 1210978 h 3273540"/>
                    <a:gd name="connsiteX26" fmla="*/ 5284381 w 7357730"/>
                    <a:gd name="connsiteY26" fmla="*/ 1487425 h 3273540"/>
                    <a:gd name="connsiteX27" fmla="*/ 5512981 w 7357730"/>
                    <a:gd name="connsiteY27" fmla="*/ 1785136 h 3273540"/>
                    <a:gd name="connsiteX28" fmla="*/ 5794744 w 7357730"/>
                    <a:gd name="connsiteY28" fmla="*/ 2332713 h 3273540"/>
                    <a:gd name="connsiteX29" fmla="*/ 5938284 w 7357730"/>
                    <a:gd name="connsiteY29" fmla="*/ 2338030 h 3273540"/>
                    <a:gd name="connsiteX30" fmla="*/ 6134986 w 7357730"/>
                    <a:gd name="connsiteY30" fmla="*/ 1705392 h 3273540"/>
                    <a:gd name="connsiteX31" fmla="*/ 6230679 w 7357730"/>
                    <a:gd name="connsiteY31" fmla="*/ 1407681 h 3273540"/>
                    <a:gd name="connsiteX32" fmla="*/ 6363586 w 7357730"/>
                    <a:gd name="connsiteY32" fmla="*/ 1141867 h 3273540"/>
                    <a:gd name="connsiteX33" fmla="*/ 6608135 w 7357730"/>
                    <a:gd name="connsiteY33" fmla="*/ 1391732 h 3273540"/>
                    <a:gd name="connsiteX34" fmla="*/ 6746358 w 7357730"/>
                    <a:gd name="connsiteY34" fmla="*/ 1774504 h 3273540"/>
                    <a:gd name="connsiteX35" fmla="*/ 6900530 w 7357730"/>
                    <a:gd name="connsiteY35" fmla="*/ 2082848 h 3273540"/>
                    <a:gd name="connsiteX36" fmla="*/ 7006856 w 7357730"/>
                    <a:gd name="connsiteY36" fmla="*/ 2178541 h 3273540"/>
                    <a:gd name="connsiteX37" fmla="*/ 7272670 w 7357730"/>
                    <a:gd name="connsiteY37" fmla="*/ 1854248 h 3273540"/>
                    <a:gd name="connsiteX38" fmla="*/ 7357730 w 7357730"/>
                    <a:gd name="connsiteY38" fmla="*/ 1657546 h 3273540"/>
                    <a:gd name="connsiteX39" fmla="*/ 7357730 w 7357730"/>
                    <a:gd name="connsiteY39" fmla="*/ 1657546 h 3273540"/>
                    <a:gd name="connsiteX0" fmla="*/ 0 w 7357730"/>
                    <a:gd name="connsiteY0" fmla="*/ 1676404 h 3271133"/>
                    <a:gd name="connsiteX1" fmla="*/ 154172 w 7357730"/>
                    <a:gd name="connsiteY1" fmla="*/ 1851841 h 3271133"/>
                    <a:gd name="connsiteX2" fmla="*/ 297711 w 7357730"/>
                    <a:gd name="connsiteY2" fmla="*/ 1862474 h 3271133"/>
                    <a:gd name="connsiteX3" fmla="*/ 584790 w 7357730"/>
                    <a:gd name="connsiteY3" fmla="*/ 1330846 h 3271133"/>
                    <a:gd name="connsiteX4" fmla="*/ 850605 w 7357730"/>
                    <a:gd name="connsiteY4" fmla="*/ 411130 h 3271133"/>
                    <a:gd name="connsiteX5" fmla="*/ 967563 w 7357730"/>
                    <a:gd name="connsiteY5" fmla="*/ 1776 h 3271133"/>
                    <a:gd name="connsiteX6" fmla="*/ 1127051 w 7357730"/>
                    <a:gd name="connsiteY6" fmla="*/ 326069 h 3271133"/>
                    <a:gd name="connsiteX7" fmla="*/ 1254642 w 7357730"/>
                    <a:gd name="connsiteY7" fmla="*/ 1628557 h 3271133"/>
                    <a:gd name="connsiteX8" fmla="*/ 1440712 w 7357730"/>
                    <a:gd name="connsiteY8" fmla="*/ 3202176 h 3271133"/>
                    <a:gd name="connsiteX9" fmla="*/ 1679944 w 7357730"/>
                    <a:gd name="connsiteY9" fmla="*/ 2856618 h 3271133"/>
                    <a:gd name="connsiteX10" fmla="*/ 1924493 w 7357730"/>
                    <a:gd name="connsiteY10" fmla="*/ 1649823 h 3271133"/>
                    <a:gd name="connsiteX11" fmla="*/ 2222205 w 7357730"/>
                    <a:gd name="connsiteY11" fmla="*/ 730106 h 3271133"/>
                    <a:gd name="connsiteX12" fmla="*/ 2482702 w 7357730"/>
                    <a:gd name="connsiteY12" fmla="*/ 1272367 h 3271133"/>
                    <a:gd name="connsiteX13" fmla="*/ 2519916 w 7357730"/>
                    <a:gd name="connsiteY13" fmla="*/ 1633874 h 3271133"/>
                    <a:gd name="connsiteX14" fmla="*/ 2759149 w 7357730"/>
                    <a:gd name="connsiteY14" fmla="*/ 2468529 h 3271133"/>
                    <a:gd name="connsiteX15" fmla="*/ 2950535 w 7357730"/>
                    <a:gd name="connsiteY15" fmla="*/ 2441948 h 3271133"/>
                    <a:gd name="connsiteX16" fmla="*/ 3290777 w 7357730"/>
                    <a:gd name="connsiteY16" fmla="*/ 1639190 h 3271133"/>
                    <a:gd name="connsiteX17" fmla="*/ 3418367 w 7357730"/>
                    <a:gd name="connsiteY17" fmla="*/ 1394641 h 3271133"/>
                    <a:gd name="connsiteX18" fmla="*/ 3710763 w 7357730"/>
                    <a:gd name="connsiteY18" fmla="*/ 1591343 h 3271133"/>
                    <a:gd name="connsiteX19" fmla="*/ 3875567 w 7357730"/>
                    <a:gd name="connsiteY19" fmla="*/ 1772097 h 3271133"/>
                    <a:gd name="connsiteX20" fmla="*/ 4093535 w 7357730"/>
                    <a:gd name="connsiteY20" fmla="*/ 1793362 h 3271133"/>
                    <a:gd name="connsiteX21" fmla="*/ 4332767 w 7357730"/>
                    <a:gd name="connsiteY21" fmla="*/ 1750832 h 3271133"/>
                    <a:gd name="connsiteX22" fmla="*/ 4577316 w 7357730"/>
                    <a:gd name="connsiteY22" fmla="*/ 1947534 h 3271133"/>
                    <a:gd name="connsiteX23" fmla="*/ 4774019 w 7357730"/>
                    <a:gd name="connsiteY23" fmla="*/ 1798678 h 3271133"/>
                    <a:gd name="connsiteX24" fmla="*/ 4922874 w 7357730"/>
                    <a:gd name="connsiteY24" fmla="*/ 1378692 h 3271133"/>
                    <a:gd name="connsiteX25" fmla="*/ 5050465 w 7357730"/>
                    <a:gd name="connsiteY25" fmla="*/ 1208571 h 3271133"/>
                    <a:gd name="connsiteX26" fmla="*/ 5284381 w 7357730"/>
                    <a:gd name="connsiteY26" fmla="*/ 1485018 h 3271133"/>
                    <a:gd name="connsiteX27" fmla="*/ 5512981 w 7357730"/>
                    <a:gd name="connsiteY27" fmla="*/ 1782729 h 3271133"/>
                    <a:gd name="connsiteX28" fmla="*/ 5794744 w 7357730"/>
                    <a:gd name="connsiteY28" fmla="*/ 2330306 h 3271133"/>
                    <a:gd name="connsiteX29" fmla="*/ 5938284 w 7357730"/>
                    <a:gd name="connsiteY29" fmla="*/ 2335623 h 3271133"/>
                    <a:gd name="connsiteX30" fmla="*/ 6134986 w 7357730"/>
                    <a:gd name="connsiteY30" fmla="*/ 1702985 h 3271133"/>
                    <a:gd name="connsiteX31" fmla="*/ 6230679 w 7357730"/>
                    <a:gd name="connsiteY31" fmla="*/ 1405274 h 3271133"/>
                    <a:gd name="connsiteX32" fmla="*/ 6363586 w 7357730"/>
                    <a:gd name="connsiteY32" fmla="*/ 1139460 h 3271133"/>
                    <a:gd name="connsiteX33" fmla="*/ 6608135 w 7357730"/>
                    <a:gd name="connsiteY33" fmla="*/ 1389325 h 3271133"/>
                    <a:gd name="connsiteX34" fmla="*/ 6746358 w 7357730"/>
                    <a:gd name="connsiteY34" fmla="*/ 1772097 h 3271133"/>
                    <a:gd name="connsiteX35" fmla="*/ 6900530 w 7357730"/>
                    <a:gd name="connsiteY35" fmla="*/ 2080441 h 3271133"/>
                    <a:gd name="connsiteX36" fmla="*/ 7006856 w 7357730"/>
                    <a:gd name="connsiteY36" fmla="*/ 2176134 h 3271133"/>
                    <a:gd name="connsiteX37" fmla="*/ 7272670 w 7357730"/>
                    <a:gd name="connsiteY37" fmla="*/ 1851841 h 3271133"/>
                    <a:gd name="connsiteX38" fmla="*/ 7357730 w 7357730"/>
                    <a:gd name="connsiteY38" fmla="*/ 1655139 h 3271133"/>
                    <a:gd name="connsiteX39" fmla="*/ 7357730 w 7357730"/>
                    <a:gd name="connsiteY39" fmla="*/ 1655139 h 3271133"/>
                    <a:gd name="connsiteX0" fmla="*/ 0 w 7357730"/>
                    <a:gd name="connsiteY0" fmla="*/ 1678505 h 3249148"/>
                    <a:gd name="connsiteX1" fmla="*/ 154172 w 7357730"/>
                    <a:gd name="connsiteY1" fmla="*/ 1853942 h 3249148"/>
                    <a:gd name="connsiteX2" fmla="*/ 297711 w 7357730"/>
                    <a:gd name="connsiteY2" fmla="*/ 1864575 h 3249148"/>
                    <a:gd name="connsiteX3" fmla="*/ 584790 w 7357730"/>
                    <a:gd name="connsiteY3" fmla="*/ 1332947 h 3249148"/>
                    <a:gd name="connsiteX4" fmla="*/ 850605 w 7357730"/>
                    <a:gd name="connsiteY4" fmla="*/ 413231 h 3249148"/>
                    <a:gd name="connsiteX5" fmla="*/ 967563 w 7357730"/>
                    <a:gd name="connsiteY5" fmla="*/ 3877 h 3249148"/>
                    <a:gd name="connsiteX6" fmla="*/ 1127051 w 7357730"/>
                    <a:gd name="connsiteY6" fmla="*/ 328170 h 3249148"/>
                    <a:gd name="connsiteX7" fmla="*/ 1345019 w 7357730"/>
                    <a:gd name="connsiteY7" fmla="*/ 1986849 h 3249148"/>
                    <a:gd name="connsiteX8" fmla="*/ 1440712 w 7357730"/>
                    <a:gd name="connsiteY8" fmla="*/ 3204277 h 3249148"/>
                    <a:gd name="connsiteX9" fmla="*/ 1679944 w 7357730"/>
                    <a:gd name="connsiteY9" fmla="*/ 2858719 h 3249148"/>
                    <a:gd name="connsiteX10" fmla="*/ 1924493 w 7357730"/>
                    <a:gd name="connsiteY10" fmla="*/ 1651924 h 3249148"/>
                    <a:gd name="connsiteX11" fmla="*/ 2222205 w 7357730"/>
                    <a:gd name="connsiteY11" fmla="*/ 732207 h 3249148"/>
                    <a:gd name="connsiteX12" fmla="*/ 2482702 w 7357730"/>
                    <a:gd name="connsiteY12" fmla="*/ 1274468 h 3249148"/>
                    <a:gd name="connsiteX13" fmla="*/ 2519916 w 7357730"/>
                    <a:gd name="connsiteY13" fmla="*/ 1635975 h 3249148"/>
                    <a:gd name="connsiteX14" fmla="*/ 2759149 w 7357730"/>
                    <a:gd name="connsiteY14" fmla="*/ 2470630 h 3249148"/>
                    <a:gd name="connsiteX15" fmla="*/ 2950535 w 7357730"/>
                    <a:gd name="connsiteY15" fmla="*/ 2444049 h 3249148"/>
                    <a:gd name="connsiteX16" fmla="*/ 3290777 w 7357730"/>
                    <a:gd name="connsiteY16" fmla="*/ 1641291 h 3249148"/>
                    <a:gd name="connsiteX17" fmla="*/ 3418367 w 7357730"/>
                    <a:gd name="connsiteY17" fmla="*/ 1396742 h 3249148"/>
                    <a:gd name="connsiteX18" fmla="*/ 3710763 w 7357730"/>
                    <a:gd name="connsiteY18" fmla="*/ 1593444 h 3249148"/>
                    <a:gd name="connsiteX19" fmla="*/ 3875567 w 7357730"/>
                    <a:gd name="connsiteY19" fmla="*/ 1774198 h 3249148"/>
                    <a:gd name="connsiteX20" fmla="*/ 4093535 w 7357730"/>
                    <a:gd name="connsiteY20" fmla="*/ 1795463 h 3249148"/>
                    <a:gd name="connsiteX21" fmla="*/ 4332767 w 7357730"/>
                    <a:gd name="connsiteY21" fmla="*/ 1752933 h 3249148"/>
                    <a:gd name="connsiteX22" fmla="*/ 4577316 w 7357730"/>
                    <a:gd name="connsiteY22" fmla="*/ 1949635 h 3249148"/>
                    <a:gd name="connsiteX23" fmla="*/ 4774019 w 7357730"/>
                    <a:gd name="connsiteY23" fmla="*/ 1800779 h 3249148"/>
                    <a:gd name="connsiteX24" fmla="*/ 4922874 w 7357730"/>
                    <a:gd name="connsiteY24" fmla="*/ 1380793 h 3249148"/>
                    <a:gd name="connsiteX25" fmla="*/ 5050465 w 7357730"/>
                    <a:gd name="connsiteY25" fmla="*/ 1210672 h 3249148"/>
                    <a:gd name="connsiteX26" fmla="*/ 5284381 w 7357730"/>
                    <a:gd name="connsiteY26" fmla="*/ 1487119 h 3249148"/>
                    <a:gd name="connsiteX27" fmla="*/ 5512981 w 7357730"/>
                    <a:gd name="connsiteY27" fmla="*/ 1784830 h 3249148"/>
                    <a:gd name="connsiteX28" fmla="*/ 5794744 w 7357730"/>
                    <a:gd name="connsiteY28" fmla="*/ 2332407 h 3249148"/>
                    <a:gd name="connsiteX29" fmla="*/ 5938284 w 7357730"/>
                    <a:gd name="connsiteY29" fmla="*/ 2337724 h 3249148"/>
                    <a:gd name="connsiteX30" fmla="*/ 6134986 w 7357730"/>
                    <a:gd name="connsiteY30" fmla="*/ 1705086 h 3249148"/>
                    <a:gd name="connsiteX31" fmla="*/ 6230679 w 7357730"/>
                    <a:gd name="connsiteY31" fmla="*/ 1407375 h 3249148"/>
                    <a:gd name="connsiteX32" fmla="*/ 6363586 w 7357730"/>
                    <a:gd name="connsiteY32" fmla="*/ 1141561 h 3249148"/>
                    <a:gd name="connsiteX33" fmla="*/ 6608135 w 7357730"/>
                    <a:gd name="connsiteY33" fmla="*/ 1391426 h 3249148"/>
                    <a:gd name="connsiteX34" fmla="*/ 6746358 w 7357730"/>
                    <a:gd name="connsiteY34" fmla="*/ 1774198 h 3249148"/>
                    <a:gd name="connsiteX35" fmla="*/ 6900530 w 7357730"/>
                    <a:gd name="connsiteY35" fmla="*/ 2082542 h 3249148"/>
                    <a:gd name="connsiteX36" fmla="*/ 7006856 w 7357730"/>
                    <a:gd name="connsiteY36" fmla="*/ 2178235 h 3249148"/>
                    <a:gd name="connsiteX37" fmla="*/ 7272670 w 7357730"/>
                    <a:gd name="connsiteY37" fmla="*/ 1853942 h 3249148"/>
                    <a:gd name="connsiteX38" fmla="*/ 7357730 w 7357730"/>
                    <a:gd name="connsiteY38" fmla="*/ 1657240 h 3249148"/>
                    <a:gd name="connsiteX39" fmla="*/ 7357730 w 7357730"/>
                    <a:gd name="connsiteY39" fmla="*/ 1657240 h 3249148"/>
                    <a:gd name="connsiteX0" fmla="*/ 0 w 7357730"/>
                    <a:gd name="connsiteY0" fmla="*/ 1678505 h 3250134"/>
                    <a:gd name="connsiteX1" fmla="*/ 154172 w 7357730"/>
                    <a:gd name="connsiteY1" fmla="*/ 1853942 h 3250134"/>
                    <a:gd name="connsiteX2" fmla="*/ 297711 w 7357730"/>
                    <a:gd name="connsiteY2" fmla="*/ 1864575 h 3250134"/>
                    <a:gd name="connsiteX3" fmla="*/ 584790 w 7357730"/>
                    <a:gd name="connsiteY3" fmla="*/ 1332947 h 3250134"/>
                    <a:gd name="connsiteX4" fmla="*/ 850605 w 7357730"/>
                    <a:gd name="connsiteY4" fmla="*/ 413231 h 3250134"/>
                    <a:gd name="connsiteX5" fmla="*/ 967563 w 7357730"/>
                    <a:gd name="connsiteY5" fmla="*/ 3877 h 3250134"/>
                    <a:gd name="connsiteX6" fmla="*/ 1127051 w 7357730"/>
                    <a:gd name="connsiteY6" fmla="*/ 328170 h 3250134"/>
                    <a:gd name="connsiteX7" fmla="*/ 1345019 w 7357730"/>
                    <a:gd name="connsiteY7" fmla="*/ 1986849 h 3250134"/>
                    <a:gd name="connsiteX8" fmla="*/ 1440712 w 7357730"/>
                    <a:gd name="connsiteY8" fmla="*/ 3204277 h 3250134"/>
                    <a:gd name="connsiteX9" fmla="*/ 1653363 w 7357730"/>
                    <a:gd name="connsiteY9" fmla="*/ 2864035 h 3250134"/>
                    <a:gd name="connsiteX10" fmla="*/ 1924493 w 7357730"/>
                    <a:gd name="connsiteY10" fmla="*/ 1651924 h 3250134"/>
                    <a:gd name="connsiteX11" fmla="*/ 2222205 w 7357730"/>
                    <a:gd name="connsiteY11" fmla="*/ 732207 h 3250134"/>
                    <a:gd name="connsiteX12" fmla="*/ 2482702 w 7357730"/>
                    <a:gd name="connsiteY12" fmla="*/ 1274468 h 3250134"/>
                    <a:gd name="connsiteX13" fmla="*/ 2519916 w 7357730"/>
                    <a:gd name="connsiteY13" fmla="*/ 1635975 h 3250134"/>
                    <a:gd name="connsiteX14" fmla="*/ 2759149 w 7357730"/>
                    <a:gd name="connsiteY14" fmla="*/ 2470630 h 3250134"/>
                    <a:gd name="connsiteX15" fmla="*/ 2950535 w 7357730"/>
                    <a:gd name="connsiteY15" fmla="*/ 2444049 h 3250134"/>
                    <a:gd name="connsiteX16" fmla="*/ 3290777 w 7357730"/>
                    <a:gd name="connsiteY16" fmla="*/ 1641291 h 3250134"/>
                    <a:gd name="connsiteX17" fmla="*/ 3418367 w 7357730"/>
                    <a:gd name="connsiteY17" fmla="*/ 1396742 h 3250134"/>
                    <a:gd name="connsiteX18" fmla="*/ 3710763 w 7357730"/>
                    <a:gd name="connsiteY18" fmla="*/ 1593444 h 3250134"/>
                    <a:gd name="connsiteX19" fmla="*/ 3875567 w 7357730"/>
                    <a:gd name="connsiteY19" fmla="*/ 1774198 h 3250134"/>
                    <a:gd name="connsiteX20" fmla="*/ 4093535 w 7357730"/>
                    <a:gd name="connsiteY20" fmla="*/ 1795463 h 3250134"/>
                    <a:gd name="connsiteX21" fmla="*/ 4332767 w 7357730"/>
                    <a:gd name="connsiteY21" fmla="*/ 1752933 h 3250134"/>
                    <a:gd name="connsiteX22" fmla="*/ 4577316 w 7357730"/>
                    <a:gd name="connsiteY22" fmla="*/ 1949635 h 3250134"/>
                    <a:gd name="connsiteX23" fmla="*/ 4774019 w 7357730"/>
                    <a:gd name="connsiteY23" fmla="*/ 1800779 h 3250134"/>
                    <a:gd name="connsiteX24" fmla="*/ 4922874 w 7357730"/>
                    <a:gd name="connsiteY24" fmla="*/ 1380793 h 3250134"/>
                    <a:gd name="connsiteX25" fmla="*/ 5050465 w 7357730"/>
                    <a:gd name="connsiteY25" fmla="*/ 1210672 h 3250134"/>
                    <a:gd name="connsiteX26" fmla="*/ 5284381 w 7357730"/>
                    <a:gd name="connsiteY26" fmla="*/ 1487119 h 3250134"/>
                    <a:gd name="connsiteX27" fmla="*/ 5512981 w 7357730"/>
                    <a:gd name="connsiteY27" fmla="*/ 1784830 h 3250134"/>
                    <a:gd name="connsiteX28" fmla="*/ 5794744 w 7357730"/>
                    <a:gd name="connsiteY28" fmla="*/ 2332407 h 3250134"/>
                    <a:gd name="connsiteX29" fmla="*/ 5938284 w 7357730"/>
                    <a:gd name="connsiteY29" fmla="*/ 2337724 h 3250134"/>
                    <a:gd name="connsiteX30" fmla="*/ 6134986 w 7357730"/>
                    <a:gd name="connsiteY30" fmla="*/ 1705086 h 3250134"/>
                    <a:gd name="connsiteX31" fmla="*/ 6230679 w 7357730"/>
                    <a:gd name="connsiteY31" fmla="*/ 1407375 h 3250134"/>
                    <a:gd name="connsiteX32" fmla="*/ 6363586 w 7357730"/>
                    <a:gd name="connsiteY32" fmla="*/ 1141561 h 3250134"/>
                    <a:gd name="connsiteX33" fmla="*/ 6608135 w 7357730"/>
                    <a:gd name="connsiteY33" fmla="*/ 1391426 h 3250134"/>
                    <a:gd name="connsiteX34" fmla="*/ 6746358 w 7357730"/>
                    <a:gd name="connsiteY34" fmla="*/ 1774198 h 3250134"/>
                    <a:gd name="connsiteX35" fmla="*/ 6900530 w 7357730"/>
                    <a:gd name="connsiteY35" fmla="*/ 2082542 h 3250134"/>
                    <a:gd name="connsiteX36" fmla="*/ 7006856 w 7357730"/>
                    <a:gd name="connsiteY36" fmla="*/ 2178235 h 3250134"/>
                    <a:gd name="connsiteX37" fmla="*/ 7272670 w 7357730"/>
                    <a:gd name="connsiteY37" fmla="*/ 1853942 h 3250134"/>
                    <a:gd name="connsiteX38" fmla="*/ 7357730 w 7357730"/>
                    <a:gd name="connsiteY38" fmla="*/ 1657240 h 3250134"/>
                    <a:gd name="connsiteX39" fmla="*/ 7357730 w 7357730"/>
                    <a:gd name="connsiteY39" fmla="*/ 1657240 h 3250134"/>
                    <a:gd name="connsiteX0" fmla="*/ 0 w 7357730"/>
                    <a:gd name="connsiteY0" fmla="*/ 1678505 h 3251132"/>
                    <a:gd name="connsiteX1" fmla="*/ 154172 w 7357730"/>
                    <a:gd name="connsiteY1" fmla="*/ 1853942 h 3251132"/>
                    <a:gd name="connsiteX2" fmla="*/ 297711 w 7357730"/>
                    <a:gd name="connsiteY2" fmla="*/ 1864575 h 3251132"/>
                    <a:gd name="connsiteX3" fmla="*/ 584790 w 7357730"/>
                    <a:gd name="connsiteY3" fmla="*/ 1332947 h 3251132"/>
                    <a:gd name="connsiteX4" fmla="*/ 850605 w 7357730"/>
                    <a:gd name="connsiteY4" fmla="*/ 413231 h 3251132"/>
                    <a:gd name="connsiteX5" fmla="*/ 967563 w 7357730"/>
                    <a:gd name="connsiteY5" fmla="*/ 3877 h 3251132"/>
                    <a:gd name="connsiteX6" fmla="*/ 1127051 w 7357730"/>
                    <a:gd name="connsiteY6" fmla="*/ 328170 h 3251132"/>
                    <a:gd name="connsiteX7" fmla="*/ 1345019 w 7357730"/>
                    <a:gd name="connsiteY7" fmla="*/ 1986849 h 3251132"/>
                    <a:gd name="connsiteX8" fmla="*/ 1440712 w 7357730"/>
                    <a:gd name="connsiteY8" fmla="*/ 3204277 h 3251132"/>
                    <a:gd name="connsiteX9" fmla="*/ 1653363 w 7357730"/>
                    <a:gd name="connsiteY9" fmla="*/ 2864035 h 3251132"/>
                    <a:gd name="connsiteX10" fmla="*/ 1956391 w 7357730"/>
                    <a:gd name="connsiteY10" fmla="*/ 1598761 h 3251132"/>
                    <a:gd name="connsiteX11" fmla="*/ 2222205 w 7357730"/>
                    <a:gd name="connsiteY11" fmla="*/ 732207 h 3251132"/>
                    <a:gd name="connsiteX12" fmla="*/ 2482702 w 7357730"/>
                    <a:gd name="connsiteY12" fmla="*/ 1274468 h 3251132"/>
                    <a:gd name="connsiteX13" fmla="*/ 2519916 w 7357730"/>
                    <a:gd name="connsiteY13" fmla="*/ 1635975 h 3251132"/>
                    <a:gd name="connsiteX14" fmla="*/ 2759149 w 7357730"/>
                    <a:gd name="connsiteY14" fmla="*/ 2470630 h 3251132"/>
                    <a:gd name="connsiteX15" fmla="*/ 2950535 w 7357730"/>
                    <a:gd name="connsiteY15" fmla="*/ 2444049 h 3251132"/>
                    <a:gd name="connsiteX16" fmla="*/ 3290777 w 7357730"/>
                    <a:gd name="connsiteY16" fmla="*/ 1641291 h 3251132"/>
                    <a:gd name="connsiteX17" fmla="*/ 3418367 w 7357730"/>
                    <a:gd name="connsiteY17" fmla="*/ 1396742 h 3251132"/>
                    <a:gd name="connsiteX18" fmla="*/ 3710763 w 7357730"/>
                    <a:gd name="connsiteY18" fmla="*/ 1593444 h 3251132"/>
                    <a:gd name="connsiteX19" fmla="*/ 3875567 w 7357730"/>
                    <a:gd name="connsiteY19" fmla="*/ 1774198 h 3251132"/>
                    <a:gd name="connsiteX20" fmla="*/ 4093535 w 7357730"/>
                    <a:gd name="connsiteY20" fmla="*/ 1795463 h 3251132"/>
                    <a:gd name="connsiteX21" fmla="*/ 4332767 w 7357730"/>
                    <a:gd name="connsiteY21" fmla="*/ 1752933 h 3251132"/>
                    <a:gd name="connsiteX22" fmla="*/ 4577316 w 7357730"/>
                    <a:gd name="connsiteY22" fmla="*/ 1949635 h 3251132"/>
                    <a:gd name="connsiteX23" fmla="*/ 4774019 w 7357730"/>
                    <a:gd name="connsiteY23" fmla="*/ 1800779 h 3251132"/>
                    <a:gd name="connsiteX24" fmla="*/ 4922874 w 7357730"/>
                    <a:gd name="connsiteY24" fmla="*/ 1380793 h 3251132"/>
                    <a:gd name="connsiteX25" fmla="*/ 5050465 w 7357730"/>
                    <a:gd name="connsiteY25" fmla="*/ 1210672 h 3251132"/>
                    <a:gd name="connsiteX26" fmla="*/ 5284381 w 7357730"/>
                    <a:gd name="connsiteY26" fmla="*/ 1487119 h 3251132"/>
                    <a:gd name="connsiteX27" fmla="*/ 5512981 w 7357730"/>
                    <a:gd name="connsiteY27" fmla="*/ 1784830 h 3251132"/>
                    <a:gd name="connsiteX28" fmla="*/ 5794744 w 7357730"/>
                    <a:gd name="connsiteY28" fmla="*/ 2332407 h 3251132"/>
                    <a:gd name="connsiteX29" fmla="*/ 5938284 w 7357730"/>
                    <a:gd name="connsiteY29" fmla="*/ 2337724 h 3251132"/>
                    <a:gd name="connsiteX30" fmla="*/ 6134986 w 7357730"/>
                    <a:gd name="connsiteY30" fmla="*/ 1705086 h 3251132"/>
                    <a:gd name="connsiteX31" fmla="*/ 6230679 w 7357730"/>
                    <a:gd name="connsiteY31" fmla="*/ 1407375 h 3251132"/>
                    <a:gd name="connsiteX32" fmla="*/ 6363586 w 7357730"/>
                    <a:gd name="connsiteY32" fmla="*/ 1141561 h 3251132"/>
                    <a:gd name="connsiteX33" fmla="*/ 6608135 w 7357730"/>
                    <a:gd name="connsiteY33" fmla="*/ 1391426 h 3251132"/>
                    <a:gd name="connsiteX34" fmla="*/ 6746358 w 7357730"/>
                    <a:gd name="connsiteY34" fmla="*/ 1774198 h 3251132"/>
                    <a:gd name="connsiteX35" fmla="*/ 6900530 w 7357730"/>
                    <a:gd name="connsiteY35" fmla="*/ 2082542 h 3251132"/>
                    <a:gd name="connsiteX36" fmla="*/ 7006856 w 7357730"/>
                    <a:gd name="connsiteY36" fmla="*/ 2178235 h 3251132"/>
                    <a:gd name="connsiteX37" fmla="*/ 7272670 w 7357730"/>
                    <a:gd name="connsiteY37" fmla="*/ 1853942 h 3251132"/>
                    <a:gd name="connsiteX38" fmla="*/ 7357730 w 7357730"/>
                    <a:gd name="connsiteY38" fmla="*/ 1657240 h 3251132"/>
                    <a:gd name="connsiteX39" fmla="*/ 7357730 w 7357730"/>
                    <a:gd name="connsiteY39" fmla="*/ 1657240 h 3251132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22205 w 7357730"/>
                    <a:gd name="connsiteY11" fmla="*/ 732207 h 3150461"/>
                    <a:gd name="connsiteX12" fmla="*/ 2482702 w 7357730"/>
                    <a:gd name="connsiteY12" fmla="*/ 1274468 h 3150461"/>
                    <a:gd name="connsiteX13" fmla="*/ 2519916 w 7357730"/>
                    <a:gd name="connsiteY13" fmla="*/ 1635975 h 3150461"/>
                    <a:gd name="connsiteX14" fmla="*/ 2759149 w 7357730"/>
                    <a:gd name="connsiteY14" fmla="*/ 2470630 h 3150461"/>
                    <a:gd name="connsiteX15" fmla="*/ 2950535 w 7357730"/>
                    <a:gd name="connsiteY15" fmla="*/ 2444049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82702 w 7357730"/>
                    <a:gd name="connsiteY12" fmla="*/ 1274468 h 3150461"/>
                    <a:gd name="connsiteX13" fmla="*/ 2519916 w 7357730"/>
                    <a:gd name="connsiteY13" fmla="*/ 1635975 h 3150461"/>
                    <a:gd name="connsiteX14" fmla="*/ 2759149 w 7357730"/>
                    <a:gd name="connsiteY14" fmla="*/ 2470630 h 3150461"/>
                    <a:gd name="connsiteX15" fmla="*/ 2950535 w 7357730"/>
                    <a:gd name="connsiteY15" fmla="*/ 2444049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519916 w 7357730"/>
                    <a:gd name="connsiteY13" fmla="*/ 1635975 h 3150461"/>
                    <a:gd name="connsiteX14" fmla="*/ 2759149 w 7357730"/>
                    <a:gd name="connsiteY14" fmla="*/ 2470630 h 3150461"/>
                    <a:gd name="connsiteX15" fmla="*/ 2950535 w 7357730"/>
                    <a:gd name="connsiteY15" fmla="*/ 2444049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759149 w 7357730"/>
                    <a:gd name="connsiteY14" fmla="*/ 2470630 h 3150461"/>
                    <a:gd name="connsiteX15" fmla="*/ 2950535 w 7357730"/>
                    <a:gd name="connsiteY15" fmla="*/ 2444049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759149 w 7357730"/>
                    <a:gd name="connsiteY14" fmla="*/ 2470630 h 3150461"/>
                    <a:gd name="connsiteX15" fmla="*/ 3056861 w 7357730"/>
                    <a:gd name="connsiteY15" fmla="*/ 2236714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44210 w 7357730"/>
                    <a:gd name="connsiteY14" fmla="*/ 2523793 h 3150461"/>
                    <a:gd name="connsiteX15" fmla="*/ 3056861 w 7357730"/>
                    <a:gd name="connsiteY15" fmla="*/ 2236714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70791 w 7357730"/>
                    <a:gd name="connsiteY14" fmla="*/ 2539742 h 3150461"/>
                    <a:gd name="connsiteX15" fmla="*/ 3056861 w 7357730"/>
                    <a:gd name="connsiteY15" fmla="*/ 2236714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86739 w 7357730"/>
                    <a:gd name="connsiteY14" fmla="*/ 2539742 h 3150461"/>
                    <a:gd name="connsiteX15" fmla="*/ 3056861 w 7357730"/>
                    <a:gd name="connsiteY15" fmla="*/ 2236714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290777 w 7357730"/>
                    <a:gd name="connsiteY16" fmla="*/ 1641291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18367 w 7357730"/>
                    <a:gd name="connsiteY17" fmla="*/ 1396742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79 w 7357730"/>
                    <a:gd name="connsiteY17" fmla="*/ 1338263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519377 w 7357730"/>
                    <a:gd name="connsiteY17" fmla="*/ 1338263 h 3150461"/>
                    <a:gd name="connsiteX18" fmla="*/ 3710763 w 7357730"/>
                    <a:gd name="connsiteY18" fmla="*/ 1593444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519377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875567 w 7357730"/>
                    <a:gd name="connsiteY19" fmla="*/ 1774198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332767 w 7357730"/>
                    <a:gd name="connsiteY21" fmla="*/ 1752933 h 3150461"/>
                    <a:gd name="connsiteX22" fmla="*/ 4577316 w 7357730"/>
                    <a:gd name="connsiteY22" fmla="*/ 1949635 h 3150461"/>
                    <a:gd name="connsiteX23" fmla="*/ 4774019 w 7357730"/>
                    <a:gd name="connsiteY23" fmla="*/ 1800779 h 3150461"/>
                    <a:gd name="connsiteX24" fmla="*/ 4922874 w 7357730"/>
                    <a:gd name="connsiteY24" fmla="*/ 1380793 h 3150461"/>
                    <a:gd name="connsiteX25" fmla="*/ 5050465 w 7357730"/>
                    <a:gd name="connsiteY25" fmla="*/ 1210672 h 3150461"/>
                    <a:gd name="connsiteX26" fmla="*/ 5284381 w 7357730"/>
                    <a:gd name="connsiteY26" fmla="*/ 1487119 h 3150461"/>
                    <a:gd name="connsiteX27" fmla="*/ 5512981 w 7357730"/>
                    <a:gd name="connsiteY27" fmla="*/ 1784830 h 3150461"/>
                    <a:gd name="connsiteX28" fmla="*/ 5794744 w 7357730"/>
                    <a:gd name="connsiteY28" fmla="*/ 2332407 h 3150461"/>
                    <a:gd name="connsiteX29" fmla="*/ 5938284 w 7357730"/>
                    <a:gd name="connsiteY29" fmla="*/ 2337724 h 3150461"/>
                    <a:gd name="connsiteX30" fmla="*/ 6134986 w 7357730"/>
                    <a:gd name="connsiteY30" fmla="*/ 1705086 h 3150461"/>
                    <a:gd name="connsiteX31" fmla="*/ 6230679 w 7357730"/>
                    <a:gd name="connsiteY31" fmla="*/ 1407375 h 3150461"/>
                    <a:gd name="connsiteX32" fmla="*/ 6363586 w 7357730"/>
                    <a:gd name="connsiteY32" fmla="*/ 1141561 h 3150461"/>
                    <a:gd name="connsiteX33" fmla="*/ 6608135 w 7357730"/>
                    <a:gd name="connsiteY33" fmla="*/ 1391426 h 3150461"/>
                    <a:gd name="connsiteX34" fmla="*/ 6746358 w 7357730"/>
                    <a:gd name="connsiteY34" fmla="*/ 1774198 h 3150461"/>
                    <a:gd name="connsiteX35" fmla="*/ 6900530 w 7357730"/>
                    <a:gd name="connsiteY35" fmla="*/ 2082542 h 3150461"/>
                    <a:gd name="connsiteX36" fmla="*/ 7006856 w 7357730"/>
                    <a:gd name="connsiteY36" fmla="*/ 2178235 h 3150461"/>
                    <a:gd name="connsiteX37" fmla="*/ 7272670 w 7357730"/>
                    <a:gd name="connsiteY37" fmla="*/ 1853942 h 3150461"/>
                    <a:gd name="connsiteX38" fmla="*/ 7357730 w 7357730"/>
                    <a:gd name="connsiteY38" fmla="*/ 1657240 h 3150461"/>
                    <a:gd name="connsiteX39" fmla="*/ 7357730 w 7357730"/>
                    <a:gd name="connsiteY39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577316 w 7357730"/>
                    <a:gd name="connsiteY23" fmla="*/ 1949635 h 3150461"/>
                    <a:gd name="connsiteX24" fmla="*/ 4774019 w 7357730"/>
                    <a:gd name="connsiteY24" fmla="*/ 1800779 h 3150461"/>
                    <a:gd name="connsiteX25" fmla="*/ 4922874 w 7357730"/>
                    <a:gd name="connsiteY25" fmla="*/ 1380793 h 3150461"/>
                    <a:gd name="connsiteX26" fmla="*/ 5050465 w 7357730"/>
                    <a:gd name="connsiteY26" fmla="*/ 1210672 h 3150461"/>
                    <a:gd name="connsiteX27" fmla="*/ 5284381 w 7357730"/>
                    <a:gd name="connsiteY27" fmla="*/ 1487119 h 3150461"/>
                    <a:gd name="connsiteX28" fmla="*/ 5512981 w 7357730"/>
                    <a:gd name="connsiteY28" fmla="*/ 1784830 h 3150461"/>
                    <a:gd name="connsiteX29" fmla="*/ 5794744 w 7357730"/>
                    <a:gd name="connsiteY29" fmla="*/ 2332407 h 3150461"/>
                    <a:gd name="connsiteX30" fmla="*/ 5938284 w 7357730"/>
                    <a:gd name="connsiteY30" fmla="*/ 2337724 h 3150461"/>
                    <a:gd name="connsiteX31" fmla="*/ 6134986 w 7357730"/>
                    <a:gd name="connsiteY31" fmla="*/ 1705086 h 3150461"/>
                    <a:gd name="connsiteX32" fmla="*/ 6230679 w 7357730"/>
                    <a:gd name="connsiteY32" fmla="*/ 1407375 h 3150461"/>
                    <a:gd name="connsiteX33" fmla="*/ 6363586 w 7357730"/>
                    <a:gd name="connsiteY33" fmla="*/ 1141561 h 3150461"/>
                    <a:gd name="connsiteX34" fmla="*/ 6608135 w 7357730"/>
                    <a:gd name="connsiteY34" fmla="*/ 1391426 h 3150461"/>
                    <a:gd name="connsiteX35" fmla="*/ 6746358 w 7357730"/>
                    <a:gd name="connsiteY35" fmla="*/ 1774198 h 3150461"/>
                    <a:gd name="connsiteX36" fmla="*/ 6900530 w 7357730"/>
                    <a:gd name="connsiteY36" fmla="*/ 2082542 h 3150461"/>
                    <a:gd name="connsiteX37" fmla="*/ 7006856 w 7357730"/>
                    <a:gd name="connsiteY37" fmla="*/ 2178235 h 3150461"/>
                    <a:gd name="connsiteX38" fmla="*/ 7272670 w 7357730"/>
                    <a:gd name="connsiteY38" fmla="*/ 1853942 h 3150461"/>
                    <a:gd name="connsiteX39" fmla="*/ 7357730 w 7357730"/>
                    <a:gd name="connsiteY39" fmla="*/ 1657240 h 3150461"/>
                    <a:gd name="connsiteX40" fmla="*/ 7357730 w 7357730"/>
                    <a:gd name="connsiteY40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44409 w 7357730"/>
                    <a:gd name="connsiteY23" fmla="*/ 1848627 h 3150461"/>
                    <a:gd name="connsiteX24" fmla="*/ 4577316 w 7357730"/>
                    <a:gd name="connsiteY24" fmla="*/ 1949635 h 3150461"/>
                    <a:gd name="connsiteX25" fmla="*/ 4774019 w 7357730"/>
                    <a:gd name="connsiteY25" fmla="*/ 1800779 h 3150461"/>
                    <a:gd name="connsiteX26" fmla="*/ 4922874 w 7357730"/>
                    <a:gd name="connsiteY26" fmla="*/ 1380793 h 3150461"/>
                    <a:gd name="connsiteX27" fmla="*/ 5050465 w 7357730"/>
                    <a:gd name="connsiteY27" fmla="*/ 1210672 h 3150461"/>
                    <a:gd name="connsiteX28" fmla="*/ 5284381 w 7357730"/>
                    <a:gd name="connsiteY28" fmla="*/ 1487119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74019 w 7357730"/>
                    <a:gd name="connsiteY25" fmla="*/ 1800779 h 3150461"/>
                    <a:gd name="connsiteX26" fmla="*/ 4922874 w 7357730"/>
                    <a:gd name="connsiteY26" fmla="*/ 1380793 h 3150461"/>
                    <a:gd name="connsiteX27" fmla="*/ 5050465 w 7357730"/>
                    <a:gd name="connsiteY27" fmla="*/ 1210672 h 3150461"/>
                    <a:gd name="connsiteX28" fmla="*/ 5284381 w 7357730"/>
                    <a:gd name="connsiteY28" fmla="*/ 1487119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22874 w 7357730"/>
                    <a:gd name="connsiteY26" fmla="*/ 1380793 h 3150461"/>
                    <a:gd name="connsiteX27" fmla="*/ 5050465 w 7357730"/>
                    <a:gd name="connsiteY27" fmla="*/ 1210672 h 3150461"/>
                    <a:gd name="connsiteX28" fmla="*/ 5284381 w 7357730"/>
                    <a:gd name="connsiteY28" fmla="*/ 1487119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50465 w 7357730"/>
                    <a:gd name="connsiteY27" fmla="*/ 1210672 h 3150461"/>
                    <a:gd name="connsiteX28" fmla="*/ 5284381 w 7357730"/>
                    <a:gd name="connsiteY28" fmla="*/ 1487119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50465 w 7357730"/>
                    <a:gd name="connsiteY27" fmla="*/ 1210672 h 3150461"/>
                    <a:gd name="connsiteX28" fmla="*/ 5247167 w 7357730"/>
                    <a:gd name="connsiteY28" fmla="*/ 1364844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77047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512981 w 7357730"/>
                    <a:gd name="connsiteY29" fmla="*/ 1784830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94744 w 7357730"/>
                    <a:gd name="connsiteY30" fmla="*/ 2332407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38284 w 7357730"/>
                    <a:gd name="connsiteY31" fmla="*/ 2337724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91447 w 7357730"/>
                    <a:gd name="connsiteY31" fmla="*/ 2188868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91447 w 7357730"/>
                    <a:gd name="connsiteY31" fmla="*/ 2188868 h 3150461"/>
                    <a:gd name="connsiteX32" fmla="*/ 6134986 w 7357730"/>
                    <a:gd name="connsiteY32" fmla="*/ 1705086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91447 w 7357730"/>
                    <a:gd name="connsiteY31" fmla="*/ 2188868 h 3150461"/>
                    <a:gd name="connsiteX32" fmla="*/ 6230679 w 7357730"/>
                    <a:gd name="connsiteY32" fmla="*/ 1407375 h 3150461"/>
                    <a:gd name="connsiteX33" fmla="*/ 6363586 w 7357730"/>
                    <a:gd name="connsiteY33" fmla="*/ 1141561 h 3150461"/>
                    <a:gd name="connsiteX34" fmla="*/ 6608135 w 7357730"/>
                    <a:gd name="connsiteY34" fmla="*/ 1391426 h 3150461"/>
                    <a:gd name="connsiteX35" fmla="*/ 6746358 w 7357730"/>
                    <a:gd name="connsiteY35" fmla="*/ 1774198 h 3150461"/>
                    <a:gd name="connsiteX36" fmla="*/ 6900530 w 7357730"/>
                    <a:gd name="connsiteY36" fmla="*/ 2082542 h 3150461"/>
                    <a:gd name="connsiteX37" fmla="*/ 7006856 w 7357730"/>
                    <a:gd name="connsiteY37" fmla="*/ 2178235 h 3150461"/>
                    <a:gd name="connsiteX38" fmla="*/ 7272670 w 7357730"/>
                    <a:gd name="connsiteY38" fmla="*/ 1853942 h 3150461"/>
                    <a:gd name="connsiteX39" fmla="*/ 7357730 w 7357730"/>
                    <a:gd name="connsiteY39" fmla="*/ 1657240 h 3150461"/>
                    <a:gd name="connsiteX40" fmla="*/ 7357730 w 7357730"/>
                    <a:gd name="connsiteY40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6023345 w 7357730"/>
                    <a:gd name="connsiteY31" fmla="*/ 2156970 h 3150461"/>
                    <a:gd name="connsiteX32" fmla="*/ 6230679 w 7357730"/>
                    <a:gd name="connsiteY32" fmla="*/ 1407375 h 3150461"/>
                    <a:gd name="connsiteX33" fmla="*/ 6363586 w 7357730"/>
                    <a:gd name="connsiteY33" fmla="*/ 1141561 h 3150461"/>
                    <a:gd name="connsiteX34" fmla="*/ 6608135 w 7357730"/>
                    <a:gd name="connsiteY34" fmla="*/ 1391426 h 3150461"/>
                    <a:gd name="connsiteX35" fmla="*/ 6746358 w 7357730"/>
                    <a:gd name="connsiteY35" fmla="*/ 1774198 h 3150461"/>
                    <a:gd name="connsiteX36" fmla="*/ 6900530 w 7357730"/>
                    <a:gd name="connsiteY36" fmla="*/ 2082542 h 3150461"/>
                    <a:gd name="connsiteX37" fmla="*/ 7006856 w 7357730"/>
                    <a:gd name="connsiteY37" fmla="*/ 2178235 h 3150461"/>
                    <a:gd name="connsiteX38" fmla="*/ 7272670 w 7357730"/>
                    <a:gd name="connsiteY38" fmla="*/ 1853942 h 3150461"/>
                    <a:gd name="connsiteX39" fmla="*/ 7357730 w 7357730"/>
                    <a:gd name="connsiteY39" fmla="*/ 1657240 h 3150461"/>
                    <a:gd name="connsiteX40" fmla="*/ 7357730 w 7357730"/>
                    <a:gd name="connsiteY40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17019 w 7357730"/>
                    <a:gd name="connsiteY31" fmla="*/ 2305827 h 3150461"/>
                    <a:gd name="connsiteX32" fmla="*/ 6023345 w 7357730"/>
                    <a:gd name="connsiteY32" fmla="*/ 2156970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17019 w 7357730"/>
                    <a:gd name="connsiteY31" fmla="*/ 2305827 h 3150461"/>
                    <a:gd name="connsiteX32" fmla="*/ 6023345 w 7357730"/>
                    <a:gd name="connsiteY32" fmla="*/ 2146338 h 3150461"/>
                    <a:gd name="connsiteX33" fmla="*/ 6230679 w 7357730"/>
                    <a:gd name="connsiteY33" fmla="*/ 1407375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17019 w 7357730"/>
                    <a:gd name="connsiteY31" fmla="*/ 2305827 h 3150461"/>
                    <a:gd name="connsiteX32" fmla="*/ 6023345 w 7357730"/>
                    <a:gd name="connsiteY32" fmla="*/ 2146338 h 3150461"/>
                    <a:gd name="connsiteX33" fmla="*/ 6283842 w 7357730"/>
                    <a:gd name="connsiteY33" fmla="*/ 1359529 h 3150461"/>
                    <a:gd name="connsiteX34" fmla="*/ 6363586 w 7357730"/>
                    <a:gd name="connsiteY34" fmla="*/ 1141561 h 3150461"/>
                    <a:gd name="connsiteX35" fmla="*/ 6608135 w 7357730"/>
                    <a:gd name="connsiteY35" fmla="*/ 1391426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17019 w 7357730"/>
                    <a:gd name="connsiteY31" fmla="*/ 2305827 h 3150461"/>
                    <a:gd name="connsiteX32" fmla="*/ 6023345 w 7357730"/>
                    <a:gd name="connsiteY32" fmla="*/ 2146338 h 3150461"/>
                    <a:gd name="connsiteX33" fmla="*/ 6283842 w 7357730"/>
                    <a:gd name="connsiteY33" fmla="*/ 1359529 h 3150461"/>
                    <a:gd name="connsiteX34" fmla="*/ 6363586 w 7357730"/>
                    <a:gd name="connsiteY34" fmla="*/ 1141561 h 3150461"/>
                    <a:gd name="connsiteX35" fmla="*/ 6517758 w 7357730"/>
                    <a:gd name="connsiteY35" fmla="*/ 1237254 h 3150461"/>
                    <a:gd name="connsiteX36" fmla="*/ 6746358 w 7357730"/>
                    <a:gd name="connsiteY36" fmla="*/ 1774198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57730"/>
                    <a:gd name="connsiteY0" fmla="*/ 1678505 h 3150461"/>
                    <a:gd name="connsiteX1" fmla="*/ 154172 w 7357730"/>
                    <a:gd name="connsiteY1" fmla="*/ 1853942 h 3150461"/>
                    <a:gd name="connsiteX2" fmla="*/ 297711 w 7357730"/>
                    <a:gd name="connsiteY2" fmla="*/ 1864575 h 3150461"/>
                    <a:gd name="connsiteX3" fmla="*/ 584790 w 7357730"/>
                    <a:gd name="connsiteY3" fmla="*/ 1332947 h 3150461"/>
                    <a:gd name="connsiteX4" fmla="*/ 850605 w 7357730"/>
                    <a:gd name="connsiteY4" fmla="*/ 413231 h 3150461"/>
                    <a:gd name="connsiteX5" fmla="*/ 967563 w 7357730"/>
                    <a:gd name="connsiteY5" fmla="*/ 3877 h 3150461"/>
                    <a:gd name="connsiteX6" fmla="*/ 1127051 w 7357730"/>
                    <a:gd name="connsiteY6" fmla="*/ 328170 h 3150461"/>
                    <a:gd name="connsiteX7" fmla="*/ 1345019 w 7357730"/>
                    <a:gd name="connsiteY7" fmla="*/ 1986849 h 3150461"/>
                    <a:gd name="connsiteX8" fmla="*/ 1461977 w 7357730"/>
                    <a:gd name="connsiteY8" fmla="*/ 3087318 h 3150461"/>
                    <a:gd name="connsiteX9" fmla="*/ 1653363 w 7357730"/>
                    <a:gd name="connsiteY9" fmla="*/ 2864035 h 3150461"/>
                    <a:gd name="connsiteX10" fmla="*/ 1956391 w 7357730"/>
                    <a:gd name="connsiteY10" fmla="*/ 1598761 h 3150461"/>
                    <a:gd name="connsiteX11" fmla="*/ 2286000 w 7357730"/>
                    <a:gd name="connsiteY11" fmla="*/ 716258 h 3150461"/>
                    <a:gd name="connsiteX12" fmla="*/ 2477386 w 7357730"/>
                    <a:gd name="connsiteY12" fmla="*/ 1311682 h 3150461"/>
                    <a:gd name="connsiteX13" fmla="*/ 2732567 w 7357730"/>
                    <a:gd name="connsiteY13" fmla="*/ 2231399 h 3150461"/>
                    <a:gd name="connsiteX14" fmla="*/ 2892056 w 7357730"/>
                    <a:gd name="connsiteY14" fmla="*/ 2518477 h 3150461"/>
                    <a:gd name="connsiteX15" fmla="*/ 3056861 w 7357730"/>
                    <a:gd name="connsiteY15" fmla="*/ 2236714 h 3150461"/>
                    <a:gd name="connsiteX16" fmla="*/ 3349256 w 7357730"/>
                    <a:gd name="connsiteY16" fmla="*/ 1534966 h 3150461"/>
                    <a:gd name="connsiteX17" fmla="*/ 3487480 w 7357730"/>
                    <a:gd name="connsiteY17" fmla="*/ 1338263 h 3150461"/>
                    <a:gd name="connsiteX18" fmla="*/ 3668233 w 7357730"/>
                    <a:gd name="connsiteY18" fmla="*/ 1545598 h 3150461"/>
                    <a:gd name="connsiteX19" fmla="*/ 3934046 w 7357730"/>
                    <a:gd name="connsiteY19" fmla="*/ 1752933 h 3150461"/>
                    <a:gd name="connsiteX20" fmla="*/ 4093535 w 7357730"/>
                    <a:gd name="connsiteY20" fmla="*/ 1795463 h 3150461"/>
                    <a:gd name="connsiteX21" fmla="*/ 4210493 w 7357730"/>
                    <a:gd name="connsiteY21" fmla="*/ 1768883 h 3150461"/>
                    <a:gd name="connsiteX22" fmla="*/ 4332767 w 7357730"/>
                    <a:gd name="connsiteY22" fmla="*/ 1752933 h 3150461"/>
                    <a:gd name="connsiteX23" fmla="*/ 4460357 w 7357730"/>
                    <a:gd name="connsiteY23" fmla="*/ 1790148 h 3150461"/>
                    <a:gd name="connsiteX24" fmla="*/ 4577316 w 7357730"/>
                    <a:gd name="connsiteY24" fmla="*/ 1949635 h 3150461"/>
                    <a:gd name="connsiteX25" fmla="*/ 4731489 w 7357730"/>
                    <a:gd name="connsiteY25" fmla="*/ 1837993 h 3150461"/>
                    <a:gd name="connsiteX26" fmla="*/ 4976037 w 7357730"/>
                    <a:gd name="connsiteY26" fmla="*/ 1311681 h 3150461"/>
                    <a:gd name="connsiteX27" fmla="*/ 5098312 w 7357730"/>
                    <a:gd name="connsiteY27" fmla="*/ 1194723 h 3150461"/>
                    <a:gd name="connsiteX28" fmla="*/ 5247167 w 7357730"/>
                    <a:gd name="connsiteY28" fmla="*/ 1364844 h 3150461"/>
                    <a:gd name="connsiteX29" fmla="*/ 5491716 w 7357730"/>
                    <a:gd name="connsiteY29" fmla="*/ 1689137 h 3150461"/>
                    <a:gd name="connsiteX30" fmla="*/ 5752214 w 7357730"/>
                    <a:gd name="connsiteY30" fmla="*/ 2135704 h 3150461"/>
                    <a:gd name="connsiteX31" fmla="*/ 5917019 w 7357730"/>
                    <a:gd name="connsiteY31" fmla="*/ 2305827 h 3150461"/>
                    <a:gd name="connsiteX32" fmla="*/ 6023345 w 7357730"/>
                    <a:gd name="connsiteY32" fmla="*/ 2146338 h 3150461"/>
                    <a:gd name="connsiteX33" fmla="*/ 6283842 w 7357730"/>
                    <a:gd name="connsiteY33" fmla="*/ 1359529 h 3150461"/>
                    <a:gd name="connsiteX34" fmla="*/ 6363586 w 7357730"/>
                    <a:gd name="connsiteY34" fmla="*/ 1141561 h 3150461"/>
                    <a:gd name="connsiteX35" fmla="*/ 6517758 w 7357730"/>
                    <a:gd name="connsiteY35" fmla="*/ 1237254 h 3150461"/>
                    <a:gd name="connsiteX36" fmla="*/ 6799521 w 7357730"/>
                    <a:gd name="connsiteY36" fmla="*/ 1784830 h 3150461"/>
                    <a:gd name="connsiteX37" fmla="*/ 6900530 w 7357730"/>
                    <a:gd name="connsiteY37" fmla="*/ 2082542 h 3150461"/>
                    <a:gd name="connsiteX38" fmla="*/ 7006856 w 7357730"/>
                    <a:gd name="connsiteY38" fmla="*/ 2178235 h 3150461"/>
                    <a:gd name="connsiteX39" fmla="*/ 7272670 w 7357730"/>
                    <a:gd name="connsiteY39" fmla="*/ 1853942 h 3150461"/>
                    <a:gd name="connsiteX40" fmla="*/ 7357730 w 7357730"/>
                    <a:gd name="connsiteY40" fmla="*/ 1657240 h 3150461"/>
                    <a:gd name="connsiteX41" fmla="*/ 7357730 w 7357730"/>
                    <a:gd name="connsiteY41" fmla="*/ 1657240 h 3150461"/>
                    <a:gd name="connsiteX0" fmla="*/ 0 w 7387183"/>
                    <a:gd name="connsiteY0" fmla="*/ 1678505 h 3150461"/>
                    <a:gd name="connsiteX1" fmla="*/ 154172 w 7387183"/>
                    <a:gd name="connsiteY1" fmla="*/ 1853942 h 3150461"/>
                    <a:gd name="connsiteX2" fmla="*/ 297711 w 7387183"/>
                    <a:gd name="connsiteY2" fmla="*/ 1864575 h 3150461"/>
                    <a:gd name="connsiteX3" fmla="*/ 584790 w 7387183"/>
                    <a:gd name="connsiteY3" fmla="*/ 1332947 h 3150461"/>
                    <a:gd name="connsiteX4" fmla="*/ 850605 w 7387183"/>
                    <a:gd name="connsiteY4" fmla="*/ 413231 h 3150461"/>
                    <a:gd name="connsiteX5" fmla="*/ 967563 w 7387183"/>
                    <a:gd name="connsiteY5" fmla="*/ 3877 h 3150461"/>
                    <a:gd name="connsiteX6" fmla="*/ 1127051 w 7387183"/>
                    <a:gd name="connsiteY6" fmla="*/ 328170 h 3150461"/>
                    <a:gd name="connsiteX7" fmla="*/ 1345019 w 7387183"/>
                    <a:gd name="connsiteY7" fmla="*/ 1986849 h 3150461"/>
                    <a:gd name="connsiteX8" fmla="*/ 1461977 w 7387183"/>
                    <a:gd name="connsiteY8" fmla="*/ 3087318 h 3150461"/>
                    <a:gd name="connsiteX9" fmla="*/ 1653363 w 7387183"/>
                    <a:gd name="connsiteY9" fmla="*/ 2864035 h 3150461"/>
                    <a:gd name="connsiteX10" fmla="*/ 1956391 w 7387183"/>
                    <a:gd name="connsiteY10" fmla="*/ 1598761 h 3150461"/>
                    <a:gd name="connsiteX11" fmla="*/ 2286000 w 7387183"/>
                    <a:gd name="connsiteY11" fmla="*/ 716258 h 3150461"/>
                    <a:gd name="connsiteX12" fmla="*/ 2477386 w 7387183"/>
                    <a:gd name="connsiteY12" fmla="*/ 1311682 h 3150461"/>
                    <a:gd name="connsiteX13" fmla="*/ 2732567 w 7387183"/>
                    <a:gd name="connsiteY13" fmla="*/ 2231399 h 3150461"/>
                    <a:gd name="connsiteX14" fmla="*/ 2892056 w 7387183"/>
                    <a:gd name="connsiteY14" fmla="*/ 2518477 h 3150461"/>
                    <a:gd name="connsiteX15" fmla="*/ 3056861 w 7387183"/>
                    <a:gd name="connsiteY15" fmla="*/ 2236714 h 3150461"/>
                    <a:gd name="connsiteX16" fmla="*/ 3349256 w 7387183"/>
                    <a:gd name="connsiteY16" fmla="*/ 1534966 h 3150461"/>
                    <a:gd name="connsiteX17" fmla="*/ 3487480 w 7387183"/>
                    <a:gd name="connsiteY17" fmla="*/ 1338263 h 3150461"/>
                    <a:gd name="connsiteX18" fmla="*/ 3668233 w 7387183"/>
                    <a:gd name="connsiteY18" fmla="*/ 1545598 h 3150461"/>
                    <a:gd name="connsiteX19" fmla="*/ 3934046 w 7387183"/>
                    <a:gd name="connsiteY19" fmla="*/ 1752933 h 3150461"/>
                    <a:gd name="connsiteX20" fmla="*/ 4093535 w 7387183"/>
                    <a:gd name="connsiteY20" fmla="*/ 1795463 h 3150461"/>
                    <a:gd name="connsiteX21" fmla="*/ 4210493 w 7387183"/>
                    <a:gd name="connsiteY21" fmla="*/ 1768883 h 3150461"/>
                    <a:gd name="connsiteX22" fmla="*/ 4332767 w 7387183"/>
                    <a:gd name="connsiteY22" fmla="*/ 1752933 h 3150461"/>
                    <a:gd name="connsiteX23" fmla="*/ 4460357 w 7387183"/>
                    <a:gd name="connsiteY23" fmla="*/ 1790148 h 3150461"/>
                    <a:gd name="connsiteX24" fmla="*/ 4577316 w 7387183"/>
                    <a:gd name="connsiteY24" fmla="*/ 1949635 h 3150461"/>
                    <a:gd name="connsiteX25" fmla="*/ 4731489 w 7387183"/>
                    <a:gd name="connsiteY25" fmla="*/ 1837993 h 3150461"/>
                    <a:gd name="connsiteX26" fmla="*/ 4976037 w 7387183"/>
                    <a:gd name="connsiteY26" fmla="*/ 1311681 h 3150461"/>
                    <a:gd name="connsiteX27" fmla="*/ 5098312 w 7387183"/>
                    <a:gd name="connsiteY27" fmla="*/ 1194723 h 3150461"/>
                    <a:gd name="connsiteX28" fmla="*/ 5247167 w 7387183"/>
                    <a:gd name="connsiteY28" fmla="*/ 1364844 h 3150461"/>
                    <a:gd name="connsiteX29" fmla="*/ 5491716 w 7387183"/>
                    <a:gd name="connsiteY29" fmla="*/ 1689137 h 3150461"/>
                    <a:gd name="connsiteX30" fmla="*/ 5752214 w 7387183"/>
                    <a:gd name="connsiteY30" fmla="*/ 2135704 h 3150461"/>
                    <a:gd name="connsiteX31" fmla="*/ 5917019 w 7387183"/>
                    <a:gd name="connsiteY31" fmla="*/ 2305827 h 3150461"/>
                    <a:gd name="connsiteX32" fmla="*/ 6023345 w 7387183"/>
                    <a:gd name="connsiteY32" fmla="*/ 2146338 h 3150461"/>
                    <a:gd name="connsiteX33" fmla="*/ 6283842 w 7387183"/>
                    <a:gd name="connsiteY33" fmla="*/ 1359529 h 3150461"/>
                    <a:gd name="connsiteX34" fmla="*/ 6363586 w 7387183"/>
                    <a:gd name="connsiteY34" fmla="*/ 1141561 h 3150461"/>
                    <a:gd name="connsiteX35" fmla="*/ 6517758 w 7387183"/>
                    <a:gd name="connsiteY35" fmla="*/ 1237254 h 3150461"/>
                    <a:gd name="connsiteX36" fmla="*/ 6799521 w 7387183"/>
                    <a:gd name="connsiteY36" fmla="*/ 1784830 h 3150461"/>
                    <a:gd name="connsiteX37" fmla="*/ 6900530 w 7387183"/>
                    <a:gd name="connsiteY37" fmla="*/ 2082542 h 3150461"/>
                    <a:gd name="connsiteX38" fmla="*/ 7006856 w 7387183"/>
                    <a:gd name="connsiteY38" fmla="*/ 2178235 h 3150461"/>
                    <a:gd name="connsiteX39" fmla="*/ 7272670 w 7387183"/>
                    <a:gd name="connsiteY39" fmla="*/ 1853942 h 3150461"/>
                    <a:gd name="connsiteX40" fmla="*/ 7357730 w 7387183"/>
                    <a:gd name="connsiteY40" fmla="*/ 1657240 h 3150461"/>
                    <a:gd name="connsiteX41" fmla="*/ 7357730 w 7387183"/>
                    <a:gd name="connsiteY41" fmla="*/ 1657240 h 3150461"/>
                    <a:gd name="connsiteX0" fmla="*/ 0 w 7384699"/>
                    <a:gd name="connsiteY0" fmla="*/ 1678505 h 3150461"/>
                    <a:gd name="connsiteX1" fmla="*/ 154172 w 7384699"/>
                    <a:gd name="connsiteY1" fmla="*/ 1853942 h 3150461"/>
                    <a:gd name="connsiteX2" fmla="*/ 297711 w 7384699"/>
                    <a:gd name="connsiteY2" fmla="*/ 1864575 h 3150461"/>
                    <a:gd name="connsiteX3" fmla="*/ 584790 w 7384699"/>
                    <a:gd name="connsiteY3" fmla="*/ 1332947 h 3150461"/>
                    <a:gd name="connsiteX4" fmla="*/ 850605 w 7384699"/>
                    <a:gd name="connsiteY4" fmla="*/ 413231 h 3150461"/>
                    <a:gd name="connsiteX5" fmla="*/ 967563 w 7384699"/>
                    <a:gd name="connsiteY5" fmla="*/ 3877 h 3150461"/>
                    <a:gd name="connsiteX6" fmla="*/ 1127051 w 7384699"/>
                    <a:gd name="connsiteY6" fmla="*/ 328170 h 3150461"/>
                    <a:gd name="connsiteX7" fmla="*/ 1345019 w 7384699"/>
                    <a:gd name="connsiteY7" fmla="*/ 1986849 h 3150461"/>
                    <a:gd name="connsiteX8" fmla="*/ 1461977 w 7384699"/>
                    <a:gd name="connsiteY8" fmla="*/ 3087318 h 3150461"/>
                    <a:gd name="connsiteX9" fmla="*/ 1653363 w 7384699"/>
                    <a:gd name="connsiteY9" fmla="*/ 2864035 h 3150461"/>
                    <a:gd name="connsiteX10" fmla="*/ 1956391 w 7384699"/>
                    <a:gd name="connsiteY10" fmla="*/ 1598761 h 3150461"/>
                    <a:gd name="connsiteX11" fmla="*/ 2286000 w 7384699"/>
                    <a:gd name="connsiteY11" fmla="*/ 716258 h 3150461"/>
                    <a:gd name="connsiteX12" fmla="*/ 2477386 w 7384699"/>
                    <a:gd name="connsiteY12" fmla="*/ 1311682 h 3150461"/>
                    <a:gd name="connsiteX13" fmla="*/ 2732567 w 7384699"/>
                    <a:gd name="connsiteY13" fmla="*/ 2231399 h 3150461"/>
                    <a:gd name="connsiteX14" fmla="*/ 2892056 w 7384699"/>
                    <a:gd name="connsiteY14" fmla="*/ 2518477 h 3150461"/>
                    <a:gd name="connsiteX15" fmla="*/ 3056861 w 7384699"/>
                    <a:gd name="connsiteY15" fmla="*/ 2236714 h 3150461"/>
                    <a:gd name="connsiteX16" fmla="*/ 3349256 w 7384699"/>
                    <a:gd name="connsiteY16" fmla="*/ 1534966 h 3150461"/>
                    <a:gd name="connsiteX17" fmla="*/ 3487480 w 7384699"/>
                    <a:gd name="connsiteY17" fmla="*/ 1338263 h 3150461"/>
                    <a:gd name="connsiteX18" fmla="*/ 3668233 w 7384699"/>
                    <a:gd name="connsiteY18" fmla="*/ 1545598 h 3150461"/>
                    <a:gd name="connsiteX19" fmla="*/ 3934046 w 7384699"/>
                    <a:gd name="connsiteY19" fmla="*/ 1752933 h 3150461"/>
                    <a:gd name="connsiteX20" fmla="*/ 4093535 w 7384699"/>
                    <a:gd name="connsiteY20" fmla="*/ 1795463 h 3150461"/>
                    <a:gd name="connsiteX21" fmla="*/ 4210493 w 7384699"/>
                    <a:gd name="connsiteY21" fmla="*/ 1768883 h 3150461"/>
                    <a:gd name="connsiteX22" fmla="*/ 4332767 w 7384699"/>
                    <a:gd name="connsiteY22" fmla="*/ 1752933 h 3150461"/>
                    <a:gd name="connsiteX23" fmla="*/ 4460357 w 7384699"/>
                    <a:gd name="connsiteY23" fmla="*/ 1790148 h 3150461"/>
                    <a:gd name="connsiteX24" fmla="*/ 4577316 w 7384699"/>
                    <a:gd name="connsiteY24" fmla="*/ 1949635 h 3150461"/>
                    <a:gd name="connsiteX25" fmla="*/ 4731489 w 7384699"/>
                    <a:gd name="connsiteY25" fmla="*/ 1837993 h 3150461"/>
                    <a:gd name="connsiteX26" fmla="*/ 4976037 w 7384699"/>
                    <a:gd name="connsiteY26" fmla="*/ 1311681 h 3150461"/>
                    <a:gd name="connsiteX27" fmla="*/ 5098312 w 7384699"/>
                    <a:gd name="connsiteY27" fmla="*/ 1194723 h 3150461"/>
                    <a:gd name="connsiteX28" fmla="*/ 5247167 w 7384699"/>
                    <a:gd name="connsiteY28" fmla="*/ 1364844 h 3150461"/>
                    <a:gd name="connsiteX29" fmla="*/ 5491716 w 7384699"/>
                    <a:gd name="connsiteY29" fmla="*/ 1689137 h 3150461"/>
                    <a:gd name="connsiteX30" fmla="*/ 5752214 w 7384699"/>
                    <a:gd name="connsiteY30" fmla="*/ 2135704 h 3150461"/>
                    <a:gd name="connsiteX31" fmla="*/ 5917019 w 7384699"/>
                    <a:gd name="connsiteY31" fmla="*/ 2305827 h 3150461"/>
                    <a:gd name="connsiteX32" fmla="*/ 6023345 w 7384699"/>
                    <a:gd name="connsiteY32" fmla="*/ 2146338 h 3150461"/>
                    <a:gd name="connsiteX33" fmla="*/ 6283842 w 7384699"/>
                    <a:gd name="connsiteY33" fmla="*/ 1359529 h 3150461"/>
                    <a:gd name="connsiteX34" fmla="*/ 6363586 w 7384699"/>
                    <a:gd name="connsiteY34" fmla="*/ 1141561 h 3150461"/>
                    <a:gd name="connsiteX35" fmla="*/ 6517758 w 7384699"/>
                    <a:gd name="connsiteY35" fmla="*/ 1237254 h 3150461"/>
                    <a:gd name="connsiteX36" fmla="*/ 6799521 w 7384699"/>
                    <a:gd name="connsiteY36" fmla="*/ 1784830 h 3150461"/>
                    <a:gd name="connsiteX37" fmla="*/ 6900530 w 7384699"/>
                    <a:gd name="connsiteY37" fmla="*/ 2082542 h 3150461"/>
                    <a:gd name="connsiteX38" fmla="*/ 7006856 w 7384699"/>
                    <a:gd name="connsiteY38" fmla="*/ 2178235 h 3150461"/>
                    <a:gd name="connsiteX39" fmla="*/ 7272670 w 7384699"/>
                    <a:gd name="connsiteY39" fmla="*/ 1853942 h 3150461"/>
                    <a:gd name="connsiteX40" fmla="*/ 7357730 w 7384699"/>
                    <a:gd name="connsiteY40" fmla="*/ 1657240 h 3150461"/>
                    <a:gd name="connsiteX41" fmla="*/ 7315200 w 7384699"/>
                    <a:gd name="connsiteY41" fmla="*/ 1811412 h 3150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7384699" h="3150461">
                      <a:moveTo>
                        <a:pt x="0" y="1678505"/>
                      </a:moveTo>
                      <a:cubicBezTo>
                        <a:pt x="31898" y="1765337"/>
                        <a:pt x="104554" y="1822930"/>
                        <a:pt x="154172" y="1853942"/>
                      </a:cubicBezTo>
                      <a:cubicBezTo>
                        <a:pt x="203791" y="1884954"/>
                        <a:pt x="225941" y="1951407"/>
                        <a:pt x="297711" y="1864575"/>
                      </a:cubicBezTo>
                      <a:cubicBezTo>
                        <a:pt x="369481" y="1777743"/>
                        <a:pt x="492641" y="1574838"/>
                        <a:pt x="584790" y="1332947"/>
                      </a:cubicBezTo>
                      <a:cubicBezTo>
                        <a:pt x="676939" y="1091056"/>
                        <a:pt x="786810" y="634743"/>
                        <a:pt x="850605" y="413231"/>
                      </a:cubicBezTo>
                      <a:cubicBezTo>
                        <a:pt x="914400" y="191719"/>
                        <a:pt x="921489" y="18054"/>
                        <a:pt x="967563" y="3877"/>
                      </a:cubicBezTo>
                      <a:cubicBezTo>
                        <a:pt x="1013637" y="-10300"/>
                        <a:pt x="1064142" y="-2325"/>
                        <a:pt x="1127051" y="328170"/>
                      </a:cubicBezTo>
                      <a:cubicBezTo>
                        <a:pt x="1189960" y="658665"/>
                        <a:pt x="1289198" y="1526991"/>
                        <a:pt x="1345019" y="1986849"/>
                      </a:cubicBezTo>
                      <a:cubicBezTo>
                        <a:pt x="1400840" y="2446707"/>
                        <a:pt x="1410586" y="2941120"/>
                        <a:pt x="1461977" y="3087318"/>
                      </a:cubicBezTo>
                      <a:cubicBezTo>
                        <a:pt x="1513368" y="3233516"/>
                        <a:pt x="1570961" y="3112128"/>
                        <a:pt x="1653363" y="2864035"/>
                      </a:cubicBezTo>
                      <a:cubicBezTo>
                        <a:pt x="1735765" y="2615942"/>
                        <a:pt x="1850952" y="1956724"/>
                        <a:pt x="1956391" y="1598761"/>
                      </a:cubicBezTo>
                      <a:cubicBezTo>
                        <a:pt x="2061830" y="1240798"/>
                        <a:pt x="2199168" y="764104"/>
                        <a:pt x="2286000" y="716258"/>
                      </a:cubicBezTo>
                      <a:cubicBezTo>
                        <a:pt x="2372832" y="668412"/>
                        <a:pt x="2402958" y="1059159"/>
                        <a:pt x="2477386" y="1311682"/>
                      </a:cubicBezTo>
                      <a:cubicBezTo>
                        <a:pt x="2551814" y="1564205"/>
                        <a:pt x="2663455" y="2030267"/>
                        <a:pt x="2732567" y="2231399"/>
                      </a:cubicBezTo>
                      <a:cubicBezTo>
                        <a:pt x="2801679" y="2432531"/>
                        <a:pt x="2838007" y="2517591"/>
                        <a:pt x="2892056" y="2518477"/>
                      </a:cubicBezTo>
                      <a:cubicBezTo>
                        <a:pt x="2946105" y="2519363"/>
                        <a:pt x="2980661" y="2400632"/>
                        <a:pt x="3056861" y="2236714"/>
                      </a:cubicBezTo>
                      <a:cubicBezTo>
                        <a:pt x="3133061" y="2072796"/>
                        <a:pt x="3277486" y="1684708"/>
                        <a:pt x="3349256" y="1534966"/>
                      </a:cubicBezTo>
                      <a:cubicBezTo>
                        <a:pt x="3421026" y="1385224"/>
                        <a:pt x="3434317" y="1336491"/>
                        <a:pt x="3487480" y="1338263"/>
                      </a:cubicBezTo>
                      <a:cubicBezTo>
                        <a:pt x="3540643" y="1340035"/>
                        <a:pt x="3593805" y="1476486"/>
                        <a:pt x="3668233" y="1545598"/>
                      </a:cubicBezTo>
                      <a:cubicBezTo>
                        <a:pt x="3742661" y="1614710"/>
                        <a:pt x="3863162" y="1711289"/>
                        <a:pt x="3934046" y="1752933"/>
                      </a:cubicBezTo>
                      <a:cubicBezTo>
                        <a:pt x="4004930" y="1794577"/>
                        <a:pt x="4047461" y="1792805"/>
                        <a:pt x="4093535" y="1795463"/>
                      </a:cubicBezTo>
                      <a:cubicBezTo>
                        <a:pt x="4139609" y="1798121"/>
                        <a:pt x="4170621" y="1775971"/>
                        <a:pt x="4210493" y="1768883"/>
                      </a:cubicBezTo>
                      <a:cubicBezTo>
                        <a:pt x="4250365" y="1761795"/>
                        <a:pt x="4291123" y="1749389"/>
                        <a:pt x="4332767" y="1752933"/>
                      </a:cubicBezTo>
                      <a:cubicBezTo>
                        <a:pt x="4374411" y="1756477"/>
                        <a:pt x="4419599" y="1757364"/>
                        <a:pt x="4460357" y="1790148"/>
                      </a:cubicBezTo>
                      <a:cubicBezTo>
                        <a:pt x="4501115" y="1822932"/>
                        <a:pt x="4532127" y="1941661"/>
                        <a:pt x="4577316" y="1949635"/>
                      </a:cubicBezTo>
                      <a:cubicBezTo>
                        <a:pt x="4622505" y="1957609"/>
                        <a:pt x="4665036" y="1944319"/>
                        <a:pt x="4731489" y="1837993"/>
                      </a:cubicBezTo>
                      <a:cubicBezTo>
                        <a:pt x="4797943" y="1731667"/>
                        <a:pt x="4914900" y="1418893"/>
                        <a:pt x="4976037" y="1311681"/>
                      </a:cubicBezTo>
                      <a:cubicBezTo>
                        <a:pt x="5037174" y="1204469"/>
                        <a:pt x="5053124" y="1185862"/>
                        <a:pt x="5098312" y="1194723"/>
                      </a:cubicBezTo>
                      <a:cubicBezTo>
                        <a:pt x="5143500" y="1203584"/>
                        <a:pt x="5181600" y="1282442"/>
                        <a:pt x="5247167" y="1364844"/>
                      </a:cubicBezTo>
                      <a:cubicBezTo>
                        <a:pt x="5312734" y="1447246"/>
                        <a:pt x="5407542" y="1560660"/>
                        <a:pt x="5491716" y="1689137"/>
                      </a:cubicBezTo>
                      <a:cubicBezTo>
                        <a:pt x="5575891" y="1817614"/>
                        <a:pt x="5681330" y="2032922"/>
                        <a:pt x="5752214" y="2135704"/>
                      </a:cubicBezTo>
                      <a:cubicBezTo>
                        <a:pt x="5823098" y="2238486"/>
                        <a:pt x="5871831" y="2302283"/>
                        <a:pt x="5917019" y="2305827"/>
                      </a:cubicBezTo>
                      <a:cubicBezTo>
                        <a:pt x="5962207" y="2309371"/>
                        <a:pt x="5962208" y="2304054"/>
                        <a:pt x="6023345" y="2146338"/>
                      </a:cubicBezTo>
                      <a:cubicBezTo>
                        <a:pt x="6084482" y="1988622"/>
                        <a:pt x="6227135" y="1526992"/>
                        <a:pt x="6283842" y="1359529"/>
                      </a:cubicBezTo>
                      <a:cubicBezTo>
                        <a:pt x="6340549" y="1192066"/>
                        <a:pt x="6324600" y="1161940"/>
                        <a:pt x="6363586" y="1141561"/>
                      </a:cubicBezTo>
                      <a:cubicBezTo>
                        <a:pt x="6402572" y="1121182"/>
                        <a:pt x="6445102" y="1130042"/>
                        <a:pt x="6517758" y="1237254"/>
                      </a:cubicBezTo>
                      <a:cubicBezTo>
                        <a:pt x="6590414" y="1344466"/>
                        <a:pt x="6735726" y="1643949"/>
                        <a:pt x="6799521" y="1784830"/>
                      </a:cubicBezTo>
                      <a:cubicBezTo>
                        <a:pt x="6863316" y="1925711"/>
                        <a:pt x="6865974" y="2016975"/>
                        <a:pt x="6900530" y="2082542"/>
                      </a:cubicBezTo>
                      <a:cubicBezTo>
                        <a:pt x="6935086" y="2148109"/>
                        <a:pt x="6944833" y="2216335"/>
                        <a:pt x="7006856" y="2178235"/>
                      </a:cubicBezTo>
                      <a:cubicBezTo>
                        <a:pt x="7068879" y="2140135"/>
                        <a:pt x="7081284" y="2158742"/>
                        <a:pt x="7272670" y="1853942"/>
                      </a:cubicBezTo>
                      <a:cubicBezTo>
                        <a:pt x="7464056" y="1549142"/>
                        <a:pt x="7350642" y="1664328"/>
                        <a:pt x="7357730" y="1657240"/>
                      </a:cubicBezTo>
                      <a:cubicBezTo>
                        <a:pt x="7364818" y="1650152"/>
                        <a:pt x="7329377" y="1760021"/>
                        <a:pt x="7315200" y="1811412"/>
                      </a:cubicBezTo>
                    </a:path>
                  </a:pathLst>
                </a:custGeom>
                <a:noFill/>
                <a:ln w="381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1" name="组合 29">
                <a:extLst>
                  <a:ext uri="{FF2B5EF4-FFF2-40B4-BE49-F238E27FC236}">
                    <a16:creationId xmlns:a16="http://schemas.microsoft.com/office/drawing/2014/main" id="{DA36B283-79D2-3B0A-4CD4-F72C456A20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8888" y="3860800"/>
                <a:ext cx="107950" cy="207963"/>
                <a:chOff x="1258658" y="3786984"/>
                <a:chExt cx="108000" cy="208140"/>
              </a:xfrm>
            </p:grpSpPr>
            <p:cxnSp>
              <p:nvCxnSpPr>
                <p:cNvPr id="105" name="直接连接符 19">
                  <a:extLst>
                    <a:ext uri="{FF2B5EF4-FFF2-40B4-BE49-F238E27FC236}">
                      <a16:creationId xmlns:a16="http://schemas.microsoft.com/office/drawing/2014/main" id="{6ECB5789-FB36-4822-2E0E-F625E966D30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258658" y="3857628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06" name="椭圆 20">
                  <a:extLst>
                    <a:ext uri="{FF2B5EF4-FFF2-40B4-BE49-F238E27FC236}">
                      <a16:creationId xmlns:a16="http://schemas.microsoft.com/office/drawing/2014/main" id="{E30B071D-E43E-C5AB-C692-197956A4B7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8658" y="388712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2" name="组合 79">
                <a:extLst>
                  <a:ext uri="{FF2B5EF4-FFF2-40B4-BE49-F238E27FC236}">
                    <a16:creationId xmlns:a16="http://schemas.microsoft.com/office/drawing/2014/main" id="{A6C10EB3-120E-807E-8AEF-9ACB86CF3F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0025" y="3859213"/>
                <a:ext cx="107950" cy="220662"/>
                <a:chOff x="1470670" y="3786190"/>
                <a:chExt cx="108000" cy="221380"/>
              </a:xfrm>
            </p:grpSpPr>
            <p:sp>
              <p:nvSpPr>
                <p:cNvPr id="103" name="椭圆 21">
                  <a:extLst>
                    <a:ext uri="{FF2B5EF4-FFF2-40B4-BE49-F238E27FC236}">
                      <a16:creationId xmlns:a16="http://schemas.microsoft.com/office/drawing/2014/main" id="{2678D147-FE15-840F-8289-8303D5E3B6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0670" y="3899570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  <p:cxnSp>
              <p:nvCxnSpPr>
                <p:cNvPr id="104" name="直接连接符 22">
                  <a:extLst>
                    <a:ext uri="{FF2B5EF4-FFF2-40B4-BE49-F238E27FC236}">
                      <a16:creationId xmlns:a16="http://schemas.microsoft.com/office/drawing/2014/main" id="{5A223DD7-817F-6E0F-ED30-25B656AE788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457430" y="3856834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3" name="组合 80">
                <a:extLst>
                  <a:ext uri="{FF2B5EF4-FFF2-40B4-BE49-F238E27FC236}">
                    <a16:creationId xmlns:a16="http://schemas.microsoft.com/office/drawing/2014/main" id="{6E35FC5E-3C8E-9416-E61F-265CC33061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9263" y="3502025"/>
                <a:ext cx="107950" cy="358775"/>
                <a:chOff x="1719860" y="3429000"/>
                <a:chExt cx="108000" cy="357984"/>
              </a:xfrm>
            </p:grpSpPr>
            <p:cxnSp>
              <p:nvCxnSpPr>
                <p:cNvPr id="101" name="直接连接符 24">
                  <a:extLst>
                    <a:ext uri="{FF2B5EF4-FFF2-40B4-BE49-F238E27FC236}">
                      <a16:creationId xmlns:a16="http://schemas.microsoft.com/office/drawing/2014/main" id="{2C1E13BD-DE8E-65BD-28D1-54B9F5AA86C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1643042" y="3643314"/>
                  <a:ext cx="285752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02" name="椭圆 25">
                  <a:extLst>
                    <a:ext uri="{FF2B5EF4-FFF2-40B4-BE49-F238E27FC236}">
                      <a16:creationId xmlns:a16="http://schemas.microsoft.com/office/drawing/2014/main" id="{155BF74F-8D79-0641-90BB-EFD71ED722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9860" y="3429000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4" name="组合 30">
                <a:extLst>
                  <a:ext uri="{FF2B5EF4-FFF2-40B4-BE49-F238E27FC236}">
                    <a16:creationId xmlns:a16="http://schemas.microsoft.com/office/drawing/2014/main" id="{523641F4-6FA3-FCD1-2E8C-FC0DC7F18D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8025" y="2573338"/>
                <a:ext cx="107950" cy="1271587"/>
                <a:chOff x="1978418" y="2500306"/>
                <a:chExt cx="108000" cy="1271136"/>
              </a:xfrm>
            </p:grpSpPr>
            <p:cxnSp>
              <p:nvCxnSpPr>
                <p:cNvPr id="99" name="直接连接符 26">
                  <a:extLst>
                    <a:ext uri="{FF2B5EF4-FFF2-40B4-BE49-F238E27FC236}">
                      <a16:creationId xmlns:a16="http://schemas.microsoft.com/office/drawing/2014/main" id="{EEBA83D9-F926-90BB-AEE8-20BDBCF1239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1429879" y="3171593"/>
                  <a:ext cx="1199698" cy="0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00" name="椭圆 28">
                  <a:extLst>
                    <a:ext uri="{FF2B5EF4-FFF2-40B4-BE49-F238E27FC236}">
                      <a16:creationId xmlns:a16="http://schemas.microsoft.com/office/drawing/2014/main" id="{19C7979C-0380-8B5B-375F-8AD51D6D0B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78418" y="250030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5" name="组合 81">
                <a:extLst>
                  <a:ext uri="{FF2B5EF4-FFF2-40B4-BE49-F238E27FC236}">
                    <a16:creationId xmlns:a16="http://schemas.microsoft.com/office/drawing/2014/main" id="{9CCC0603-955D-1A5B-D1F1-2E135D943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9013" y="2501900"/>
                <a:ext cx="107950" cy="1312863"/>
                <a:chOff x="2258790" y="2428868"/>
                <a:chExt cx="108000" cy="1313079"/>
              </a:xfrm>
            </p:grpSpPr>
            <p:cxnSp>
              <p:nvCxnSpPr>
                <p:cNvPr id="97" name="直接连接符 31">
                  <a:extLst>
                    <a:ext uri="{FF2B5EF4-FFF2-40B4-BE49-F238E27FC236}">
                      <a16:creationId xmlns:a16="http://schemas.microsoft.com/office/drawing/2014/main" id="{F1CE81E5-7B46-F848-C16B-825800273E1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1685480" y="3111947"/>
                  <a:ext cx="1260000" cy="0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8" name="椭圆 32">
                  <a:extLst>
                    <a:ext uri="{FF2B5EF4-FFF2-40B4-BE49-F238E27FC236}">
                      <a16:creationId xmlns:a16="http://schemas.microsoft.com/office/drawing/2014/main" id="{63F4FA2E-EC99-C40D-28A3-AB1DAB084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8790" y="2428868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6" name="组合 82">
                <a:extLst>
                  <a:ext uri="{FF2B5EF4-FFF2-40B4-BE49-F238E27FC236}">
                    <a16:creationId xmlns:a16="http://schemas.microsoft.com/office/drawing/2014/main" id="{0BE4E338-93BD-280C-0687-18F258115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82850" y="3829050"/>
                <a:ext cx="107950" cy="450850"/>
                <a:chOff x="2483248" y="3756694"/>
                <a:chExt cx="108000" cy="449822"/>
              </a:xfrm>
            </p:grpSpPr>
            <p:cxnSp>
              <p:nvCxnSpPr>
                <p:cNvPr id="95" name="直接连接符 33">
                  <a:extLst>
                    <a:ext uri="{FF2B5EF4-FFF2-40B4-BE49-F238E27FC236}">
                      <a16:creationId xmlns:a16="http://schemas.microsoft.com/office/drawing/2014/main" id="{02300E0C-D5C9-6E0F-A4CD-A99F692E0BC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355892" y="3953900"/>
                  <a:ext cx="396000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6" name="椭圆 34">
                  <a:extLst>
                    <a:ext uri="{FF2B5EF4-FFF2-40B4-BE49-F238E27FC236}">
                      <a16:creationId xmlns:a16="http://schemas.microsoft.com/office/drawing/2014/main" id="{971DF054-EAEA-519F-9A60-38B7323B1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83248" y="409851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" name="组合 83">
                <a:extLst>
                  <a:ext uri="{FF2B5EF4-FFF2-40B4-BE49-F238E27FC236}">
                    <a16:creationId xmlns:a16="http://schemas.microsoft.com/office/drawing/2014/main" id="{83A42FBB-839E-28E4-D5F4-868D20D6AE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4000" y="3849688"/>
                <a:ext cx="107950" cy="1295400"/>
                <a:chOff x="2793732" y="3776362"/>
                <a:chExt cx="108000" cy="1295712"/>
              </a:xfrm>
            </p:grpSpPr>
            <p:cxnSp>
              <p:nvCxnSpPr>
                <p:cNvPr id="93" name="直接连接符 35">
                  <a:extLst>
                    <a:ext uri="{FF2B5EF4-FFF2-40B4-BE49-F238E27FC236}">
                      <a16:creationId xmlns:a16="http://schemas.microsoft.com/office/drawing/2014/main" id="{73C69A90-4E17-968F-2B00-A7DEB907BD4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211946" y="4405568"/>
                  <a:ext cx="1260000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4" name="椭圆 36">
                  <a:extLst>
                    <a:ext uri="{FF2B5EF4-FFF2-40B4-BE49-F238E27FC236}">
                      <a16:creationId xmlns:a16="http://schemas.microsoft.com/office/drawing/2014/main" id="{CF850248-B60D-C606-FAF3-3DF25F73D1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3732" y="496407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FD899C15-5B38-E899-4270-0FA0735EC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1338" y="379253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grpSp>
            <p:nvGrpSpPr>
              <p:cNvPr id="39" name="组合 84">
                <a:extLst>
                  <a:ext uri="{FF2B5EF4-FFF2-40B4-BE49-F238E27FC236}">
                    <a16:creationId xmlns:a16="http://schemas.microsoft.com/office/drawing/2014/main" id="{19C3426F-0D8D-1CA6-BECE-A5C988F04C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1213" y="3067050"/>
                <a:ext cx="107950" cy="777875"/>
                <a:chOff x="3350488" y="2993306"/>
                <a:chExt cx="108000" cy="778136"/>
              </a:xfrm>
            </p:grpSpPr>
            <p:cxnSp>
              <p:nvCxnSpPr>
                <p:cNvPr id="91" name="直接连接符 38">
                  <a:extLst>
                    <a:ext uri="{FF2B5EF4-FFF2-40B4-BE49-F238E27FC236}">
                      <a16:creationId xmlns:a16="http://schemas.microsoft.com/office/drawing/2014/main" id="{0887A9E8-1FE9-E383-A78F-A925C4735B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3044608" y="3414252"/>
                  <a:ext cx="714380" cy="0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2" name="椭圆 40">
                  <a:extLst>
                    <a:ext uri="{FF2B5EF4-FFF2-40B4-BE49-F238E27FC236}">
                      <a16:creationId xmlns:a16="http://schemas.microsoft.com/office/drawing/2014/main" id="{893224D8-C744-BE69-A915-57D98241F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0488" y="299330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0" name="组合 85">
                <a:extLst>
                  <a:ext uri="{FF2B5EF4-FFF2-40B4-BE49-F238E27FC236}">
                    <a16:creationId xmlns:a16="http://schemas.microsoft.com/office/drawing/2014/main" id="{4717BBFE-301B-4357-865E-5F844A08C3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6800" y="3487738"/>
                <a:ext cx="107950" cy="341312"/>
                <a:chOff x="3606744" y="3414252"/>
                <a:chExt cx="108000" cy="342442"/>
              </a:xfrm>
            </p:grpSpPr>
            <p:cxnSp>
              <p:nvCxnSpPr>
                <p:cNvPr id="89" name="直接连接符 41">
                  <a:extLst>
                    <a:ext uri="{FF2B5EF4-FFF2-40B4-BE49-F238E27FC236}">
                      <a16:creationId xmlns:a16="http://schemas.microsoft.com/office/drawing/2014/main" id="{FE4E2968-7CA9-FBE1-B688-14CE332EDD7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3530720" y="3613024"/>
                  <a:ext cx="285752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0" name="椭圆 42">
                  <a:extLst>
                    <a:ext uri="{FF2B5EF4-FFF2-40B4-BE49-F238E27FC236}">
                      <a16:creationId xmlns:a16="http://schemas.microsoft.com/office/drawing/2014/main" id="{F58F810E-BD5E-9D6B-4E2D-7A6B754E5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6744" y="3414252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1" name="组合 86">
                <a:extLst>
                  <a:ext uri="{FF2B5EF4-FFF2-40B4-BE49-F238E27FC236}">
                    <a16:creationId xmlns:a16="http://schemas.microsoft.com/office/drawing/2014/main" id="{52820185-325F-6E75-0A1E-94298B0564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2388" y="3841750"/>
                <a:ext cx="107950" cy="674688"/>
                <a:chOff x="3863000" y="3769247"/>
                <a:chExt cx="108000" cy="674633"/>
              </a:xfrm>
            </p:grpSpPr>
            <p:cxnSp>
              <p:nvCxnSpPr>
                <p:cNvPr id="87" name="直接连接符 43">
                  <a:extLst>
                    <a:ext uri="{FF2B5EF4-FFF2-40B4-BE49-F238E27FC236}">
                      <a16:creationId xmlns:a16="http://schemas.microsoft.com/office/drawing/2014/main" id="{1EB8C165-EA5E-C4F5-CC6C-3BFBC4FFB71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3628611" y="4057247"/>
                  <a:ext cx="576000" cy="0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8" name="椭圆 45">
                  <a:extLst>
                    <a:ext uri="{FF2B5EF4-FFF2-40B4-BE49-F238E27FC236}">
                      <a16:creationId xmlns:a16="http://schemas.microsoft.com/office/drawing/2014/main" id="{1EC5D175-9017-4384-33E2-1996DF1034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63000" y="4335880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2" name="组合 87">
                <a:extLst>
                  <a:ext uri="{FF2B5EF4-FFF2-40B4-BE49-F238E27FC236}">
                    <a16:creationId xmlns:a16="http://schemas.microsoft.com/office/drawing/2014/main" id="{E4840798-5C3B-6372-5176-A6BF93A699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8300" y="3862388"/>
                <a:ext cx="107950" cy="661987"/>
                <a:chOff x="4178248" y="3788915"/>
                <a:chExt cx="108000" cy="662031"/>
              </a:xfrm>
            </p:grpSpPr>
            <p:cxnSp>
              <p:nvCxnSpPr>
                <p:cNvPr id="85" name="直接连接符 46">
                  <a:extLst>
                    <a:ext uri="{FF2B5EF4-FFF2-40B4-BE49-F238E27FC236}">
                      <a16:creationId xmlns:a16="http://schemas.microsoft.com/office/drawing/2014/main" id="{8F14AAFF-488B-4B43-8531-81BE5CB77F3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3941558" y="4076915"/>
                  <a:ext cx="576000" cy="0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6" name="椭圆 47">
                  <a:extLst>
                    <a:ext uri="{FF2B5EF4-FFF2-40B4-BE49-F238E27FC236}">
                      <a16:creationId xmlns:a16="http://schemas.microsoft.com/office/drawing/2014/main" id="{5CA86DA2-F0AF-91ED-93A5-F4A4088B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8248" y="434294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8E49BC17-6817-5BCC-C3D7-FEB3B6A24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1513" y="371633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53CDA6BB-6C4D-89EC-B632-3E18A5FA9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600" y="371633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grpSp>
            <p:nvGrpSpPr>
              <p:cNvPr id="45" name="组合 88">
                <a:extLst>
                  <a:ext uri="{FF2B5EF4-FFF2-40B4-BE49-F238E27FC236}">
                    <a16:creationId xmlns:a16="http://schemas.microsoft.com/office/drawing/2014/main" id="{53719383-66C4-C4FE-BC6D-3AFECADCCD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9525" y="3844925"/>
                <a:ext cx="107950" cy="190500"/>
                <a:chOff x="5089892" y="3771442"/>
                <a:chExt cx="108000" cy="191264"/>
              </a:xfrm>
            </p:grpSpPr>
            <p:cxnSp>
              <p:nvCxnSpPr>
                <p:cNvPr id="83" name="直接连接符 50">
                  <a:extLst>
                    <a:ext uri="{FF2B5EF4-FFF2-40B4-BE49-F238E27FC236}">
                      <a16:creationId xmlns:a16="http://schemas.microsoft.com/office/drawing/2014/main" id="{19209958-B863-24D6-C264-A912802468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072860" y="3842086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4" name="椭圆 51">
                  <a:extLst>
                    <a:ext uri="{FF2B5EF4-FFF2-40B4-BE49-F238E27FC236}">
                      <a16:creationId xmlns:a16="http://schemas.microsoft.com/office/drawing/2014/main" id="{085053EC-F02E-C8C2-B9A5-9016EAF383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89892" y="385470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6" name="组合 89">
                <a:extLst>
                  <a:ext uri="{FF2B5EF4-FFF2-40B4-BE49-F238E27FC236}">
                    <a16:creationId xmlns:a16="http://schemas.microsoft.com/office/drawing/2014/main" id="{BA891BE8-3A7C-B220-61DA-7275ABE0C8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48288" y="3844925"/>
                <a:ext cx="107950" cy="190500"/>
                <a:chOff x="5348450" y="3771442"/>
                <a:chExt cx="108000" cy="191264"/>
              </a:xfrm>
            </p:grpSpPr>
            <p:cxnSp>
              <p:nvCxnSpPr>
                <p:cNvPr id="81" name="直接连接符 52">
                  <a:extLst>
                    <a:ext uri="{FF2B5EF4-FFF2-40B4-BE49-F238E27FC236}">
                      <a16:creationId xmlns:a16="http://schemas.microsoft.com/office/drawing/2014/main" id="{24FCA867-CC89-63E5-C0D3-3A3F92CAB83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331418" y="3842086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2" name="椭圆 53">
                  <a:extLst>
                    <a:ext uri="{FF2B5EF4-FFF2-40B4-BE49-F238E27FC236}">
                      <a16:creationId xmlns:a16="http://schemas.microsoft.com/office/drawing/2014/main" id="{20789DCC-D7E8-5DB8-796A-D384C363C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48450" y="385470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7" name="组合 90">
                <a:extLst>
                  <a:ext uri="{FF2B5EF4-FFF2-40B4-BE49-F238E27FC236}">
                    <a16:creationId xmlns:a16="http://schemas.microsoft.com/office/drawing/2014/main" id="{3C58A508-F6B3-BB9A-884C-8DC248A680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89588" y="3859213"/>
                <a:ext cx="107950" cy="206375"/>
                <a:chOff x="5589958" y="3786190"/>
                <a:chExt cx="108000" cy="206012"/>
              </a:xfrm>
            </p:grpSpPr>
            <p:cxnSp>
              <p:nvCxnSpPr>
                <p:cNvPr id="79" name="直接连接符 54">
                  <a:extLst>
                    <a:ext uri="{FF2B5EF4-FFF2-40B4-BE49-F238E27FC236}">
                      <a16:creationId xmlns:a16="http://schemas.microsoft.com/office/drawing/2014/main" id="{BE2E67C4-7D2B-04CE-D2A8-877267EB061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572926" y="3856834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0" name="椭圆 55">
                  <a:extLst>
                    <a:ext uri="{FF2B5EF4-FFF2-40B4-BE49-F238E27FC236}">
                      <a16:creationId xmlns:a16="http://schemas.microsoft.com/office/drawing/2014/main" id="{7540C881-EE66-1BD9-988D-FBA41FF722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89958" y="3884202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8" name="组合 91">
                <a:extLst>
                  <a:ext uri="{FF2B5EF4-FFF2-40B4-BE49-F238E27FC236}">
                    <a16:creationId xmlns:a16="http://schemas.microsoft.com/office/drawing/2014/main" id="{33BFA7E6-B024-BEE3-0F57-D8DFB16126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7875" y="3857625"/>
                <a:ext cx="107950" cy="263525"/>
                <a:chOff x="5857884" y="3783888"/>
                <a:chExt cx="108000" cy="265004"/>
              </a:xfrm>
            </p:grpSpPr>
            <p:cxnSp>
              <p:nvCxnSpPr>
                <p:cNvPr id="77" name="直接连接符 56">
                  <a:extLst>
                    <a:ext uri="{FF2B5EF4-FFF2-40B4-BE49-F238E27FC236}">
                      <a16:creationId xmlns:a16="http://schemas.microsoft.com/office/drawing/2014/main" id="{601A798A-23AA-D3F4-D266-573CAEEB97D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840852" y="3854532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8" name="椭圆 57">
                  <a:extLst>
                    <a:ext uri="{FF2B5EF4-FFF2-40B4-BE49-F238E27FC236}">
                      <a16:creationId xmlns:a16="http://schemas.microsoft.com/office/drawing/2014/main" id="{A3A8EA3E-BC59-F795-B9E5-8A76C7E32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57884" y="3940892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49" name="组合 92">
                <a:extLst>
                  <a:ext uri="{FF2B5EF4-FFF2-40B4-BE49-F238E27FC236}">
                    <a16:creationId xmlns:a16="http://schemas.microsoft.com/office/drawing/2014/main" id="{C25F7BCC-B396-CFF6-B453-E707E1D74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05525" y="3500438"/>
                <a:ext cx="107950" cy="358775"/>
                <a:chOff x="6104772" y="3428206"/>
                <a:chExt cx="108000" cy="357984"/>
              </a:xfrm>
            </p:grpSpPr>
            <p:cxnSp>
              <p:nvCxnSpPr>
                <p:cNvPr id="75" name="直接连接符 58">
                  <a:extLst>
                    <a:ext uri="{FF2B5EF4-FFF2-40B4-BE49-F238E27FC236}">
                      <a16:creationId xmlns:a16="http://schemas.microsoft.com/office/drawing/2014/main" id="{DC7354C7-3B9D-AFDF-6992-E10A1073C26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6027954" y="3642520"/>
                  <a:ext cx="285752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6" name="椭圆 59">
                  <a:extLst>
                    <a:ext uri="{FF2B5EF4-FFF2-40B4-BE49-F238E27FC236}">
                      <a16:creationId xmlns:a16="http://schemas.microsoft.com/office/drawing/2014/main" id="{6022C87A-D790-6AE9-B757-5A321D9007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4772" y="342820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50" name="组合 93">
                <a:extLst>
                  <a:ext uri="{FF2B5EF4-FFF2-40B4-BE49-F238E27FC236}">
                    <a16:creationId xmlns:a16="http://schemas.microsoft.com/office/drawing/2014/main" id="{3C2A01E1-0B8B-F72C-F637-7B15C25423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57938" y="3516313"/>
                <a:ext cx="107950" cy="344487"/>
                <a:chOff x="6357950" y="3443748"/>
                <a:chExt cx="108000" cy="343236"/>
              </a:xfrm>
            </p:grpSpPr>
            <p:cxnSp>
              <p:nvCxnSpPr>
                <p:cNvPr id="73" name="直接连接符 60">
                  <a:extLst>
                    <a:ext uri="{FF2B5EF4-FFF2-40B4-BE49-F238E27FC236}">
                      <a16:creationId xmlns:a16="http://schemas.microsoft.com/office/drawing/2014/main" id="{A7633DA8-44C6-2518-09F4-9E910358CE5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6266384" y="3643314"/>
                  <a:ext cx="285752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4" name="椭圆 61">
                  <a:extLst>
                    <a:ext uri="{FF2B5EF4-FFF2-40B4-BE49-F238E27FC236}">
                      <a16:creationId xmlns:a16="http://schemas.microsoft.com/office/drawing/2014/main" id="{1D1027DB-8EA1-4F51-77AD-734A4CAFEC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7950" y="3443748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9EC23693-8475-ADE4-D55D-E80D13376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3868738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en-US" sz="1800" b="1">
                  <a:latin typeface="Verdana" panose="020B0604030504040204" pitchFamily="34" charset="0"/>
                </a:endParaRPr>
              </a:p>
            </p:txBody>
          </p:sp>
          <p:grpSp>
            <p:nvGrpSpPr>
              <p:cNvPr id="52" name="组合 94">
                <a:extLst>
                  <a:ext uri="{FF2B5EF4-FFF2-40B4-BE49-F238E27FC236}">
                    <a16:creationId xmlns:a16="http://schemas.microsoft.com/office/drawing/2014/main" id="{8D82BF8D-2895-E1E2-BCBF-DF8AB16126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8638" y="3859213"/>
                <a:ext cx="107950" cy="568325"/>
                <a:chOff x="6878144" y="3786190"/>
                <a:chExt cx="108000" cy="567806"/>
              </a:xfrm>
            </p:grpSpPr>
            <p:cxnSp>
              <p:nvCxnSpPr>
                <p:cNvPr id="71" name="直接连接符 63">
                  <a:extLst>
                    <a:ext uri="{FF2B5EF4-FFF2-40B4-BE49-F238E27FC236}">
                      <a16:creationId xmlns:a16="http://schemas.microsoft.com/office/drawing/2014/main" id="{3D098A0F-611A-4506-AECB-0FC9BD513C3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678788" y="4055396"/>
                  <a:ext cx="540000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2" name="椭圆 64">
                  <a:extLst>
                    <a:ext uri="{FF2B5EF4-FFF2-40B4-BE49-F238E27FC236}">
                      <a16:creationId xmlns:a16="http://schemas.microsoft.com/office/drawing/2014/main" id="{82F9B829-AC4E-BDBE-0B84-3C13054A0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78144" y="424599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53" name="组合 95">
                <a:extLst>
                  <a:ext uri="{FF2B5EF4-FFF2-40B4-BE49-F238E27FC236}">
                    <a16:creationId xmlns:a16="http://schemas.microsoft.com/office/drawing/2014/main" id="{8DC48A9A-A912-D282-3B33-15874A2901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48513" y="3859213"/>
                <a:ext cx="107950" cy="568325"/>
                <a:chOff x="7149148" y="3786190"/>
                <a:chExt cx="108000" cy="567806"/>
              </a:xfrm>
            </p:grpSpPr>
            <p:cxnSp>
              <p:nvCxnSpPr>
                <p:cNvPr id="69" name="直接连接符 65">
                  <a:extLst>
                    <a:ext uri="{FF2B5EF4-FFF2-40B4-BE49-F238E27FC236}">
                      <a16:creationId xmlns:a16="http://schemas.microsoft.com/office/drawing/2014/main" id="{48CC0EB9-5773-FA3E-C77B-B59B05BD2EA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949792" y="4055396"/>
                  <a:ext cx="540000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0" name="椭圆 66">
                  <a:extLst>
                    <a:ext uri="{FF2B5EF4-FFF2-40B4-BE49-F238E27FC236}">
                      <a16:creationId xmlns:a16="http://schemas.microsoft.com/office/drawing/2014/main" id="{F058284B-6E65-0CBF-70FC-E04CD528E6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49148" y="424599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54" name="组合 96">
                <a:extLst>
                  <a:ext uri="{FF2B5EF4-FFF2-40B4-BE49-F238E27FC236}">
                    <a16:creationId xmlns:a16="http://schemas.microsoft.com/office/drawing/2014/main" id="{E0E3F459-BEFA-A030-C7E0-A882E01F22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15213" y="3529013"/>
                <a:ext cx="107950" cy="328612"/>
                <a:chOff x="7414772" y="3456194"/>
                <a:chExt cx="108000" cy="328488"/>
              </a:xfrm>
            </p:grpSpPr>
            <p:cxnSp>
              <p:nvCxnSpPr>
                <p:cNvPr id="67" name="直接连接符 67">
                  <a:extLst>
                    <a:ext uri="{FF2B5EF4-FFF2-40B4-BE49-F238E27FC236}">
                      <a16:creationId xmlns:a16="http://schemas.microsoft.com/office/drawing/2014/main" id="{5D26ED06-DFA9-F480-4B1E-E32DA885257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352702" y="3641012"/>
                  <a:ext cx="285752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8" name="椭圆 68">
                  <a:extLst>
                    <a:ext uri="{FF2B5EF4-FFF2-40B4-BE49-F238E27FC236}">
                      <a16:creationId xmlns:a16="http://schemas.microsoft.com/office/drawing/2014/main" id="{D2E652C5-5D6A-CDE2-C52F-D01856915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14772" y="345619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55" name="组合 97">
                <a:extLst>
                  <a:ext uri="{FF2B5EF4-FFF2-40B4-BE49-F238E27FC236}">
                    <a16:creationId xmlns:a16="http://schemas.microsoft.com/office/drawing/2014/main" id="{D4EDD718-4DFB-BA7D-4382-BFDCD76976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43813" y="3409950"/>
                <a:ext cx="107950" cy="447675"/>
                <a:chOff x="7643834" y="3337416"/>
                <a:chExt cx="108000" cy="446980"/>
              </a:xfrm>
            </p:grpSpPr>
            <p:cxnSp>
              <p:nvCxnSpPr>
                <p:cNvPr id="65" name="直接连接符 69">
                  <a:extLst>
                    <a:ext uri="{FF2B5EF4-FFF2-40B4-BE49-F238E27FC236}">
                      <a16:creationId xmlns:a16="http://schemas.microsoft.com/office/drawing/2014/main" id="{61360C63-CFF4-E346-F378-6E946AC7976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515144" y="3603602"/>
                  <a:ext cx="360000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6" name="椭圆 70">
                  <a:extLst>
                    <a:ext uri="{FF2B5EF4-FFF2-40B4-BE49-F238E27FC236}">
                      <a16:creationId xmlns:a16="http://schemas.microsoft.com/office/drawing/2014/main" id="{3D4045B7-25F6-FCF1-0B2F-0A8F33B523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43834" y="3337416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56" name="组合 98">
                <a:extLst>
                  <a:ext uri="{FF2B5EF4-FFF2-40B4-BE49-F238E27FC236}">
                    <a16:creationId xmlns:a16="http://schemas.microsoft.com/office/drawing/2014/main" id="{13AACEC5-9DA1-D7B9-4B7D-3FCDD5FAA6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4325" y="3852863"/>
                <a:ext cx="107950" cy="220662"/>
                <a:chOff x="7934966" y="3779124"/>
                <a:chExt cx="108000" cy="221380"/>
              </a:xfrm>
            </p:grpSpPr>
            <p:sp>
              <p:nvSpPr>
                <p:cNvPr id="63" name="椭圆 71">
                  <a:extLst>
                    <a:ext uri="{FF2B5EF4-FFF2-40B4-BE49-F238E27FC236}">
                      <a16:creationId xmlns:a16="http://schemas.microsoft.com/office/drawing/2014/main" id="{47B7E426-B988-ABE8-CE49-114388CAC4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4966" y="389250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  <p:cxnSp>
              <p:nvCxnSpPr>
                <p:cNvPr id="64" name="直接连接符 72">
                  <a:extLst>
                    <a:ext uri="{FF2B5EF4-FFF2-40B4-BE49-F238E27FC236}">
                      <a16:creationId xmlns:a16="http://schemas.microsoft.com/office/drawing/2014/main" id="{17F05BF8-0AA9-8A0A-AC4C-72D628D190B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921726" y="3849768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57" name="组合 99">
                <a:extLst>
                  <a:ext uri="{FF2B5EF4-FFF2-40B4-BE49-F238E27FC236}">
                    <a16:creationId xmlns:a16="http://schemas.microsoft.com/office/drawing/2014/main" id="{370A907C-557A-318C-538D-6BB334A7B3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08963" y="3843338"/>
                <a:ext cx="107950" cy="574675"/>
                <a:chOff x="8208272" y="3769702"/>
                <a:chExt cx="108000" cy="575283"/>
              </a:xfrm>
            </p:grpSpPr>
            <p:cxnSp>
              <p:nvCxnSpPr>
                <p:cNvPr id="61" name="直接连接符 75">
                  <a:extLst>
                    <a:ext uri="{FF2B5EF4-FFF2-40B4-BE49-F238E27FC236}">
                      <a16:creationId xmlns:a16="http://schemas.microsoft.com/office/drawing/2014/main" id="{143DC3A4-3561-324E-DF3F-1B20320F4DF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8007582" y="4021702"/>
                  <a:ext cx="504000" cy="0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2" name="椭圆 76">
                  <a:extLst>
                    <a:ext uri="{FF2B5EF4-FFF2-40B4-BE49-F238E27FC236}">
                      <a16:creationId xmlns:a16="http://schemas.microsoft.com/office/drawing/2014/main" id="{BF204798-9DED-A636-889C-18E11F4CBD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08272" y="4236985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58" name="组合 100">
                <a:extLst>
                  <a:ext uri="{FF2B5EF4-FFF2-40B4-BE49-F238E27FC236}">
                    <a16:creationId xmlns:a16="http://schemas.microsoft.com/office/drawing/2014/main" id="{710C33D7-F739-0578-C072-5BB63C1CAC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48675" y="3859213"/>
                <a:ext cx="107950" cy="192087"/>
                <a:chOff x="8449004" y="3786190"/>
                <a:chExt cx="108000" cy="191884"/>
              </a:xfrm>
            </p:grpSpPr>
            <p:sp>
              <p:nvSpPr>
                <p:cNvPr id="59" name="椭圆 77">
                  <a:extLst>
                    <a:ext uri="{FF2B5EF4-FFF2-40B4-BE49-F238E27FC236}">
                      <a16:creationId xmlns:a16="http://schemas.microsoft.com/office/drawing/2014/main" id="{2F421A3B-25CC-2107-CB78-342FCD38AA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49004" y="387007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en-US" sz="1800" b="1">
                    <a:latin typeface="Verdana" panose="020B0604030504040204" pitchFamily="34" charset="0"/>
                  </a:endParaRPr>
                </a:p>
              </p:txBody>
            </p:sp>
            <p:cxnSp>
              <p:nvCxnSpPr>
                <p:cNvPr id="60" name="直接连接符 78">
                  <a:extLst>
                    <a:ext uri="{FF2B5EF4-FFF2-40B4-BE49-F238E27FC236}">
                      <a16:creationId xmlns:a16="http://schemas.microsoft.com/office/drawing/2014/main" id="{777D71F3-49A8-8368-5A26-84DD81C7681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8435764" y="3856834"/>
                  <a:ext cx="142876" cy="158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C6054623-ED9D-A72C-C39B-7DD7AF4DA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2713435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0000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1FE1F290-2E4B-57B8-80A5-34EB32D08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1469231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0101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BB952C94-BB89-2F5C-D9E9-7145F28DC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1714500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0100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99EFB235-B998-BD3C-77F4-C78E88F08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1971675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0011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418298D4-D40B-DDCF-F5F2-53664D6A1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2196703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0010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297B1317-DB6E-1ED3-5774-D91F8B54D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2455069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0001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96ABA09-0642-42F0-B553-185C69E3B7F3}"/>
                </a:ext>
              </a:extLst>
            </p:cNvPr>
            <p:cNvCxnSpPr/>
            <p:nvPr/>
          </p:nvCxnSpPr>
          <p:spPr bwMode="auto">
            <a:xfrm>
              <a:off x="1214438" y="2625329"/>
              <a:ext cx="7715250" cy="1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77AB976-4C4C-B84C-B772-FABCEC0B56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14438" y="2380060"/>
              <a:ext cx="7715250" cy="1190"/>
            </a:xfrm>
            <a:prstGeom prst="line">
              <a:avLst/>
            </a:prstGeom>
            <a:noFill/>
            <a:ln w="127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D692107-2556-2C9E-417B-7DF57DE572E7}"/>
                </a:ext>
              </a:extLst>
            </p:cNvPr>
            <p:cNvCxnSpPr/>
            <p:nvPr/>
          </p:nvCxnSpPr>
          <p:spPr bwMode="auto">
            <a:xfrm>
              <a:off x="1214438" y="2122885"/>
              <a:ext cx="7715250" cy="1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9D088F3-D70F-7F66-19E2-17EC942173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00150" y="1875235"/>
              <a:ext cx="7715250" cy="1190"/>
            </a:xfrm>
            <a:prstGeom prst="line">
              <a:avLst/>
            </a:prstGeom>
            <a:noFill/>
            <a:ln w="127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05342EB-0C38-82DF-616B-DEA1CDC0EF50}"/>
                </a:ext>
              </a:extLst>
            </p:cNvPr>
            <p:cNvCxnSpPr/>
            <p:nvPr/>
          </p:nvCxnSpPr>
          <p:spPr bwMode="auto">
            <a:xfrm>
              <a:off x="1201738" y="1638300"/>
              <a:ext cx="7715250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E183825B-2671-05A8-0520-508D3ACF5AF8}"/>
                </a:ext>
              </a:extLst>
            </p:cNvPr>
            <p:cNvCxnSpPr/>
            <p:nvPr/>
          </p:nvCxnSpPr>
          <p:spPr bwMode="auto">
            <a:xfrm>
              <a:off x="1204913" y="4113610"/>
              <a:ext cx="7715250" cy="1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E13A4C4-864B-15DA-91EA-0D362FCB48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04913" y="3867150"/>
              <a:ext cx="7715250" cy="1191"/>
            </a:xfrm>
            <a:prstGeom prst="line">
              <a:avLst/>
            </a:prstGeom>
            <a:noFill/>
            <a:ln w="127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4EC6241-DDF5-A867-B817-EC7ED9E07A04}"/>
                </a:ext>
              </a:extLst>
            </p:cNvPr>
            <p:cNvCxnSpPr/>
            <p:nvPr/>
          </p:nvCxnSpPr>
          <p:spPr bwMode="auto">
            <a:xfrm>
              <a:off x="1204913" y="3611167"/>
              <a:ext cx="7715250" cy="1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E8625DF-05AE-D72F-D29A-3A3F4B1B7B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04913" y="3363517"/>
              <a:ext cx="7715250" cy="1190"/>
            </a:xfrm>
            <a:prstGeom prst="line">
              <a:avLst/>
            </a:prstGeom>
            <a:noFill/>
            <a:ln w="127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2018449-2729-133F-1283-500CC6ABFECD}"/>
                </a:ext>
              </a:extLst>
            </p:cNvPr>
            <p:cNvCxnSpPr/>
            <p:nvPr/>
          </p:nvCxnSpPr>
          <p:spPr bwMode="auto">
            <a:xfrm>
              <a:off x="1192213" y="3126581"/>
              <a:ext cx="7715250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8B9E86C1-9259-BBBD-207A-F84C0AD04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4" y="2933700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1001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39527415-F6A5-1528-EA74-20AFD2AE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4" y="3157537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1010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4" name="Rectangle 14">
              <a:extLst>
                <a:ext uri="{FF2B5EF4-FFF2-40B4-BE49-F238E27FC236}">
                  <a16:creationId xmlns:a16="http://schemas.microsoft.com/office/drawing/2014/main" id="{A3FE1D0C-99B7-C188-4385-8797FD37E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4" y="3392091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1011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5" name="Rectangle 14">
              <a:extLst>
                <a:ext uri="{FF2B5EF4-FFF2-40B4-BE49-F238E27FC236}">
                  <a16:creationId xmlns:a16="http://schemas.microsoft.com/office/drawing/2014/main" id="{2E522A14-3648-F147-636D-3D3A2DB2C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4" y="3662362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1100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6E596E59-E811-548A-7CF2-F3F8D6833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4" y="3887391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1101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630A841-47C3-78DB-6D7A-0AFEBC086A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14438" y="1413273"/>
              <a:ext cx="7715250" cy="1190"/>
            </a:xfrm>
            <a:prstGeom prst="line">
              <a:avLst/>
            </a:prstGeom>
            <a:noFill/>
            <a:ln w="12700" algn="ctr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FE6D8F58-506A-F41B-A9BF-4DE78D4FD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1232297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0110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29" name="Rectangle 14">
              <a:extLst>
                <a:ext uri="{FF2B5EF4-FFF2-40B4-BE49-F238E27FC236}">
                  <a16:creationId xmlns:a16="http://schemas.microsoft.com/office/drawing/2014/main" id="{AEE3146B-F66C-CC2A-EE74-E64E6302D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6" y="4112419"/>
              <a:ext cx="7143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楷体_GB2312" pitchFamily="49" charset="-122"/>
                </a:rPr>
                <a:t>1110</a:t>
              </a:r>
              <a:endPara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8520355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49FDED7-EB95-C1B2-FEBD-CB789E436331}"/>
              </a:ext>
            </a:extLst>
          </p:cNvPr>
          <p:cNvGrpSpPr/>
          <p:nvPr/>
        </p:nvGrpSpPr>
        <p:grpSpPr>
          <a:xfrm>
            <a:off x="3824249" y="1305265"/>
            <a:ext cx="1143178" cy="1047633"/>
            <a:chOff x="2202008" y="436205"/>
            <a:chExt cx="1787563" cy="1638160"/>
          </a:xfrm>
        </p:grpSpPr>
        <p:sp>
          <p:nvSpPr>
            <p:cNvPr id="7" name="Freeform 3301">
              <a:extLst>
                <a:ext uri="{FF2B5EF4-FFF2-40B4-BE49-F238E27FC236}">
                  <a16:creationId xmlns:a16="http://schemas.microsoft.com/office/drawing/2014/main" id="{7934D12F-DCDD-8ED7-90BB-AD33BC07D92D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0E49D7-A4F3-10FD-DC94-7640B246D79E}"/>
                </a:ext>
              </a:extLst>
            </p:cNvPr>
            <p:cNvSpPr/>
            <p:nvPr/>
          </p:nvSpPr>
          <p:spPr>
            <a:xfrm>
              <a:off x="2522009" y="726714"/>
              <a:ext cx="1467562" cy="1105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spc="3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三</a:t>
              </a:r>
              <a:endParaRPr lang="zh-CN" altLang="en-US" sz="4000" spc="300" dirty="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9" name="TextBox 35">
            <a:extLst>
              <a:ext uri="{FF2B5EF4-FFF2-40B4-BE49-F238E27FC236}">
                <a16:creationId xmlns:a16="http://schemas.microsoft.com/office/drawing/2014/main" id="{755A19E7-6B76-8FCE-7CE0-6397A3902FE3}"/>
              </a:ext>
            </a:extLst>
          </p:cNvPr>
          <p:cNvSpPr txBox="1"/>
          <p:nvPr/>
        </p:nvSpPr>
        <p:spPr>
          <a:xfrm>
            <a:off x="4572000" y="1974089"/>
            <a:ext cx="2971930" cy="60719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/>
          </a:bodyPr>
          <a:lstStyle/>
          <a:p>
            <a:r>
              <a:rPr lang="zh-CN" altLang="en-US" sz="3600" b="1" dirty="0">
                <a:solidFill>
                  <a:srgbClr val="333333"/>
                </a:solidFill>
                <a:cs typeface="+mn-ea"/>
              </a:rPr>
              <a:t>计算机系统的组成</a:t>
            </a:r>
          </a:p>
        </p:txBody>
      </p:sp>
      <p:sp>
        <p:nvSpPr>
          <p:cNvPr id="10" name="Freeform 3297">
            <a:extLst>
              <a:ext uri="{FF2B5EF4-FFF2-40B4-BE49-F238E27FC236}">
                <a16:creationId xmlns:a16="http://schemas.microsoft.com/office/drawing/2014/main" id="{9744B8C4-2E62-BD1E-09D4-4F578D4EAD52}"/>
              </a:ext>
            </a:extLst>
          </p:cNvPr>
          <p:cNvSpPr/>
          <p:nvPr/>
        </p:nvSpPr>
        <p:spPr bwMode="auto">
          <a:xfrm>
            <a:off x="1187624" y="1059582"/>
            <a:ext cx="2796817" cy="279854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466C58-CF62-9DF1-DB10-E293A2AFC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618" y="1115830"/>
            <a:ext cx="2686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1814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F6F34D-8C9C-E197-7A56-A18921BB3EBF}"/>
              </a:ext>
            </a:extLst>
          </p:cNvPr>
          <p:cNvSpPr txBox="1"/>
          <p:nvPr/>
        </p:nvSpPr>
        <p:spPr>
          <a:xfrm>
            <a:off x="1414889" y="331496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计算机硬件组成（物理上）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082974-A73D-8075-C2C3-EB496C9D39A9}"/>
              </a:ext>
            </a:extLst>
          </p:cNvPr>
          <p:cNvSpPr txBox="1"/>
          <p:nvPr/>
        </p:nvSpPr>
        <p:spPr>
          <a:xfrm>
            <a:off x="588247" y="1203598"/>
            <a:ext cx="79675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计算机：主机和外设</a:t>
            </a:r>
            <a:endParaRPr lang="en-US" altLang="zh-CN" sz="2400" dirty="0"/>
          </a:p>
          <a:p>
            <a:r>
              <a:rPr lang="zh-CN" altLang="en-US" sz="2400" dirty="0"/>
              <a:t>主机：机箱及电源、主板、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(</a:t>
            </a:r>
            <a:r>
              <a:rPr lang="zh-CN" altLang="en-US" sz="2400" dirty="0"/>
              <a:t>中央处理器）、硬盘、内存条、板卡（显卡、声卡、网卡）</a:t>
            </a:r>
            <a:endParaRPr lang="en-US" altLang="zh-CN" sz="2400" dirty="0"/>
          </a:p>
          <a:p>
            <a:r>
              <a:rPr lang="zh-CN" altLang="en-US" sz="2400" dirty="0"/>
              <a:t>外设：键盘、鼠标、移动硬盘、</a:t>
            </a:r>
            <a:r>
              <a:rPr lang="en-US" altLang="zh-CN" sz="2400" dirty="0"/>
              <a:t>U</a:t>
            </a:r>
            <a:r>
              <a:rPr lang="zh-CN" altLang="en-US" sz="2400" dirty="0"/>
              <a:t>盘、扫描仪、打印机等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637F665-7C6B-4907-9678-BA75228AFF30}"/>
              </a:ext>
            </a:extLst>
          </p:cNvPr>
          <p:cNvSpPr/>
          <p:nvPr/>
        </p:nvSpPr>
        <p:spPr>
          <a:xfrm>
            <a:off x="2796188" y="3147814"/>
            <a:ext cx="4296092" cy="129614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GPU</a:t>
            </a:r>
            <a:r>
              <a:rPr lang="zh-CN" altLang="en-US" sz="2400" dirty="0"/>
              <a:t>和</a:t>
            </a:r>
            <a:r>
              <a:rPr lang="en-US" altLang="zh-CN" sz="2400" dirty="0"/>
              <a:t>CPU</a:t>
            </a:r>
            <a:r>
              <a:rPr lang="zh-CN" altLang="en-US" sz="2400" dirty="0"/>
              <a:t>的功能划分？</a:t>
            </a:r>
          </a:p>
        </p:txBody>
      </p:sp>
    </p:spTree>
    <p:extLst>
      <p:ext uri="{BB962C8B-B14F-4D97-AF65-F5344CB8AC3E}">
        <p14:creationId xmlns:p14="http://schemas.microsoft.com/office/powerpoint/2010/main" val="1777992433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17A3-9870-6F72-652C-442B179E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D6DF10CC-42CC-D82A-9D4B-D9BB8E9D4531}"/>
              </a:ext>
            </a:extLst>
          </p:cNvPr>
          <p:cNvSpPr txBox="1"/>
          <p:nvPr/>
        </p:nvSpPr>
        <p:spPr>
          <a:xfrm>
            <a:off x="1414889" y="331496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异构计算时代芯片大比拼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B9963C1-ACB5-DA26-6131-C430568BC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538774"/>
              </p:ext>
            </p:extLst>
          </p:nvPr>
        </p:nvGraphicFramePr>
        <p:xfrm>
          <a:off x="179512" y="916271"/>
          <a:ext cx="8712969" cy="4231833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58972306"/>
                    </a:ext>
                  </a:extLst>
                </a:gridCol>
                <a:gridCol w="1106686">
                  <a:extLst>
                    <a:ext uri="{9D8B030D-6E8A-4147-A177-3AD203B41FA5}">
                      <a16:colId xmlns:a16="http://schemas.microsoft.com/office/drawing/2014/main" val="141199231"/>
                    </a:ext>
                  </a:extLst>
                </a:gridCol>
                <a:gridCol w="1438063">
                  <a:extLst>
                    <a:ext uri="{9D8B030D-6E8A-4147-A177-3AD203B41FA5}">
                      <a16:colId xmlns:a16="http://schemas.microsoft.com/office/drawing/2014/main" val="163982215"/>
                    </a:ext>
                  </a:extLst>
                </a:gridCol>
                <a:gridCol w="2855851">
                  <a:extLst>
                    <a:ext uri="{9D8B030D-6E8A-4147-A177-3AD203B41FA5}">
                      <a16:colId xmlns:a16="http://schemas.microsoft.com/office/drawing/2014/main" val="470420856"/>
                    </a:ext>
                  </a:extLst>
                </a:gridCol>
                <a:gridCol w="2197299">
                  <a:extLst>
                    <a:ext uri="{9D8B030D-6E8A-4147-A177-3AD203B41FA5}">
                      <a16:colId xmlns:a16="http://schemas.microsoft.com/office/drawing/2014/main" val="1341454289"/>
                    </a:ext>
                  </a:extLst>
                </a:gridCol>
                <a:gridCol w="106958">
                  <a:extLst>
                    <a:ext uri="{9D8B030D-6E8A-4147-A177-3AD203B41FA5}">
                      <a16:colId xmlns:a16="http://schemas.microsoft.com/office/drawing/2014/main" val="3340718888"/>
                    </a:ext>
                  </a:extLst>
                </a:gridCol>
              </a:tblGrid>
              <a:tr h="285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指标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CPU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GPU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TPU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DPU（Data）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158260"/>
                  </a:ext>
                </a:extLst>
              </a:tr>
              <a:tr h="285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主要目标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通用控制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低延迟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大规模并行吞吐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张量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矩阵运算吞吐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网络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存储卸载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66474"/>
                  </a:ext>
                </a:extLst>
              </a:tr>
              <a:tr h="40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核心数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少（高频）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多（成百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千）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大规模阵列（专用 </a:t>
                      </a:r>
                      <a:r>
                        <a:rPr lang="en-US" altLang="zh-CN" sz="1600"/>
                        <a:t>MAC</a:t>
                      </a:r>
                      <a:r>
                        <a:rPr lang="zh-CN" altLang="en-US" sz="1600"/>
                        <a:t>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多核 </a:t>
                      </a:r>
                      <a:r>
                        <a:rPr lang="en-US" altLang="zh-CN" sz="1600" dirty="0"/>
                        <a:t>+ </a:t>
                      </a:r>
                      <a:r>
                        <a:rPr lang="zh-CN" altLang="en-US" sz="1600" dirty="0"/>
                        <a:t>专用加速器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71852"/>
                  </a:ext>
                </a:extLst>
              </a:tr>
              <a:tr h="40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并行类型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线程并行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任务并行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数据并行（</a:t>
                      </a:r>
                      <a:r>
                        <a:rPr lang="en-US" sz="1600" dirty="0"/>
                        <a:t>SIMD/SIMT）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张量流水并行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数据平面并行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204418"/>
                  </a:ext>
                </a:extLst>
              </a:tr>
              <a:tr h="652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精度支持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FP64/FP32/</a:t>
                      </a:r>
                      <a:r>
                        <a:rPr lang="zh-CN" altLang="en-US" sz="1600" dirty="0"/>
                        <a:t>整数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FP64/FP32/FP16/INT8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常见低精度（</a:t>
                      </a:r>
                      <a:r>
                        <a:rPr lang="en-US" sz="1600" dirty="0"/>
                        <a:t>bfloat16/FP16/INT8）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与任务相关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234418"/>
                  </a:ext>
                </a:extLst>
              </a:tr>
              <a:tr h="40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内存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带宽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中等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高（</a:t>
                      </a:r>
                      <a:r>
                        <a:rPr lang="en-US" sz="1600"/>
                        <a:t>GDDR/HBM）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很高（片上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高带宽）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侧重网络带宽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22434"/>
                  </a:ext>
                </a:extLst>
              </a:tr>
              <a:tr h="40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编程难度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低（成熟生态）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中等（</a:t>
                      </a:r>
                      <a:r>
                        <a:rPr lang="en-US" sz="1600"/>
                        <a:t>CUDA</a:t>
                      </a:r>
                      <a:r>
                        <a:rPr lang="zh-CN" altLang="en-US" sz="1600"/>
                        <a:t>等）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中等（需特定栈）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高（网络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驱动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工具链）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dirty="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53789"/>
                  </a:ext>
                </a:extLst>
              </a:tr>
              <a:tr h="407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典型用途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OS</a:t>
                      </a:r>
                      <a:r>
                        <a:rPr lang="zh-CN" altLang="en-US" sz="1600"/>
                        <a:t>、控制、串行逻辑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训练、</a:t>
                      </a:r>
                      <a:r>
                        <a:rPr lang="en-US" altLang="zh-CN" sz="1600" dirty="0"/>
                        <a:t>HPC</a:t>
                      </a:r>
                      <a:r>
                        <a:rPr lang="zh-CN" altLang="en-US" sz="1600" dirty="0"/>
                        <a:t>、渲染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大规模训练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推理加速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网络卸载、安全、存储加速</a:t>
                      </a:r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dirty="0"/>
                    </a:p>
                  </a:txBody>
                  <a:tcPr marL="40779" marR="40779" marT="20389" marB="20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8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549602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17A3-9870-6F72-652C-442B179E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D6DF10CC-42CC-D82A-9D4B-D9BB8E9D4531}"/>
              </a:ext>
            </a:extLst>
          </p:cNvPr>
          <p:cNvSpPr txBox="1"/>
          <p:nvPr/>
        </p:nvSpPr>
        <p:spPr>
          <a:xfrm>
            <a:off x="107504" y="331496"/>
            <a:ext cx="8891705" cy="42780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课程平台作业，请你设计一个基于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c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语言或者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c++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程序能完成的任务，来比较你和你同学的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gpu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性能，给出完整报告。报告内容包括：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1.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任务名称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2.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任务具体内容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3.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代码运行所需软件环境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4.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完整代码及运行结果截图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5.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几台电脑的</a:t>
            </a:r>
            <a:r>
              <a:rPr lang="en-US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gpu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配置和对比结果（至少两台不同的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GPU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配置电脑）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6.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该对比结果是否全面？请给出详细分析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  <a:p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7089287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093D4E-8C25-854F-93EA-BD95736E7678}"/>
              </a:ext>
            </a:extLst>
          </p:cNvPr>
          <p:cNvSpPr txBox="1"/>
          <p:nvPr/>
        </p:nvSpPr>
        <p:spPr>
          <a:xfrm>
            <a:off x="1414889" y="331496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冯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.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诺依曼工作原理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8FACB43-F806-1318-7094-B3310D57B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16271"/>
            <a:ext cx="6962775" cy="417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24711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DCBEC8-C441-4EB8-E726-8819CE252649}"/>
              </a:ext>
            </a:extLst>
          </p:cNvPr>
          <p:cNvSpPr txBox="1"/>
          <p:nvPr/>
        </p:nvSpPr>
        <p:spPr>
          <a:xfrm>
            <a:off x="1414889" y="331496"/>
            <a:ext cx="3050259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存储器相关概念</a:t>
            </a:r>
          </a:p>
        </p:txBody>
      </p:sp>
      <p:pic>
        <p:nvPicPr>
          <p:cNvPr id="15" name="图片 14" descr="12.jpg">
            <a:extLst>
              <a:ext uri="{FF2B5EF4-FFF2-40B4-BE49-F238E27FC236}">
                <a16:creationId xmlns:a16="http://schemas.microsoft.com/office/drawing/2014/main" id="{949396FE-3160-D4A4-9711-B165D94CC0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404" y="916271"/>
            <a:ext cx="4236640" cy="798935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BBBB7D8-0862-4229-FEE8-44C49E470434}"/>
              </a:ext>
            </a:extLst>
          </p:cNvPr>
          <p:cNvCxnSpPr/>
          <p:nvPr/>
        </p:nvCxnSpPr>
        <p:spPr>
          <a:xfrm>
            <a:off x="107504" y="1851670"/>
            <a:ext cx="5089045" cy="0"/>
          </a:xfrm>
          <a:prstGeom prst="straightConnector1">
            <a:avLst/>
          </a:prstGeom>
          <a:ln w="41275">
            <a:solidFill>
              <a:srgbClr val="C00000"/>
            </a:solidFill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C857497-FDA4-1097-715E-34E2C1FA0E35}"/>
              </a:ext>
            </a:extLst>
          </p:cNvPr>
          <p:cNvCxnSpPr/>
          <p:nvPr/>
        </p:nvCxnSpPr>
        <p:spPr>
          <a:xfrm flipH="1">
            <a:off x="68390" y="2067694"/>
            <a:ext cx="5128159" cy="0"/>
          </a:xfrm>
          <a:prstGeom prst="straightConnector1">
            <a:avLst/>
          </a:prstGeom>
          <a:ln w="41275">
            <a:solidFill>
              <a:srgbClr val="C00000"/>
            </a:solidFill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20">
            <a:extLst>
              <a:ext uri="{FF2B5EF4-FFF2-40B4-BE49-F238E27FC236}">
                <a16:creationId xmlns:a16="http://schemas.microsoft.com/office/drawing/2014/main" id="{C3B5EA79-AD25-F8B7-B302-A82BAF43D452}"/>
              </a:ext>
            </a:extLst>
          </p:cNvPr>
          <p:cNvSpPr txBox="1"/>
          <p:nvPr/>
        </p:nvSpPr>
        <p:spPr>
          <a:xfrm>
            <a:off x="5364088" y="1715206"/>
            <a:ext cx="43204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容量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D2BB0A73-6233-8F5D-D679-484DD5C35E2A}"/>
              </a:ext>
            </a:extLst>
          </p:cNvPr>
          <p:cNvSpPr txBox="1"/>
          <p:nvPr/>
        </p:nvSpPr>
        <p:spPr>
          <a:xfrm>
            <a:off x="5370552" y="1961427"/>
            <a:ext cx="5040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8F597D-D71A-4147-8E47-CB84421FC4C9}"/>
              </a:ext>
            </a:extLst>
          </p:cNvPr>
          <p:cNvSpPr txBox="1"/>
          <p:nvPr/>
        </p:nvSpPr>
        <p:spPr>
          <a:xfrm>
            <a:off x="1035115" y="2571750"/>
            <a:ext cx="462153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noProof="1">
                <a:solidFill>
                  <a:schemeClr val="hlink"/>
                </a:solidFill>
              </a:rPr>
              <a:t>内存以字节（</a:t>
            </a:r>
            <a:r>
              <a:rPr lang="en-US" altLang="zh-CN" noProof="1">
                <a:solidFill>
                  <a:schemeClr val="hlink"/>
                </a:solidFill>
              </a:rPr>
              <a:t>Byte</a:t>
            </a:r>
            <a:r>
              <a:rPr lang="zh-CN" altLang="en-US" noProof="1">
                <a:solidFill>
                  <a:schemeClr val="hlink"/>
                </a:solidFill>
              </a:rPr>
              <a:t>）为单位线性连续编址</a:t>
            </a:r>
          </a:p>
          <a:p>
            <a:pPr marL="557530" lvl="1" indent="-214630">
              <a:buFont typeface="Wingdings" panose="05000000000000000000" charset="0"/>
              <a:buChar char="Ø"/>
            </a:pPr>
            <a:r>
              <a:rPr lang="zh-CN" altLang="en-US" noProof="1">
                <a:solidFill>
                  <a:schemeClr val="tx1"/>
                </a:solidFill>
              </a:rPr>
              <a:t>按照</a:t>
            </a:r>
            <a:r>
              <a:rPr lang="en-US" altLang="zh-CN" noProof="1">
                <a:solidFill>
                  <a:schemeClr val="tx1"/>
                </a:solidFill>
              </a:rPr>
              <a:t>0x0000</a:t>
            </a:r>
            <a:r>
              <a:rPr lang="zh-CN" altLang="en-US" noProof="1">
                <a:solidFill>
                  <a:schemeClr val="tx1"/>
                </a:solidFill>
              </a:rPr>
              <a:t>，</a:t>
            </a:r>
            <a:r>
              <a:rPr lang="en-US" altLang="zh-CN" noProof="1">
                <a:solidFill>
                  <a:schemeClr val="tx1"/>
                </a:solidFill>
              </a:rPr>
              <a:t>0x0001</a:t>
            </a:r>
            <a:r>
              <a:rPr lang="zh-CN" altLang="en-US" noProof="1">
                <a:solidFill>
                  <a:schemeClr val="tx1"/>
                </a:solidFill>
              </a:rPr>
              <a:t>，</a:t>
            </a:r>
            <a:r>
              <a:rPr lang="en-US" altLang="zh-CN" noProof="1">
                <a:solidFill>
                  <a:schemeClr val="tx1"/>
                </a:solidFill>
              </a:rPr>
              <a:t>0x0002</a:t>
            </a:r>
            <a:r>
              <a:rPr lang="zh-CN" altLang="en-US" noProof="1">
                <a:solidFill>
                  <a:schemeClr val="tx1"/>
                </a:solidFill>
              </a:rPr>
              <a:t>，</a:t>
            </a:r>
            <a:r>
              <a:rPr lang="en-US" altLang="zh-CN" noProof="1">
                <a:solidFill>
                  <a:schemeClr val="tx1"/>
                </a:solidFill>
              </a:rPr>
              <a:t>…</a:t>
            </a:r>
            <a:r>
              <a:rPr lang="zh-CN" altLang="en-US" noProof="1">
                <a:solidFill>
                  <a:schemeClr val="tx1"/>
                </a:solidFill>
              </a:rPr>
              <a:t>的方式；从低地址端开始向高地址端为每一个内存字节进行顺序连续编号。</a:t>
            </a:r>
            <a:endParaRPr lang="en-US" altLang="zh-CN" noProof="1">
              <a:solidFill>
                <a:schemeClr val="tx1"/>
              </a:solidFill>
            </a:endParaRPr>
          </a:p>
          <a:p>
            <a:pPr marL="557530" lvl="1" indent="-214630">
              <a:buFont typeface="Wingdings" panose="05000000000000000000" charset="0"/>
              <a:buChar char="Ø"/>
            </a:pPr>
            <a:r>
              <a:rPr lang="zh-CN" altLang="en-US" noProof="1"/>
              <a:t>变量的地址是变量的首地址，也就是第一个字节的地址</a:t>
            </a:r>
            <a:endParaRPr lang="zh-CN" altLang="en-US" noProof="1">
              <a:solidFill>
                <a:schemeClr val="tx1"/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A5803F7-2C3C-4BFC-AF4A-E37E4E2B0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1164587"/>
              </p:ext>
            </p:extLst>
          </p:nvPr>
        </p:nvGraphicFramePr>
        <p:xfrm>
          <a:off x="6588224" y="771550"/>
          <a:ext cx="1508125" cy="3262385"/>
        </p:xfrm>
        <a:graphic>
          <a:graphicData uri="http://schemas.openxmlformats.org/drawingml/2006/table">
            <a:tbl>
              <a:tblPr/>
              <a:tblGrid>
                <a:gridCol w="71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5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0x0000</a:t>
                      </a: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51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5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0x0001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5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0x0002</a:t>
                      </a: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5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59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784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5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b="1" i="0" u="none" kern="1200" baseline="0">
                          <a:solidFill>
                            <a:schemeClr val="tx2"/>
                          </a:solidFill>
                          <a:latin typeface="Tahoma" panose="020B0604030504040204" pitchFamily="2" charset="0"/>
                          <a:ea typeface="黑体" panose="0201060906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endParaRPr sz="15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62" marR="68562" marT="34291" marB="3429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直接连接符 27697">
            <a:extLst>
              <a:ext uri="{FF2B5EF4-FFF2-40B4-BE49-F238E27FC236}">
                <a16:creationId xmlns:a16="http://schemas.microsoft.com/office/drawing/2014/main" id="{A4A9EEEA-E217-4E4F-ACBA-F87F5D6D5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468" y="1315738"/>
            <a:ext cx="811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00"/>
          </a:p>
        </p:txBody>
      </p:sp>
    </p:spTree>
    <p:extLst>
      <p:ext uri="{BB962C8B-B14F-4D97-AF65-F5344CB8AC3E}">
        <p14:creationId xmlns:p14="http://schemas.microsoft.com/office/powerpoint/2010/main" val="16506727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9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45A00D-501E-901E-5FBE-36A071331359}"/>
              </a:ext>
            </a:extLst>
          </p:cNvPr>
          <p:cNvSpPr txBox="1"/>
          <p:nvPr/>
        </p:nvSpPr>
        <p:spPr>
          <a:xfrm>
            <a:off x="1414889" y="33149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计算机软件组成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415D2B3-AC17-BAA0-9FF2-7FAA1FCB5A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50206"/>
              </p:ext>
            </p:extLst>
          </p:nvPr>
        </p:nvGraphicFramePr>
        <p:xfrm>
          <a:off x="1477963" y="1058863"/>
          <a:ext cx="5888037" cy="395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icture" r:id="rId3" imgW="1814470" imgH="1215099" progId="Word.Picture.8">
                  <p:embed/>
                </p:oleObj>
              </mc:Choice>
              <mc:Fallback>
                <p:oleObj name="Picture" r:id="rId3" imgW="1814470" imgH="1215099" progId="Word.Picture.8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1058863"/>
                        <a:ext cx="5888037" cy="395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745116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737D026C-EC09-909D-51B6-5213D2979E04}"/>
              </a:ext>
            </a:extLst>
          </p:cNvPr>
          <p:cNvGrpSpPr/>
          <p:nvPr/>
        </p:nvGrpSpPr>
        <p:grpSpPr>
          <a:xfrm>
            <a:off x="3824249" y="1305265"/>
            <a:ext cx="1143178" cy="1047633"/>
            <a:chOff x="2202008" y="436205"/>
            <a:chExt cx="1787563" cy="1638160"/>
          </a:xfrm>
        </p:grpSpPr>
        <p:sp>
          <p:nvSpPr>
            <p:cNvPr id="7" name="Freeform 3301">
              <a:extLst>
                <a:ext uri="{FF2B5EF4-FFF2-40B4-BE49-F238E27FC236}">
                  <a16:creationId xmlns:a16="http://schemas.microsoft.com/office/drawing/2014/main" id="{C08DDA38-AAB5-13BC-D96E-1D0C341EE85B}"/>
                </a:ext>
              </a:extLst>
            </p:cNvPr>
            <p:cNvSpPr/>
            <p:nvPr/>
          </p:nvSpPr>
          <p:spPr bwMode="auto">
            <a:xfrm>
              <a:off x="2202008" y="436205"/>
              <a:ext cx="1636640" cy="1638160"/>
            </a:xfrm>
            <a:custGeom>
              <a:avLst/>
              <a:gdLst>
                <a:gd name="T0" fmla="*/ 1617 w 3233"/>
                <a:gd name="T1" fmla="*/ 3236 h 3236"/>
                <a:gd name="T2" fmla="*/ 0 w 3233"/>
                <a:gd name="T3" fmla="*/ 1619 h 3236"/>
                <a:gd name="T4" fmla="*/ 1617 w 3233"/>
                <a:gd name="T5" fmla="*/ 0 h 3236"/>
                <a:gd name="T6" fmla="*/ 3233 w 3233"/>
                <a:gd name="T7" fmla="*/ 1619 h 3236"/>
                <a:gd name="T8" fmla="*/ 1617 w 3233"/>
                <a:gd name="T9" fmla="*/ 3236 h 3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33" h="3236">
                  <a:moveTo>
                    <a:pt x="1617" y="3236"/>
                  </a:moveTo>
                  <a:lnTo>
                    <a:pt x="0" y="1619"/>
                  </a:lnTo>
                  <a:lnTo>
                    <a:pt x="1617" y="0"/>
                  </a:lnTo>
                  <a:lnTo>
                    <a:pt x="3233" y="1619"/>
                  </a:lnTo>
                  <a:lnTo>
                    <a:pt x="1617" y="323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ABBB374-3714-A648-602C-3EF72A067EAE}"/>
                </a:ext>
              </a:extLst>
            </p:cNvPr>
            <p:cNvSpPr/>
            <p:nvPr/>
          </p:nvSpPr>
          <p:spPr>
            <a:xfrm>
              <a:off x="2522009" y="726714"/>
              <a:ext cx="1467562" cy="1105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spc="300" dirty="0">
                  <a:solidFill>
                    <a:schemeClr val="bg1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四</a:t>
              </a:r>
              <a:endParaRPr lang="zh-CN" altLang="en-US" sz="4000" spc="300" dirty="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9" name="TextBox 35">
            <a:extLst>
              <a:ext uri="{FF2B5EF4-FFF2-40B4-BE49-F238E27FC236}">
                <a16:creationId xmlns:a16="http://schemas.microsoft.com/office/drawing/2014/main" id="{E2D4DFC9-1D87-8D5B-280C-04ED6C5A45DD}"/>
              </a:ext>
            </a:extLst>
          </p:cNvPr>
          <p:cNvSpPr txBox="1"/>
          <p:nvPr/>
        </p:nvSpPr>
        <p:spPr>
          <a:xfrm>
            <a:off x="4572000" y="1974089"/>
            <a:ext cx="2971930" cy="607198"/>
          </a:xfrm>
          <a:prstGeom prst="rect">
            <a:avLst/>
          </a:prstGeom>
          <a:noFill/>
        </p:spPr>
        <p:txBody>
          <a:bodyPr wrap="none" lIns="360000" tIns="0" rIns="0" bIns="0" anchor="b" anchorCtr="0">
            <a:normAutofit/>
          </a:bodyPr>
          <a:lstStyle/>
          <a:p>
            <a:r>
              <a:rPr lang="zh-CN" altLang="en-US" sz="3600" b="1" dirty="0">
                <a:solidFill>
                  <a:srgbClr val="333333"/>
                </a:solidFill>
                <a:cs typeface="+mn-ea"/>
              </a:rPr>
              <a:t>程序设计与算法基础</a:t>
            </a:r>
          </a:p>
        </p:txBody>
      </p:sp>
      <p:sp>
        <p:nvSpPr>
          <p:cNvPr id="10" name="Freeform 3297">
            <a:extLst>
              <a:ext uri="{FF2B5EF4-FFF2-40B4-BE49-F238E27FC236}">
                <a16:creationId xmlns:a16="http://schemas.microsoft.com/office/drawing/2014/main" id="{D5DF5B27-2844-BC52-2962-5904DA3A2836}"/>
              </a:ext>
            </a:extLst>
          </p:cNvPr>
          <p:cNvSpPr/>
          <p:nvPr/>
        </p:nvSpPr>
        <p:spPr bwMode="auto">
          <a:xfrm>
            <a:off x="1187624" y="1059582"/>
            <a:ext cx="2796817" cy="2798546"/>
          </a:xfrm>
          <a:custGeom>
            <a:avLst/>
            <a:gdLst>
              <a:gd name="T0" fmla="*/ 1619 w 3239"/>
              <a:gd name="T1" fmla="*/ 3241 h 3241"/>
              <a:gd name="T2" fmla="*/ 0 w 3239"/>
              <a:gd name="T3" fmla="*/ 1620 h 3241"/>
              <a:gd name="T4" fmla="*/ 1619 w 3239"/>
              <a:gd name="T5" fmla="*/ 0 h 3241"/>
              <a:gd name="T6" fmla="*/ 3239 w 3239"/>
              <a:gd name="T7" fmla="*/ 1620 h 3241"/>
              <a:gd name="T8" fmla="*/ 1619 w 3239"/>
              <a:gd name="T9" fmla="*/ 3241 h 3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39" h="3241">
                <a:moveTo>
                  <a:pt x="1619" y="3241"/>
                </a:moveTo>
                <a:lnTo>
                  <a:pt x="0" y="1620"/>
                </a:lnTo>
                <a:lnTo>
                  <a:pt x="1619" y="0"/>
                </a:lnTo>
                <a:lnTo>
                  <a:pt x="3239" y="1620"/>
                </a:lnTo>
                <a:lnTo>
                  <a:pt x="1619" y="32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45315E0-F885-809F-0D6F-4C895F5B7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109836"/>
            <a:ext cx="2686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47148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B3FDDB-149C-BC8E-0531-2C971430E22A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程序设计语言</a:t>
            </a:r>
          </a:p>
        </p:txBody>
      </p:sp>
      <p:graphicFrame>
        <p:nvGraphicFramePr>
          <p:cNvPr id="6" name="内容占位符 4">
            <a:extLst>
              <a:ext uri="{FF2B5EF4-FFF2-40B4-BE49-F238E27FC236}">
                <a16:creationId xmlns:a16="http://schemas.microsoft.com/office/drawing/2014/main" id="{4634221D-8318-1B75-3CE8-16FE504C27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3777657"/>
              </p:ext>
            </p:extLst>
          </p:nvPr>
        </p:nvGraphicFramePr>
        <p:xfrm>
          <a:off x="560023" y="483518"/>
          <a:ext cx="8229600" cy="4602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270211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FF1457-4465-F1EE-1338-D0B162E65778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程序设计语言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FF6F964A-38AC-86E7-9F71-E1C27C8AEC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971382"/>
              </p:ext>
            </p:extLst>
          </p:nvPr>
        </p:nvGraphicFramePr>
        <p:xfrm>
          <a:off x="1263787" y="1119236"/>
          <a:ext cx="7241764" cy="3756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85285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2EC780-2FFE-7C69-CCD4-BBE70498CB59}"/>
              </a:ext>
            </a:extLst>
          </p:cNvPr>
          <p:cNvSpPr txBox="1"/>
          <p:nvPr/>
        </p:nvSpPr>
        <p:spPr>
          <a:xfrm>
            <a:off x="1414889" y="33149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算法的概念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CDC63B-8540-6CE2-8645-D95B2ADD1CC0}"/>
              </a:ext>
            </a:extLst>
          </p:cNvPr>
          <p:cNvGrpSpPr/>
          <p:nvPr/>
        </p:nvGrpSpPr>
        <p:grpSpPr>
          <a:xfrm>
            <a:off x="864418" y="2686340"/>
            <a:ext cx="1259310" cy="1003083"/>
            <a:chOff x="1444044" y="2381141"/>
            <a:chExt cx="1259310" cy="100308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98A787E-A591-3099-45BB-A708F9DFB49A}"/>
                </a:ext>
              </a:extLst>
            </p:cNvPr>
            <p:cNvGrpSpPr/>
            <p:nvPr/>
          </p:nvGrpSpPr>
          <p:grpSpPr>
            <a:xfrm>
              <a:off x="1444044" y="2381141"/>
              <a:ext cx="963909" cy="923289"/>
              <a:chOff x="1664154" y="1934950"/>
              <a:chExt cx="963741" cy="897257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3670BDB4-8D1A-C913-9FDB-E12C5D631C0B}"/>
                  </a:ext>
                </a:extLst>
              </p:cNvPr>
              <p:cNvGrpSpPr/>
              <p:nvPr/>
            </p:nvGrpSpPr>
            <p:grpSpPr>
              <a:xfrm rot="18900000">
                <a:off x="1664154" y="1934950"/>
                <a:ext cx="897259" cy="897257"/>
                <a:chOff x="304800" y="673100"/>
                <a:chExt cx="4000500" cy="4000500"/>
              </a:xfrm>
              <a:effectLst>
                <a:outerShdw blurRad="444500" dist="254000" dir="48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11" name="同心圆 11">
                  <a:extLst>
                    <a:ext uri="{FF2B5EF4-FFF2-40B4-BE49-F238E27FC236}">
                      <a16:creationId xmlns:a16="http://schemas.microsoft.com/office/drawing/2014/main" id="{DE2E49C8-02F2-A244-7074-C657AA47568E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F931495A-35D4-08D2-3C99-0B0EB89822C7}"/>
                    </a:ext>
                  </a:extLst>
                </p:cNvPr>
                <p:cNvSpPr/>
                <p:nvPr/>
              </p:nvSpPr>
              <p:spPr>
                <a:xfrm>
                  <a:off x="366203" y="734507"/>
                  <a:ext cx="3877701" cy="387769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0" name="TextBox 44">
                <a:extLst>
                  <a:ext uri="{FF2B5EF4-FFF2-40B4-BE49-F238E27FC236}">
                    <a16:creationId xmlns:a16="http://schemas.microsoft.com/office/drawing/2014/main" id="{63AA644F-06D6-DBF2-D3AB-BA2390CCEA09}"/>
                  </a:ext>
                </a:extLst>
              </p:cNvPr>
              <p:cNvSpPr txBox="1"/>
              <p:nvPr/>
            </p:nvSpPr>
            <p:spPr>
              <a:xfrm>
                <a:off x="1686216" y="2188595"/>
                <a:ext cx="941679" cy="358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有穷性</a:t>
                </a:r>
              </a:p>
            </p:txBody>
          </p:sp>
        </p:grp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D4E0935-A89B-259C-F2E1-A9338126AE46}"/>
                </a:ext>
              </a:extLst>
            </p:cNvPr>
            <p:cNvSpPr/>
            <p:nvPr/>
          </p:nvSpPr>
          <p:spPr bwMode="auto">
            <a:xfrm rot="18900000">
              <a:off x="1487799" y="2723495"/>
              <a:ext cx="1215555" cy="660729"/>
            </a:xfrm>
            <a:custGeom>
              <a:avLst/>
              <a:gdLst>
                <a:gd name="T0" fmla="*/ 8098 w 8105"/>
                <a:gd name="T1" fmla="*/ 0 h 4285"/>
                <a:gd name="T2" fmla="*/ 8105 w 8105"/>
                <a:gd name="T3" fmla="*/ 233 h 4285"/>
                <a:gd name="T4" fmla="*/ 4053 w 8105"/>
                <a:gd name="T5" fmla="*/ 4285 h 4285"/>
                <a:gd name="T6" fmla="*/ 0 w 8105"/>
                <a:gd name="T7" fmla="*/ 233 h 4285"/>
                <a:gd name="T8" fmla="*/ 7 w 8105"/>
                <a:gd name="T9" fmla="*/ 0 h 4285"/>
                <a:gd name="T10" fmla="*/ 1080 w 8105"/>
                <a:gd name="T11" fmla="*/ 0 h 4285"/>
                <a:gd name="T12" fmla="*/ 1071 w 8105"/>
                <a:gd name="T13" fmla="*/ 233 h 4285"/>
                <a:gd name="T14" fmla="*/ 4053 w 8105"/>
                <a:gd name="T15" fmla="*/ 3214 h 4285"/>
                <a:gd name="T16" fmla="*/ 7034 w 8105"/>
                <a:gd name="T17" fmla="*/ 233 h 4285"/>
                <a:gd name="T18" fmla="*/ 7025 w 8105"/>
                <a:gd name="T19" fmla="*/ 0 h 4285"/>
                <a:gd name="T20" fmla="*/ 8098 w 8105"/>
                <a:gd name="T21" fmla="*/ 0 h 4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05" h="4285">
                  <a:moveTo>
                    <a:pt x="8098" y="0"/>
                  </a:moveTo>
                  <a:cubicBezTo>
                    <a:pt x="8103" y="77"/>
                    <a:pt x="8105" y="155"/>
                    <a:pt x="8105" y="233"/>
                  </a:cubicBezTo>
                  <a:cubicBezTo>
                    <a:pt x="8105" y="2471"/>
                    <a:pt x="6291" y="4285"/>
                    <a:pt x="4053" y="4285"/>
                  </a:cubicBezTo>
                  <a:cubicBezTo>
                    <a:pt x="1814" y="4285"/>
                    <a:pt x="0" y="2471"/>
                    <a:pt x="0" y="233"/>
                  </a:cubicBezTo>
                  <a:cubicBezTo>
                    <a:pt x="0" y="155"/>
                    <a:pt x="2" y="77"/>
                    <a:pt x="7" y="0"/>
                  </a:cubicBezTo>
                  <a:lnTo>
                    <a:pt x="1080" y="0"/>
                  </a:lnTo>
                  <a:cubicBezTo>
                    <a:pt x="1074" y="77"/>
                    <a:pt x="1071" y="154"/>
                    <a:pt x="1071" y="233"/>
                  </a:cubicBezTo>
                  <a:cubicBezTo>
                    <a:pt x="1071" y="1879"/>
                    <a:pt x="2406" y="3214"/>
                    <a:pt x="4053" y="3214"/>
                  </a:cubicBezTo>
                  <a:cubicBezTo>
                    <a:pt x="5699" y="3214"/>
                    <a:pt x="7034" y="1879"/>
                    <a:pt x="7034" y="233"/>
                  </a:cubicBezTo>
                  <a:cubicBezTo>
                    <a:pt x="7034" y="154"/>
                    <a:pt x="7031" y="77"/>
                    <a:pt x="7025" y="0"/>
                  </a:cubicBezTo>
                  <a:lnTo>
                    <a:pt x="8098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CE90A78-52DE-5183-62C4-FCA16CBAAD8B}"/>
              </a:ext>
            </a:extLst>
          </p:cNvPr>
          <p:cNvGrpSpPr/>
          <p:nvPr/>
        </p:nvGrpSpPr>
        <p:grpSpPr>
          <a:xfrm>
            <a:off x="2891916" y="2657390"/>
            <a:ext cx="1212687" cy="1032033"/>
            <a:chOff x="3371372" y="2391224"/>
            <a:chExt cx="1212687" cy="103203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103FED26-AAD6-8966-54A8-12CE6B0A5576}"/>
                </a:ext>
              </a:extLst>
            </p:cNvPr>
            <p:cNvGrpSpPr/>
            <p:nvPr/>
          </p:nvGrpSpPr>
          <p:grpSpPr>
            <a:xfrm>
              <a:off x="3371372" y="2391224"/>
              <a:ext cx="923661" cy="923289"/>
              <a:chOff x="3267643" y="1912625"/>
              <a:chExt cx="923500" cy="897258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AE47C542-8717-394E-4917-6523762FF36E}"/>
                  </a:ext>
                </a:extLst>
              </p:cNvPr>
              <p:cNvGrpSpPr/>
              <p:nvPr/>
            </p:nvGrpSpPr>
            <p:grpSpPr>
              <a:xfrm rot="18900000">
                <a:off x="3293884" y="1912625"/>
                <a:ext cx="897259" cy="897258"/>
                <a:chOff x="304800" y="673100"/>
                <a:chExt cx="4000500" cy="4000500"/>
              </a:xfrm>
              <a:effectLst>
                <a:outerShdw blurRad="444500" dist="254000" dir="528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18" name="同心圆 18">
                  <a:extLst>
                    <a:ext uri="{FF2B5EF4-FFF2-40B4-BE49-F238E27FC236}">
                      <a16:creationId xmlns:a16="http://schemas.microsoft.com/office/drawing/2014/main" id="{B70381CA-71E7-DEC1-05B3-7C533802A99B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85FC2AF3-7256-8D77-1AE0-7C10D6ABCA1F}"/>
                    </a:ext>
                  </a:extLst>
                </p:cNvPr>
                <p:cNvSpPr/>
                <p:nvPr/>
              </p:nvSpPr>
              <p:spPr>
                <a:xfrm>
                  <a:off x="366204" y="734505"/>
                  <a:ext cx="3877703" cy="3877691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" name="TextBox 49">
                <a:extLst>
                  <a:ext uri="{FF2B5EF4-FFF2-40B4-BE49-F238E27FC236}">
                    <a16:creationId xmlns:a16="http://schemas.microsoft.com/office/drawing/2014/main" id="{D7A8A1CE-0F9A-91A4-8AAA-58C0021C4CF3}"/>
                  </a:ext>
                </a:extLst>
              </p:cNvPr>
              <p:cNvSpPr txBox="1"/>
              <p:nvPr/>
            </p:nvSpPr>
            <p:spPr>
              <a:xfrm>
                <a:off x="3267643" y="2201080"/>
                <a:ext cx="889994" cy="358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确定性</a:t>
                </a:r>
              </a:p>
            </p:txBody>
          </p:sp>
        </p:grp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ADFA6F8-6783-DC9A-00FC-14AB7BA775E2}"/>
                </a:ext>
              </a:extLst>
            </p:cNvPr>
            <p:cNvSpPr/>
            <p:nvPr/>
          </p:nvSpPr>
          <p:spPr bwMode="auto">
            <a:xfrm rot="19087048">
              <a:off x="3396181" y="2620486"/>
              <a:ext cx="1187878" cy="802771"/>
            </a:xfrm>
            <a:custGeom>
              <a:avLst/>
              <a:gdLst>
                <a:gd name="T0" fmla="*/ 7997 w 8105"/>
                <a:gd name="T1" fmla="*/ 0 h 4984"/>
                <a:gd name="T2" fmla="*/ 8105 w 8105"/>
                <a:gd name="T3" fmla="*/ 932 h 4984"/>
                <a:gd name="T4" fmla="*/ 4053 w 8105"/>
                <a:gd name="T5" fmla="*/ 4984 h 4984"/>
                <a:gd name="T6" fmla="*/ 0 w 8105"/>
                <a:gd name="T7" fmla="*/ 932 h 4984"/>
                <a:gd name="T8" fmla="*/ 108 w 8105"/>
                <a:gd name="T9" fmla="*/ 0 h 4984"/>
                <a:gd name="T10" fmla="*/ 1212 w 8105"/>
                <a:gd name="T11" fmla="*/ 0 h 4984"/>
                <a:gd name="T12" fmla="*/ 1218 w 8105"/>
                <a:gd name="T13" fmla="*/ 6 h 4984"/>
                <a:gd name="T14" fmla="*/ 1071 w 8105"/>
                <a:gd name="T15" fmla="*/ 932 h 4984"/>
                <a:gd name="T16" fmla="*/ 4053 w 8105"/>
                <a:gd name="T17" fmla="*/ 3913 h 4984"/>
                <a:gd name="T18" fmla="*/ 7034 w 8105"/>
                <a:gd name="T19" fmla="*/ 932 h 4984"/>
                <a:gd name="T20" fmla="*/ 6887 w 8105"/>
                <a:gd name="T21" fmla="*/ 6 h 4984"/>
                <a:gd name="T22" fmla="*/ 6893 w 8105"/>
                <a:gd name="T23" fmla="*/ 0 h 4984"/>
                <a:gd name="T24" fmla="*/ 7997 w 8105"/>
                <a:gd name="T25" fmla="*/ 0 h 4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05" h="4984">
                  <a:moveTo>
                    <a:pt x="7997" y="0"/>
                  </a:moveTo>
                  <a:cubicBezTo>
                    <a:pt x="8068" y="299"/>
                    <a:pt x="8105" y="611"/>
                    <a:pt x="8105" y="932"/>
                  </a:cubicBezTo>
                  <a:cubicBezTo>
                    <a:pt x="8105" y="3170"/>
                    <a:pt x="6291" y="4984"/>
                    <a:pt x="4053" y="4984"/>
                  </a:cubicBezTo>
                  <a:cubicBezTo>
                    <a:pt x="1814" y="4984"/>
                    <a:pt x="0" y="3170"/>
                    <a:pt x="0" y="932"/>
                  </a:cubicBezTo>
                  <a:cubicBezTo>
                    <a:pt x="0" y="611"/>
                    <a:pt x="37" y="299"/>
                    <a:pt x="108" y="0"/>
                  </a:cubicBezTo>
                  <a:lnTo>
                    <a:pt x="1212" y="0"/>
                  </a:lnTo>
                  <a:lnTo>
                    <a:pt x="1218" y="6"/>
                  </a:lnTo>
                  <a:cubicBezTo>
                    <a:pt x="1123" y="297"/>
                    <a:pt x="1071" y="609"/>
                    <a:pt x="1071" y="932"/>
                  </a:cubicBezTo>
                  <a:cubicBezTo>
                    <a:pt x="1071" y="2578"/>
                    <a:pt x="2406" y="3913"/>
                    <a:pt x="4053" y="3913"/>
                  </a:cubicBezTo>
                  <a:cubicBezTo>
                    <a:pt x="5699" y="3913"/>
                    <a:pt x="7034" y="2578"/>
                    <a:pt x="7034" y="932"/>
                  </a:cubicBezTo>
                  <a:cubicBezTo>
                    <a:pt x="7034" y="609"/>
                    <a:pt x="6982" y="297"/>
                    <a:pt x="6887" y="6"/>
                  </a:cubicBezTo>
                  <a:lnTo>
                    <a:pt x="6893" y="0"/>
                  </a:lnTo>
                  <a:lnTo>
                    <a:pt x="7997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20" name="TextBox 83">
            <a:extLst>
              <a:ext uri="{FF2B5EF4-FFF2-40B4-BE49-F238E27FC236}">
                <a16:creationId xmlns:a16="http://schemas.microsoft.com/office/drawing/2014/main" id="{6DEFA982-CD4A-395F-FE66-70436F372F72}"/>
              </a:ext>
            </a:extLst>
          </p:cNvPr>
          <p:cNvSpPr txBox="1"/>
          <p:nvPr/>
        </p:nvSpPr>
        <p:spPr>
          <a:xfrm>
            <a:off x="476022" y="3827448"/>
            <a:ext cx="1647706" cy="918731"/>
          </a:xfrm>
          <a:prstGeom prst="rect">
            <a:avLst/>
          </a:prstGeom>
          <a:noFill/>
        </p:spPr>
        <p:txBody>
          <a:bodyPr wrap="square" lIns="68598" tIns="34299" rIns="68598" bIns="34299" rtlCol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一个算法必须是在执行有穷步后结束，且每一步都能在有限的时间内完成。</a:t>
            </a:r>
          </a:p>
        </p:txBody>
      </p:sp>
      <p:sp>
        <p:nvSpPr>
          <p:cNvPr id="21" name="TextBox 84">
            <a:extLst>
              <a:ext uri="{FF2B5EF4-FFF2-40B4-BE49-F238E27FC236}">
                <a16:creationId xmlns:a16="http://schemas.microsoft.com/office/drawing/2014/main" id="{03DE7D49-5BFE-27E4-EF4B-55E82BBEE8EF}"/>
              </a:ext>
            </a:extLst>
          </p:cNvPr>
          <p:cNvSpPr txBox="1"/>
          <p:nvPr/>
        </p:nvSpPr>
        <p:spPr>
          <a:xfrm>
            <a:off x="2492246" y="3828525"/>
            <a:ext cx="1647706" cy="706365"/>
          </a:xfrm>
          <a:prstGeom prst="rect">
            <a:avLst/>
          </a:prstGeom>
          <a:noFill/>
        </p:spPr>
        <p:txBody>
          <a:bodyPr wrap="square" lIns="68598" tIns="34299" rIns="68598" bIns="34299" rtlCol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算法的每一个步骤都必须具有确切的定义，不能有歧义。</a:t>
            </a:r>
            <a:endParaRPr lang="en-US" altLang="zh-CN" sz="1200" dirty="0">
              <a:latin typeface="楷体_GB2312" pitchFamily="49" charset="-122"/>
              <a:ea typeface="楷体_GB2312" pitchFamily="49" charset="-122"/>
              <a:sym typeface="Wingdings 2" pitchFamily="18" charset="2"/>
            </a:endParaRPr>
          </a:p>
        </p:txBody>
      </p:sp>
      <p:sp>
        <p:nvSpPr>
          <p:cNvPr id="22" name="TextBox 85">
            <a:extLst>
              <a:ext uri="{FF2B5EF4-FFF2-40B4-BE49-F238E27FC236}">
                <a16:creationId xmlns:a16="http://schemas.microsoft.com/office/drawing/2014/main" id="{82BC67FF-7E2E-910F-5502-6CEF470A4884}"/>
              </a:ext>
            </a:extLst>
          </p:cNvPr>
          <p:cNvSpPr txBox="1"/>
          <p:nvPr/>
        </p:nvSpPr>
        <p:spPr>
          <a:xfrm>
            <a:off x="4508470" y="3920358"/>
            <a:ext cx="1647706" cy="902253"/>
          </a:xfrm>
          <a:prstGeom prst="rect">
            <a:avLst/>
          </a:prstGeom>
          <a:noFill/>
        </p:spPr>
        <p:txBody>
          <a:bodyPr wrap="square" lIns="68598" tIns="34299" rIns="68598" bIns="34299" rtlCol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一个算法应该有</a:t>
            </a:r>
            <a:r>
              <a:rPr lang="en-US" altLang="zh-CN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0</a:t>
            </a: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个或多个输入。</a:t>
            </a:r>
            <a:endParaRPr lang="en-US" altLang="zh-CN" sz="1200" dirty="0">
              <a:latin typeface="楷体_GB2312" pitchFamily="49" charset="-122"/>
              <a:ea typeface="楷体_GB2312" pitchFamily="49" charset="-122"/>
              <a:sym typeface="Wingdings 2" pitchFamily="18" charset="2"/>
            </a:endParaRPr>
          </a:p>
          <a:p>
            <a:pPr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一个算法应该有</a:t>
            </a:r>
            <a:r>
              <a:rPr lang="en-US" altLang="zh-CN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1</a:t>
            </a: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个或多个输出。</a:t>
            </a:r>
          </a:p>
        </p:txBody>
      </p:sp>
      <p:sp>
        <p:nvSpPr>
          <p:cNvPr id="23" name="TextBox 86">
            <a:extLst>
              <a:ext uri="{FF2B5EF4-FFF2-40B4-BE49-F238E27FC236}">
                <a16:creationId xmlns:a16="http://schemas.microsoft.com/office/drawing/2014/main" id="{15060272-7DEC-9521-7BEB-15B4EA6A0E1C}"/>
              </a:ext>
            </a:extLst>
          </p:cNvPr>
          <p:cNvSpPr txBox="1"/>
          <p:nvPr/>
        </p:nvSpPr>
        <p:spPr>
          <a:xfrm>
            <a:off x="6812726" y="3920358"/>
            <a:ext cx="1647706" cy="689887"/>
          </a:xfrm>
          <a:prstGeom prst="rect">
            <a:avLst/>
          </a:prstGeom>
          <a:noFill/>
        </p:spPr>
        <p:txBody>
          <a:bodyPr wrap="square" lIns="68598" tIns="34299" rIns="68598" bIns="34299" rtlCol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正确性</a:t>
            </a:r>
            <a:endParaRPr lang="en-US" altLang="zh-CN" sz="1200" dirty="0">
              <a:latin typeface="楷体_GB2312" pitchFamily="49" charset="-122"/>
              <a:ea typeface="楷体_GB2312" pitchFamily="49" charset="-122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时间复杂度</a:t>
            </a:r>
            <a:endParaRPr lang="en-US" altLang="zh-CN" sz="1200" dirty="0">
              <a:latin typeface="楷体_GB2312" pitchFamily="49" charset="-122"/>
              <a:ea typeface="楷体_GB2312" pitchFamily="49" charset="-122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1200" dirty="0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空间复杂度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AFABCEC-83BF-F6B6-517A-B622484587AC}"/>
              </a:ext>
            </a:extLst>
          </p:cNvPr>
          <p:cNvGrpSpPr/>
          <p:nvPr/>
        </p:nvGrpSpPr>
        <p:grpSpPr>
          <a:xfrm>
            <a:off x="4845209" y="2686340"/>
            <a:ext cx="1286892" cy="1003083"/>
            <a:chOff x="1416462" y="2381141"/>
            <a:chExt cx="1286892" cy="1003083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35FF4CD-169D-37A0-29E5-9DC71BAE4999}"/>
                </a:ext>
              </a:extLst>
            </p:cNvPr>
            <p:cNvGrpSpPr/>
            <p:nvPr/>
          </p:nvGrpSpPr>
          <p:grpSpPr>
            <a:xfrm>
              <a:off x="1416462" y="2381141"/>
              <a:ext cx="941843" cy="923289"/>
              <a:chOff x="1636577" y="1934950"/>
              <a:chExt cx="941679" cy="897257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DC971278-0790-74C3-F919-22D1557C29DD}"/>
                  </a:ext>
                </a:extLst>
              </p:cNvPr>
              <p:cNvGrpSpPr/>
              <p:nvPr/>
            </p:nvGrpSpPr>
            <p:grpSpPr>
              <a:xfrm rot="18900000">
                <a:off x="1664154" y="1934950"/>
                <a:ext cx="897259" cy="897257"/>
                <a:chOff x="304800" y="673100"/>
                <a:chExt cx="4000500" cy="4000500"/>
              </a:xfrm>
              <a:effectLst>
                <a:outerShdw blurRad="444500" dist="254000" dir="48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29" name="同心圆 30">
                  <a:extLst>
                    <a:ext uri="{FF2B5EF4-FFF2-40B4-BE49-F238E27FC236}">
                      <a16:creationId xmlns:a16="http://schemas.microsoft.com/office/drawing/2014/main" id="{364E88DD-4A9A-3BA7-D090-8257366AC8BB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30DBE3AA-BFF6-6E64-26F6-25BD87F1A813}"/>
                    </a:ext>
                  </a:extLst>
                </p:cNvPr>
                <p:cNvSpPr/>
                <p:nvPr/>
              </p:nvSpPr>
              <p:spPr>
                <a:xfrm>
                  <a:off x="366203" y="734507"/>
                  <a:ext cx="3877701" cy="387769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28" name="TextBox 44">
                <a:extLst>
                  <a:ext uri="{FF2B5EF4-FFF2-40B4-BE49-F238E27FC236}">
                    <a16:creationId xmlns:a16="http://schemas.microsoft.com/office/drawing/2014/main" id="{A1AA5E2F-C1D2-BA14-7036-67EE2F119890}"/>
                  </a:ext>
                </a:extLst>
              </p:cNvPr>
              <p:cNvSpPr txBox="1"/>
              <p:nvPr/>
            </p:nvSpPr>
            <p:spPr>
              <a:xfrm>
                <a:off x="1636577" y="2083239"/>
                <a:ext cx="941679" cy="628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输入和输出</a:t>
                </a:r>
              </a:p>
            </p:txBody>
          </p:sp>
        </p:grp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0496433F-A2EB-2E01-BE10-534A968DFE13}"/>
                </a:ext>
              </a:extLst>
            </p:cNvPr>
            <p:cNvSpPr/>
            <p:nvPr/>
          </p:nvSpPr>
          <p:spPr bwMode="auto">
            <a:xfrm rot="18900000">
              <a:off x="1487799" y="2723495"/>
              <a:ext cx="1215555" cy="660729"/>
            </a:xfrm>
            <a:custGeom>
              <a:avLst/>
              <a:gdLst>
                <a:gd name="T0" fmla="*/ 8098 w 8105"/>
                <a:gd name="T1" fmla="*/ 0 h 4285"/>
                <a:gd name="T2" fmla="*/ 8105 w 8105"/>
                <a:gd name="T3" fmla="*/ 233 h 4285"/>
                <a:gd name="T4" fmla="*/ 4053 w 8105"/>
                <a:gd name="T5" fmla="*/ 4285 h 4285"/>
                <a:gd name="T6" fmla="*/ 0 w 8105"/>
                <a:gd name="T7" fmla="*/ 233 h 4285"/>
                <a:gd name="T8" fmla="*/ 7 w 8105"/>
                <a:gd name="T9" fmla="*/ 0 h 4285"/>
                <a:gd name="T10" fmla="*/ 1080 w 8105"/>
                <a:gd name="T11" fmla="*/ 0 h 4285"/>
                <a:gd name="T12" fmla="*/ 1071 w 8105"/>
                <a:gd name="T13" fmla="*/ 233 h 4285"/>
                <a:gd name="T14" fmla="*/ 4053 w 8105"/>
                <a:gd name="T15" fmla="*/ 3214 h 4285"/>
                <a:gd name="T16" fmla="*/ 7034 w 8105"/>
                <a:gd name="T17" fmla="*/ 233 h 4285"/>
                <a:gd name="T18" fmla="*/ 7025 w 8105"/>
                <a:gd name="T19" fmla="*/ 0 h 4285"/>
                <a:gd name="T20" fmla="*/ 8098 w 8105"/>
                <a:gd name="T21" fmla="*/ 0 h 4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05" h="4285">
                  <a:moveTo>
                    <a:pt x="8098" y="0"/>
                  </a:moveTo>
                  <a:cubicBezTo>
                    <a:pt x="8103" y="77"/>
                    <a:pt x="8105" y="155"/>
                    <a:pt x="8105" y="233"/>
                  </a:cubicBezTo>
                  <a:cubicBezTo>
                    <a:pt x="8105" y="2471"/>
                    <a:pt x="6291" y="4285"/>
                    <a:pt x="4053" y="4285"/>
                  </a:cubicBezTo>
                  <a:cubicBezTo>
                    <a:pt x="1814" y="4285"/>
                    <a:pt x="0" y="2471"/>
                    <a:pt x="0" y="233"/>
                  </a:cubicBezTo>
                  <a:cubicBezTo>
                    <a:pt x="0" y="155"/>
                    <a:pt x="2" y="77"/>
                    <a:pt x="7" y="0"/>
                  </a:cubicBezTo>
                  <a:lnTo>
                    <a:pt x="1080" y="0"/>
                  </a:lnTo>
                  <a:cubicBezTo>
                    <a:pt x="1074" y="77"/>
                    <a:pt x="1071" y="154"/>
                    <a:pt x="1071" y="233"/>
                  </a:cubicBezTo>
                  <a:cubicBezTo>
                    <a:pt x="1071" y="1879"/>
                    <a:pt x="2406" y="3214"/>
                    <a:pt x="4053" y="3214"/>
                  </a:cubicBezTo>
                  <a:cubicBezTo>
                    <a:pt x="5699" y="3214"/>
                    <a:pt x="7034" y="1879"/>
                    <a:pt x="7034" y="233"/>
                  </a:cubicBezTo>
                  <a:cubicBezTo>
                    <a:pt x="7034" y="154"/>
                    <a:pt x="7031" y="77"/>
                    <a:pt x="7025" y="0"/>
                  </a:cubicBezTo>
                  <a:lnTo>
                    <a:pt x="8098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65EBE00-AA27-E935-BA32-EE6339AC5374}"/>
              </a:ext>
            </a:extLst>
          </p:cNvPr>
          <p:cNvGrpSpPr/>
          <p:nvPr/>
        </p:nvGrpSpPr>
        <p:grpSpPr>
          <a:xfrm>
            <a:off x="6900289" y="2686340"/>
            <a:ext cx="1259309" cy="1003083"/>
            <a:chOff x="1444045" y="2381141"/>
            <a:chExt cx="1259309" cy="1003083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B11C8093-F7F1-F5D6-D874-5FEF50A2BCC6}"/>
                </a:ext>
              </a:extLst>
            </p:cNvPr>
            <p:cNvGrpSpPr/>
            <p:nvPr/>
          </p:nvGrpSpPr>
          <p:grpSpPr>
            <a:xfrm>
              <a:off x="1444045" y="2381141"/>
              <a:ext cx="944849" cy="923289"/>
              <a:chOff x="1664154" y="1934950"/>
              <a:chExt cx="944684" cy="897257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7C996471-957C-0103-D9A4-4D65E539B3E6}"/>
                  </a:ext>
                </a:extLst>
              </p:cNvPr>
              <p:cNvGrpSpPr/>
              <p:nvPr/>
            </p:nvGrpSpPr>
            <p:grpSpPr>
              <a:xfrm rot="18900000">
                <a:off x="1664154" y="1934950"/>
                <a:ext cx="897259" cy="897257"/>
                <a:chOff x="304800" y="673100"/>
                <a:chExt cx="4000500" cy="4000500"/>
              </a:xfrm>
              <a:effectLst>
                <a:outerShdw blurRad="444500" dist="254000" dir="4800000" algn="tr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36" name="同心圆 37">
                  <a:extLst>
                    <a:ext uri="{FF2B5EF4-FFF2-40B4-BE49-F238E27FC236}">
                      <a16:creationId xmlns:a16="http://schemas.microsoft.com/office/drawing/2014/main" id="{653C48F7-F190-388F-4090-BE13742869E7}"/>
                    </a:ext>
                  </a:extLst>
                </p:cNvPr>
                <p:cNvSpPr/>
                <p:nvPr/>
              </p:nvSpPr>
              <p:spPr>
                <a:xfrm>
                  <a:off x="304800" y="673100"/>
                  <a:ext cx="4000500" cy="4000500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/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52FBBA1E-5BED-2D16-A97A-136BCB39A9F7}"/>
                    </a:ext>
                  </a:extLst>
                </p:cNvPr>
                <p:cNvSpPr/>
                <p:nvPr/>
              </p:nvSpPr>
              <p:spPr>
                <a:xfrm>
                  <a:off x="366203" y="734507"/>
                  <a:ext cx="3877701" cy="387769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5" name="TextBox 44">
                <a:extLst>
                  <a:ext uri="{FF2B5EF4-FFF2-40B4-BE49-F238E27FC236}">
                    <a16:creationId xmlns:a16="http://schemas.microsoft.com/office/drawing/2014/main" id="{8245A06D-E149-7F27-D221-C22818CE5550}"/>
                  </a:ext>
                </a:extLst>
              </p:cNvPr>
              <p:cNvSpPr txBox="1"/>
              <p:nvPr/>
            </p:nvSpPr>
            <p:spPr>
              <a:xfrm>
                <a:off x="1667159" y="2108603"/>
                <a:ext cx="941679" cy="628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评判标准</a:t>
                </a:r>
              </a:p>
            </p:txBody>
          </p:sp>
        </p:grp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F591051F-E65B-BD20-A596-F6CB9F4DAD70}"/>
                </a:ext>
              </a:extLst>
            </p:cNvPr>
            <p:cNvSpPr/>
            <p:nvPr/>
          </p:nvSpPr>
          <p:spPr bwMode="auto">
            <a:xfrm rot="18900000">
              <a:off x="1487799" y="2723495"/>
              <a:ext cx="1215555" cy="660729"/>
            </a:xfrm>
            <a:custGeom>
              <a:avLst/>
              <a:gdLst>
                <a:gd name="T0" fmla="*/ 8098 w 8105"/>
                <a:gd name="T1" fmla="*/ 0 h 4285"/>
                <a:gd name="T2" fmla="*/ 8105 w 8105"/>
                <a:gd name="T3" fmla="*/ 233 h 4285"/>
                <a:gd name="T4" fmla="*/ 4053 w 8105"/>
                <a:gd name="T5" fmla="*/ 4285 h 4285"/>
                <a:gd name="T6" fmla="*/ 0 w 8105"/>
                <a:gd name="T7" fmla="*/ 233 h 4285"/>
                <a:gd name="T8" fmla="*/ 7 w 8105"/>
                <a:gd name="T9" fmla="*/ 0 h 4285"/>
                <a:gd name="T10" fmla="*/ 1080 w 8105"/>
                <a:gd name="T11" fmla="*/ 0 h 4285"/>
                <a:gd name="T12" fmla="*/ 1071 w 8105"/>
                <a:gd name="T13" fmla="*/ 233 h 4285"/>
                <a:gd name="T14" fmla="*/ 4053 w 8105"/>
                <a:gd name="T15" fmla="*/ 3214 h 4285"/>
                <a:gd name="T16" fmla="*/ 7034 w 8105"/>
                <a:gd name="T17" fmla="*/ 233 h 4285"/>
                <a:gd name="T18" fmla="*/ 7025 w 8105"/>
                <a:gd name="T19" fmla="*/ 0 h 4285"/>
                <a:gd name="T20" fmla="*/ 8098 w 8105"/>
                <a:gd name="T21" fmla="*/ 0 h 4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05" h="4285">
                  <a:moveTo>
                    <a:pt x="8098" y="0"/>
                  </a:moveTo>
                  <a:cubicBezTo>
                    <a:pt x="8103" y="77"/>
                    <a:pt x="8105" y="155"/>
                    <a:pt x="8105" y="233"/>
                  </a:cubicBezTo>
                  <a:cubicBezTo>
                    <a:pt x="8105" y="2471"/>
                    <a:pt x="6291" y="4285"/>
                    <a:pt x="4053" y="4285"/>
                  </a:cubicBezTo>
                  <a:cubicBezTo>
                    <a:pt x="1814" y="4285"/>
                    <a:pt x="0" y="2471"/>
                    <a:pt x="0" y="233"/>
                  </a:cubicBezTo>
                  <a:cubicBezTo>
                    <a:pt x="0" y="155"/>
                    <a:pt x="2" y="77"/>
                    <a:pt x="7" y="0"/>
                  </a:cubicBezTo>
                  <a:lnTo>
                    <a:pt x="1080" y="0"/>
                  </a:lnTo>
                  <a:cubicBezTo>
                    <a:pt x="1074" y="77"/>
                    <a:pt x="1071" y="154"/>
                    <a:pt x="1071" y="233"/>
                  </a:cubicBezTo>
                  <a:cubicBezTo>
                    <a:pt x="1071" y="1879"/>
                    <a:pt x="2406" y="3214"/>
                    <a:pt x="4053" y="3214"/>
                  </a:cubicBezTo>
                  <a:cubicBezTo>
                    <a:pt x="5699" y="3214"/>
                    <a:pt x="7034" y="1879"/>
                    <a:pt x="7034" y="233"/>
                  </a:cubicBezTo>
                  <a:cubicBezTo>
                    <a:pt x="7034" y="154"/>
                    <a:pt x="7031" y="77"/>
                    <a:pt x="7025" y="0"/>
                  </a:cubicBezTo>
                  <a:lnTo>
                    <a:pt x="8098" y="0"/>
                  </a:lnTo>
                  <a:close/>
                </a:path>
              </a:pathLst>
            </a:custGeom>
            <a:solidFill>
              <a:srgbClr val="3268B5"/>
            </a:solidFill>
            <a:ln w="3175" cap="flat">
              <a:noFill/>
              <a:prstDash val="solid"/>
              <a:miter lim="800000"/>
            </a:ln>
          </p:spPr>
          <p:txBody>
            <a:bodyPr vert="horz" wrap="square" lIns="92354" tIns="46177" rIns="92354" bIns="46177" numCol="1" anchor="t" anchorCtr="0" compatLnSpc="1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38" name="TextBox 39">
            <a:extLst>
              <a:ext uri="{FF2B5EF4-FFF2-40B4-BE49-F238E27FC236}">
                <a16:creationId xmlns:a16="http://schemas.microsoft.com/office/drawing/2014/main" id="{56A97CFD-7B7C-ADA7-80CA-0E1DE168568E}"/>
              </a:ext>
            </a:extLst>
          </p:cNvPr>
          <p:cNvSpPr txBox="1"/>
          <p:nvPr/>
        </p:nvSpPr>
        <p:spPr>
          <a:xfrm>
            <a:off x="1847941" y="1294781"/>
            <a:ext cx="6324459" cy="261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sz="1600" dirty="0">
                <a:latin typeface="+mn-ea"/>
                <a:ea typeface="+mn-ea"/>
                <a:sym typeface="Wingdings 2" pitchFamily="18" charset="2"/>
              </a:rPr>
              <a:t>为解决一个实际问题而采取的确定且有穷的方法和步骤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CF2BC01-25BA-9764-59FF-91DF14B3869C}"/>
              </a:ext>
            </a:extLst>
          </p:cNvPr>
          <p:cNvGrpSpPr/>
          <p:nvPr/>
        </p:nvGrpSpPr>
        <p:grpSpPr>
          <a:xfrm>
            <a:off x="714430" y="1275606"/>
            <a:ext cx="960832" cy="338554"/>
            <a:chOff x="3477359" y="8005745"/>
            <a:chExt cx="2534423" cy="875121"/>
          </a:xfrm>
          <a:effectLst>
            <a:outerShdw blurRad="203200" dist="114300" dir="5400000" sx="102000" sy="102000" algn="t" rotWithShape="0">
              <a:prstClr val="black">
                <a:alpha val="29000"/>
              </a:prstClr>
            </a:outerShdw>
          </a:effectLst>
        </p:grpSpPr>
        <p:sp>
          <p:nvSpPr>
            <p:cNvPr id="40" name="流程图: 可选过程 39">
              <a:extLst>
                <a:ext uri="{FF2B5EF4-FFF2-40B4-BE49-F238E27FC236}">
                  <a16:creationId xmlns:a16="http://schemas.microsoft.com/office/drawing/2014/main" id="{1FC25CA8-02C5-CDE6-3DA1-4AADA650485D}"/>
                </a:ext>
              </a:extLst>
            </p:cNvPr>
            <p:cNvSpPr/>
            <p:nvPr/>
          </p:nvSpPr>
          <p:spPr>
            <a:xfrm>
              <a:off x="3477359" y="8032287"/>
              <a:ext cx="2534423" cy="848579"/>
            </a:xfrm>
            <a:prstGeom prst="flowChartAlternateProcess">
              <a:avLst/>
            </a:prstGeom>
            <a:solidFill>
              <a:srgbClr val="3268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1" name="TextBox 72">
              <a:extLst>
                <a:ext uri="{FF2B5EF4-FFF2-40B4-BE49-F238E27FC236}">
                  <a16:creationId xmlns:a16="http://schemas.microsoft.com/office/drawing/2014/main" id="{5E732A6C-B80C-46D9-7E2A-398C97291166}"/>
                </a:ext>
              </a:extLst>
            </p:cNvPr>
            <p:cNvSpPr txBox="1"/>
            <p:nvPr/>
          </p:nvSpPr>
          <p:spPr>
            <a:xfrm>
              <a:off x="3916334" y="8005745"/>
              <a:ext cx="1569549" cy="875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定义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1BE6A0E-DE5A-7779-BF39-5BC56116D610}"/>
              </a:ext>
            </a:extLst>
          </p:cNvPr>
          <p:cNvGrpSpPr/>
          <p:nvPr/>
        </p:nvGrpSpPr>
        <p:grpSpPr>
          <a:xfrm>
            <a:off x="4129943" y="2030831"/>
            <a:ext cx="960832" cy="338554"/>
            <a:chOff x="3477359" y="8005745"/>
            <a:chExt cx="2534423" cy="875121"/>
          </a:xfrm>
          <a:effectLst>
            <a:outerShdw blurRad="203200" dist="114300" dir="5400000" sx="102000" sy="102000" algn="t" rotWithShape="0">
              <a:prstClr val="black">
                <a:alpha val="29000"/>
              </a:prstClr>
            </a:outerShdw>
          </a:effectLst>
        </p:grpSpPr>
        <p:sp>
          <p:nvSpPr>
            <p:cNvPr id="43" name="流程图: 可选过程 42">
              <a:extLst>
                <a:ext uri="{FF2B5EF4-FFF2-40B4-BE49-F238E27FC236}">
                  <a16:creationId xmlns:a16="http://schemas.microsoft.com/office/drawing/2014/main" id="{8CE015D2-81BC-B5D2-3425-52E3F95F3703}"/>
                </a:ext>
              </a:extLst>
            </p:cNvPr>
            <p:cNvSpPr/>
            <p:nvPr/>
          </p:nvSpPr>
          <p:spPr>
            <a:xfrm>
              <a:off x="3477359" y="8032287"/>
              <a:ext cx="2534423" cy="848579"/>
            </a:xfrm>
            <a:prstGeom prst="flowChartAlternateProcess">
              <a:avLst/>
            </a:prstGeom>
            <a:solidFill>
              <a:srgbClr val="3268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4" name="TextBox 72">
              <a:extLst>
                <a:ext uri="{FF2B5EF4-FFF2-40B4-BE49-F238E27FC236}">
                  <a16:creationId xmlns:a16="http://schemas.microsoft.com/office/drawing/2014/main" id="{1126A9AB-BCEE-C101-2EE0-7A69B56BCD1D}"/>
                </a:ext>
              </a:extLst>
            </p:cNvPr>
            <p:cNvSpPr txBox="1"/>
            <p:nvPr/>
          </p:nvSpPr>
          <p:spPr>
            <a:xfrm>
              <a:off x="3645726" y="8005745"/>
              <a:ext cx="2110768" cy="875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</a:rPr>
                <a:t>特点：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97655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7A0791-E227-3C3D-B7F1-2BFEE150FE80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算法设计举例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D9182BA-8301-DFBC-1AE0-58717BA5A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3" y="1131590"/>
            <a:ext cx="6839371" cy="1154162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有两个瓶子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和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，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中盛放酒，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中盛放醋，现要求将其中的酒和醋互换，即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中盛放醋，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中盛放酒。设计一个交换两个瓶子中的酒和醋的算法。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B034B744-0A45-4463-B5CA-8E989FBB3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48" y="3147814"/>
            <a:ext cx="8153400" cy="1154162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）将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瓶中的酒装入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C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瓶中；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）将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瓶中的醋装入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瓶中；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）将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C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瓶中的酒装入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瓶中。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64DF48A-962B-DCA1-91EE-1CF80587B8E0}"/>
              </a:ext>
            </a:extLst>
          </p:cNvPr>
          <p:cNvGrpSpPr/>
          <p:nvPr/>
        </p:nvGrpSpPr>
        <p:grpSpPr>
          <a:xfrm>
            <a:off x="252507" y="1131590"/>
            <a:ext cx="1356392" cy="432536"/>
            <a:chOff x="814328" y="3219334"/>
            <a:chExt cx="1356392" cy="432536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245B8CA-8A02-7C1E-43F7-A3AE9F6FD8FE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D542453-2115-BBF7-0F35-1B5CA6DEA4F3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" name="圆角矩形 13">
                  <a:extLst>
                    <a:ext uri="{FF2B5EF4-FFF2-40B4-BE49-F238E27FC236}">
                      <a16:creationId xmlns:a16="http://schemas.microsoft.com/office/drawing/2014/main" id="{DA61A8BD-52CE-E3C2-22E2-12266CE6822E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4" name="圆角矩形 14">
                  <a:extLst>
                    <a:ext uri="{FF2B5EF4-FFF2-40B4-BE49-F238E27FC236}">
                      <a16:creationId xmlns:a16="http://schemas.microsoft.com/office/drawing/2014/main" id="{C3FF5E1D-D41E-8399-DE92-8021324655CB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76531D93-0AFD-A48F-EDB7-B5C5121534B2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0" name="TextBox 75">
              <a:extLst>
                <a:ext uri="{FF2B5EF4-FFF2-40B4-BE49-F238E27FC236}">
                  <a16:creationId xmlns:a16="http://schemas.microsoft.com/office/drawing/2014/main" id="{F20C7F19-EA0A-E491-60EB-87EF87F02194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题目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3077074-CCDF-8BE6-F3AC-FE77D3E2F0A0}"/>
              </a:ext>
            </a:extLst>
          </p:cNvPr>
          <p:cNvGrpSpPr/>
          <p:nvPr/>
        </p:nvGrpSpPr>
        <p:grpSpPr>
          <a:xfrm>
            <a:off x="251520" y="2571262"/>
            <a:ext cx="1356392" cy="432536"/>
            <a:chOff x="814328" y="3219334"/>
            <a:chExt cx="1356392" cy="43253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9D3858A7-F9AD-E711-C8B5-AE1CE142F890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FD13C399-2C89-772B-5653-8CF5351C7A93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0" name="圆角矩形 21">
                  <a:extLst>
                    <a:ext uri="{FF2B5EF4-FFF2-40B4-BE49-F238E27FC236}">
                      <a16:creationId xmlns:a16="http://schemas.microsoft.com/office/drawing/2014/main" id="{E7637ED6-6EF8-6C18-4EE7-986FABC3BE04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圆角矩形 22">
                  <a:extLst>
                    <a:ext uri="{FF2B5EF4-FFF2-40B4-BE49-F238E27FC236}">
                      <a16:creationId xmlns:a16="http://schemas.microsoft.com/office/drawing/2014/main" id="{35B7B9CD-2570-1500-EAB2-9CBD96FD36BB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0031E092-CBF5-D2C2-F391-C9FFB00B20F8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A26DEA8D-4D3F-6688-1CC2-275F4A131E67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算法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22925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91CEF6-A700-02CE-FB27-1225734DF2D9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算法设计举例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EBD6D34-CA64-FF67-6323-6541EBCD1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183769"/>
            <a:ext cx="5976664" cy="755015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设计算法，实现如下问题的求解：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输入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个数，输出其中的较大数。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CC8B378-EEA1-B750-4013-EAA67A8D5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35" y="2859782"/>
            <a:ext cx="8153400" cy="1108958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  <a:ea typeface="楷体_GB2312" pitchFamily="49" charset="-122"/>
                <a:sym typeface="Wingdings 2" pitchFamily="18" charset="2"/>
              </a:rPr>
              <a:t>  (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）输入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、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）比较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与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的大小，将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a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与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b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中的大者放入变量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max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中；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）输出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max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68183BF-D717-A678-C4ED-C662A8E97E4B}"/>
              </a:ext>
            </a:extLst>
          </p:cNvPr>
          <p:cNvGrpSpPr/>
          <p:nvPr/>
        </p:nvGrpSpPr>
        <p:grpSpPr>
          <a:xfrm>
            <a:off x="252507" y="1131590"/>
            <a:ext cx="1356392" cy="432536"/>
            <a:chOff x="814328" y="3219334"/>
            <a:chExt cx="1356392" cy="432536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7810F24-4CFB-7378-4BB8-A49586119E36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5E3961A6-5208-6DAE-5ACC-F2F1CB2E80E6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" name="圆角矩形 13">
                  <a:extLst>
                    <a:ext uri="{FF2B5EF4-FFF2-40B4-BE49-F238E27FC236}">
                      <a16:creationId xmlns:a16="http://schemas.microsoft.com/office/drawing/2014/main" id="{16BD74B1-7E7C-DC6B-0431-2B3EA782C1D8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4" name="圆角矩形 14">
                  <a:extLst>
                    <a:ext uri="{FF2B5EF4-FFF2-40B4-BE49-F238E27FC236}">
                      <a16:creationId xmlns:a16="http://schemas.microsoft.com/office/drawing/2014/main" id="{5C4F6594-7C77-C534-59AB-CFF96ADA86D1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A7B99BF-BE25-69BF-D92E-72821EE79B41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0" name="TextBox 75">
              <a:extLst>
                <a:ext uri="{FF2B5EF4-FFF2-40B4-BE49-F238E27FC236}">
                  <a16:creationId xmlns:a16="http://schemas.microsoft.com/office/drawing/2014/main" id="{E00CF6A9-0B0A-FD6C-6370-057F80F53D35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题目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281753-2CCF-265F-B3D2-3AED02C93443}"/>
              </a:ext>
            </a:extLst>
          </p:cNvPr>
          <p:cNvGrpSpPr/>
          <p:nvPr/>
        </p:nvGrpSpPr>
        <p:grpSpPr>
          <a:xfrm>
            <a:off x="241671" y="2283230"/>
            <a:ext cx="1356392" cy="432536"/>
            <a:chOff x="814328" y="3219334"/>
            <a:chExt cx="1356392" cy="43253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651B20A-34F8-69C1-56C1-98C3F333FF69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A55BC19-8EC2-3B26-BD33-07AFC72E0A89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0" name="圆角矩形 21">
                  <a:extLst>
                    <a:ext uri="{FF2B5EF4-FFF2-40B4-BE49-F238E27FC236}">
                      <a16:creationId xmlns:a16="http://schemas.microsoft.com/office/drawing/2014/main" id="{7BA4502E-DC90-2581-4B4F-EBA5B52F34C9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圆角矩形 22">
                  <a:extLst>
                    <a:ext uri="{FF2B5EF4-FFF2-40B4-BE49-F238E27FC236}">
                      <a16:creationId xmlns:a16="http://schemas.microsoft.com/office/drawing/2014/main" id="{1DF51A08-D588-FE5B-3970-42631DAA662E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2B6694A7-7987-7554-F7EB-F4CFE0B14A72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DA0F3481-E5DB-E1CF-984F-DCEB986D9B54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算法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85780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41817E-CF73-F68C-F926-3DA9C23A5656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算法设计举例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A9CBAE0-DC31-4A1B-EE76-21A0DFE5E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184" y="1269025"/>
            <a:ext cx="5489104" cy="446276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求 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sum=1+2+3+4+5+6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的值。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2587B8D-062B-A367-E57C-1626ED3E2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2497224"/>
            <a:ext cx="3913944" cy="1508105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zh-CN" altLang="zh-CN" sz="2000" b="0" dirty="0">
                <a:solidFill>
                  <a:schemeClr val="tx1"/>
                </a:solidFill>
                <a:latin typeface="+mn-ea"/>
                <a:ea typeface="+mn-ea"/>
              </a:rPr>
              <a:t>最直接的方法进行计算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）定义变量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）求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sum=1+2+3+4+5+6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）输出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。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7B6E861-70BC-1290-E4D0-4564CB338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316" y="2503805"/>
            <a:ext cx="4390140" cy="1508105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(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利用等差数列求和公式计算）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）定义变量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）求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sum=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1+6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）*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6/2   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）输出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491B0D-1DB5-ECAF-DECE-7643DACEC89D}"/>
              </a:ext>
            </a:extLst>
          </p:cNvPr>
          <p:cNvGrpSpPr/>
          <p:nvPr/>
        </p:nvGrpSpPr>
        <p:grpSpPr>
          <a:xfrm>
            <a:off x="252507" y="1269025"/>
            <a:ext cx="1356392" cy="432536"/>
            <a:chOff x="814328" y="3219334"/>
            <a:chExt cx="1356392" cy="432536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19BD0BC-546A-AD2A-2C9D-555CFB39ECF0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4E907667-7AD8-9B48-273B-16D17FD3B24B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" name="圆角矩形 14">
                  <a:extLst>
                    <a:ext uri="{FF2B5EF4-FFF2-40B4-BE49-F238E27FC236}">
                      <a16:creationId xmlns:a16="http://schemas.microsoft.com/office/drawing/2014/main" id="{7160FB85-DC26-FCBB-A25C-34D98FE4392B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5" name="圆角矩形 15">
                  <a:extLst>
                    <a:ext uri="{FF2B5EF4-FFF2-40B4-BE49-F238E27FC236}">
                      <a16:creationId xmlns:a16="http://schemas.microsoft.com/office/drawing/2014/main" id="{22B09E83-5EDD-347D-7CF8-1ABE677A59F8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EC8C1B72-1F78-EA34-5570-6C6144FEA27C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1" name="TextBox 75">
              <a:extLst>
                <a:ext uri="{FF2B5EF4-FFF2-40B4-BE49-F238E27FC236}">
                  <a16:creationId xmlns:a16="http://schemas.microsoft.com/office/drawing/2014/main" id="{CF42628A-6D9B-21AE-49CD-183CE007EF5D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题目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90ABAA0-3C0A-A1C2-2D23-7B23727C4797}"/>
              </a:ext>
            </a:extLst>
          </p:cNvPr>
          <p:cNvGrpSpPr/>
          <p:nvPr/>
        </p:nvGrpSpPr>
        <p:grpSpPr>
          <a:xfrm>
            <a:off x="252507" y="2036478"/>
            <a:ext cx="1356392" cy="432536"/>
            <a:chOff x="814328" y="3219334"/>
            <a:chExt cx="1356392" cy="43253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8532EAB-1152-0B99-6972-6E8D126545FA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D1CB9809-2BAB-3913-72AF-8443971891FC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1" name="圆角矩形 22">
                  <a:extLst>
                    <a:ext uri="{FF2B5EF4-FFF2-40B4-BE49-F238E27FC236}">
                      <a16:creationId xmlns:a16="http://schemas.microsoft.com/office/drawing/2014/main" id="{CF269E5C-0B5E-908A-F0EB-5290AFE16D02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2" name="圆角矩形 23">
                  <a:extLst>
                    <a:ext uri="{FF2B5EF4-FFF2-40B4-BE49-F238E27FC236}">
                      <a16:creationId xmlns:a16="http://schemas.microsoft.com/office/drawing/2014/main" id="{6D9FE0A3-EE41-A0CD-AFB7-AFC65AF0B97F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D5E1B10-5660-C808-B690-694EC5DC562F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8" name="TextBox 75">
              <a:extLst>
                <a:ext uri="{FF2B5EF4-FFF2-40B4-BE49-F238E27FC236}">
                  <a16:creationId xmlns:a16="http://schemas.microsoft.com/office/drawing/2014/main" id="{71FB9537-97DA-A2EF-2DF6-00E826E34F8D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算法</a:t>
              </a:r>
              <a:r>
                <a:rPr lang="en-US" altLang="zh-CN" dirty="0">
                  <a:solidFill>
                    <a:srgbClr val="3268B5"/>
                  </a:solidFill>
                  <a:latin typeface="+mj-ea"/>
                  <a:ea typeface="+mj-ea"/>
                </a:rPr>
                <a:t>1</a:t>
              </a:r>
              <a:endParaRPr lang="zh-CN" altLang="en-US" dirty="0">
                <a:solidFill>
                  <a:srgbClr val="3268B5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ADB3F2D-5F53-104D-689B-86FF324CDB86}"/>
              </a:ext>
            </a:extLst>
          </p:cNvPr>
          <p:cNvGrpSpPr/>
          <p:nvPr/>
        </p:nvGrpSpPr>
        <p:grpSpPr>
          <a:xfrm>
            <a:off x="4286316" y="1986204"/>
            <a:ext cx="1356392" cy="432536"/>
            <a:chOff x="814328" y="3219334"/>
            <a:chExt cx="1356392" cy="432536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AEC64F8-CF62-AEEC-B48D-DDC747ECF9FB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B44F2D12-E018-E5E3-4EBC-2FDB77C6C731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8" name="圆角矩形 29">
                  <a:extLst>
                    <a:ext uri="{FF2B5EF4-FFF2-40B4-BE49-F238E27FC236}">
                      <a16:creationId xmlns:a16="http://schemas.microsoft.com/office/drawing/2014/main" id="{DF1FE0CE-9326-3C4B-C757-8C8424F643D6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9" name="圆角矩形 30">
                  <a:extLst>
                    <a:ext uri="{FF2B5EF4-FFF2-40B4-BE49-F238E27FC236}">
                      <a16:creationId xmlns:a16="http://schemas.microsoft.com/office/drawing/2014/main" id="{F659FF52-786D-8166-6900-96DB414F8F64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EF1C4FF-DC1D-68CA-C540-FB949777DF49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5" name="TextBox 75">
              <a:extLst>
                <a:ext uri="{FF2B5EF4-FFF2-40B4-BE49-F238E27FC236}">
                  <a16:creationId xmlns:a16="http://schemas.microsoft.com/office/drawing/2014/main" id="{567E46F3-5F10-2277-5D0F-76A65988C943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算法</a:t>
              </a:r>
              <a:r>
                <a:rPr lang="en-US" altLang="zh-CN" dirty="0">
                  <a:solidFill>
                    <a:srgbClr val="3268B5"/>
                  </a:solidFill>
                  <a:latin typeface="+mj-ea"/>
                  <a:ea typeface="+mj-ea"/>
                </a:rPr>
                <a:t>2</a:t>
              </a:r>
              <a:endParaRPr lang="zh-CN" altLang="en-US" dirty="0">
                <a:solidFill>
                  <a:srgbClr val="3268B5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94442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736726-E98E-AE74-E1DB-39C108309D8C}"/>
              </a:ext>
            </a:extLst>
          </p:cNvPr>
          <p:cNvSpPr txBox="1"/>
          <p:nvPr/>
        </p:nvSpPr>
        <p:spPr>
          <a:xfrm>
            <a:off x="1414889" y="33149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算法设计举例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8E6FDF1-1B92-4751-F849-39BC7B377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931" y="2588007"/>
            <a:ext cx="8918849" cy="2215991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）定义变量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，用于求累加和，定义变量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i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用于表示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[1, 6]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内的任一整数；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）令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的初值为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0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，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i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的初值为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）令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sum=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sum+i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4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）令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i=i+1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5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）如果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i&lt;7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则转（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），否则转（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6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6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）输出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。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0BB8969-C772-BECE-519D-16CFCDDD5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7232" y="1347614"/>
            <a:ext cx="6137176" cy="446276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求 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sum=1+2+3+4+5+6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的值。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C769DAC-1CB0-941F-D7B2-010566B9EE43}"/>
              </a:ext>
            </a:extLst>
          </p:cNvPr>
          <p:cNvGrpSpPr/>
          <p:nvPr/>
        </p:nvGrpSpPr>
        <p:grpSpPr>
          <a:xfrm>
            <a:off x="252507" y="1275118"/>
            <a:ext cx="1356392" cy="432536"/>
            <a:chOff x="814328" y="3219334"/>
            <a:chExt cx="1356392" cy="432536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361E991-4601-9E10-BCB0-424AA10FC577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819DE222-3D26-3747-ED9A-4D3F322949BF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" name="圆角矩形 13">
                  <a:extLst>
                    <a:ext uri="{FF2B5EF4-FFF2-40B4-BE49-F238E27FC236}">
                      <a16:creationId xmlns:a16="http://schemas.microsoft.com/office/drawing/2014/main" id="{0FD26D78-EA56-5337-EED5-8337BE8C6370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4" name="圆角矩形 14">
                  <a:extLst>
                    <a:ext uri="{FF2B5EF4-FFF2-40B4-BE49-F238E27FC236}">
                      <a16:creationId xmlns:a16="http://schemas.microsoft.com/office/drawing/2014/main" id="{5F22EB6F-BB6D-FC92-5D0B-9C3E03C2C9E0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5510E5FF-6094-00DA-B9AC-2787A30148B9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0" name="TextBox 75">
              <a:extLst>
                <a:ext uri="{FF2B5EF4-FFF2-40B4-BE49-F238E27FC236}">
                  <a16:creationId xmlns:a16="http://schemas.microsoft.com/office/drawing/2014/main" id="{C765038D-C13A-DFB7-1496-8FD5BAC0E235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题目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6E31242-30DF-FE59-E112-CA6C574EADA0}"/>
              </a:ext>
            </a:extLst>
          </p:cNvPr>
          <p:cNvGrpSpPr/>
          <p:nvPr/>
        </p:nvGrpSpPr>
        <p:grpSpPr>
          <a:xfrm>
            <a:off x="269430" y="1995198"/>
            <a:ext cx="1356392" cy="432536"/>
            <a:chOff x="814328" y="3219334"/>
            <a:chExt cx="1356392" cy="43253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A5FD822B-50EA-B2D2-E3AC-900F7A92A2B9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E2AC546-0439-0E2B-696D-FD118EFA427E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0" name="圆角矩形 21">
                  <a:extLst>
                    <a:ext uri="{FF2B5EF4-FFF2-40B4-BE49-F238E27FC236}">
                      <a16:creationId xmlns:a16="http://schemas.microsoft.com/office/drawing/2014/main" id="{D518A58D-66F4-52BE-0AC1-6A3FB00714D1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圆角矩形 22">
                  <a:extLst>
                    <a:ext uri="{FF2B5EF4-FFF2-40B4-BE49-F238E27FC236}">
                      <a16:creationId xmlns:a16="http://schemas.microsoft.com/office/drawing/2014/main" id="{C84289B9-FF24-40E1-74B0-386152EB9643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0F18653F-3CD0-078B-5F7E-B29CE726F018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D9F4EE63-1B22-0F1C-3D4C-1111083C4533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算法</a:t>
              </a:r>
              <a:r>
                <a:rPr lang="en-US" altLang="zh-CN" dirty="0">
                  <a:solidFill>
                    <a:srgbClr val="3268B5"/>
                  </a:solidFill>
                  <a:latin typeface="+mj-ea"/>
                  <a:ea typeface="+mj-ea"/>
                </a:rPr>
                <a:t>3</a:t>
              </a:r>
              <a:endParaRPr lang="zh-CN" altLang="en-US" dirty="0">
                <a:solidFill>
                  <a:srgbClr val="3268B5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879A8FD-5649-EF80-C60C-97FFC622F3E8}"/>
              </a:ext>
            </a:extLst>
          </p:cNvPr>
          <p:cNvSpPr txBox="1"/>
          <p:nvPr/>
        </p:nvSpPr>
        <p:spPr>
          <a:xfrm>
            <a:off x="5796136" y="1074098"/>
            <a:ext cx="214899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求任意输入的</a:t>
            </a:r>
            <a:r>
              <a:rPr lang="en-US" altLang="zh-CN" dirty="0"/>
              <a:t>6</a:t>
            </a:r>
            <a:r>
              <a:rPr lang="zh-CN" altLang="en-US" dirty="0"/>
              <a:t>个整数的和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B93F31-8B28-A40E-F50F-FA388C3C2047}"/>
              </a:ext>
            </a:extLst>
          </p:cNvPr>
          <p:cNvSpPr txBox="1"/>
          <p:nvPr/>
        </p:nvSpPr>
        <p:spPr>
          <a:xfrm>
            <a:off x="5580112" y="3142460"/>
            <a:ext cx="2148999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3-0</a:t>
            </a:r>
            <a:r>
              <a:rPr lang="zh-CN" altLang="en-US" dirty="0"/>
              <a:t>）定义变量</a:t>
            </a:r>
            <a:r>
              <a:rPr lang="en-US" altLang="zh-CN" dirty="0"/>
              <a:t>x</a:t>
            </a:r>
          </a:p>
          <a:p>
            <a:r>
              <a:rPr lang="en-US" altLang="zh-CN" dirty="0"/>
              <a:t>3-1) </a:t>
            </a:r>
            <a:r>
              <a:rPr lang="zh-CN" altLang="en-US" dirty="0"/>
              <a:t>输入 </a:t>
            </a:r>
            <a:r>
              <a:rPr lang="en-US" altLang="zh-CN" dirty="0"/>
              <a:t>x</a:t>
            </a:r>
          </a:p>
          <a:p>
            <a:r>
              <a:rPr lang="en-US" altLang="zh-CN" dirty="0"/>
              <a:t>3-2) </a:t>
            </a:r>
            <a:r>
              <a:rPr lang="zh-CN" altLang="en-US" dirty="0"/>
              <a:t>令 </a:t>
            </a:r>
            <a:r>
              <a:rPr lang="en-US" altLang="zh-CN" dirty="0"/>
              <a:t>sum=</a:t>
            </a:r>
            <a:r>
              <a:rPr lang="en-US" altLang="zh-CN" dirty="0" err="1"/>
              <a:t>sum+x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4)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8EE313-6393-4379-28FF-771001338DBA}"/>
              </a:ext>
            </a:extLst>
          </p:cNvPr>
          <p:cNvSpPr txBox="1"/>
          <p:nvPr/>
        </p:nvSpPr>
        <p:spPr>
          <a:xfrm>
            <a:off x="2423001" y="1949296"/>
            <a:ext cx="214899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）到 </a:t>
            </a:r>
            <a:r>
              <a:rPr lang="en-US" altLang="zh-CN" dirty="0"/>
              <a:t>5</a:t>
            </a:r>
            <a:r>
              <a:rPr lang="zh-CN" altLang="en-US" dirty="0"/>
              <a:t>）反复执行了多少次？</a:t>
            </a:r>
          </a:p>
        </p:txBody>
      </p:sp>
    </p:spTree>
    <p:extLst>
      <p:ext uri="{BB962C8B-B14F-4D97-AF65-F5344CB8AC3E}">
        <p14:creationId xmlns:p14="http://schemas.microsoft.com/office/powerpoint/2010/main" val="14768150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 autoUpdateAnimBg="0" advAuto="0"/>
      <p:bldP spid="3" grpId="0" animBg="1"/>
      <p:bldP spid="4" grpId="0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1AFFF5-FBF4-8E3C-2021-B72AE6CBB206}"/>
              </a:ext>
            </a:extLst>
          </p:cNvPr>
          <p:cNvSpPr txBox="1"/>
          <p:nvPr/>
        </p:nvSpPr>
        <p:spPr>
          <a:xfrm>
            <a:off x="1414889" y="33149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算法的表示</a:t>
            </a:r>
          </a:p>
        </p:txBody>
      </p:sp>
      <p:graphicFrame>
        <p:nvGraphicFramePr>
          <p:cNvPr id="6" name="内容占位符 4">
            <a:extLst>
              <a:ext uri="{FF2B5EF4-FFF2-40B4-BE49-F238E27FC236}">
                <a16:creationId xmlns:a16="http://schemas.microsoft.com/office/drawing/2014/main" id="{0B7819C5-E2CA-CFF7-26B0-0649F8775E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359275"/>
              </p:ext>
            </p:extLst>
          </p:nvPr>
        </p:nvGraphicFramePr>
        <p:xfrm>
          <a:off x="1027348" y="987574"/>
          <a:ext cx="7089304" cy="3587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11012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BAE287-B8FC-6754-CB9F-439E66C2B773}"/>
              </a:ext>
            </a:extLst>
          </p:cNvPr>
          <p:cNvSpPr txBox="1"/>
          <p:nvPr/>
        </p:nvSpPr>
        <p:spPr>
          <a:xfrm>
            <a:off x="1414889" y="33149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算法的表示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4408043-0E97-E900-EB6B-631266BDF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54" y="2499742"/>
            <a:ext cx="3960440" cy="2215991"/>
          </a:xfrm>
          <a:prstGeom prst="rect">
            <a:avLst/>
          </a:prstGeom>
          <a:noFill/>
          <a:ln w="381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）使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s=1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，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t=1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）输入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m;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  <a:sym typeface="Wingdings 2" pitchFamily="18" charset="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）使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s←s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*t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4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）使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t←t+1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；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5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）如果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t&lt;=m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，返回（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）重复执行，否则输出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s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  <a:sym typeface="Wingdings 2" pitchFamily="18" charset="2"/>
              </a:rPr>
              <a:t>后结束。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E04A947-1FD1-1EF6-00FB-BCB8A2CB14D3}"/>
              </a:ext>
            </a:extLst>
          </p:cNvPr>
          <p:cNvGrpSpPr/>
          <p:nvPr/>
        </p:nvGrpSpPr>
        <p:grpSpPr>
          <a:xfrm>
            <a:off x="252507" y="1131102"/>
            <a:ext cx="1356392" cy="432536"/>
            <a:chOff x="814328" y="3219334"/>
            <a:chExt cx="1356392" cy="43253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E5F2C25-5FEE-FC4E-5B7D-7FA4E51215E1}"/>
                </a:ext>
              </a:extLst>
            </p:cNvPr>
            <p:cNvGrpSpPr/>
            <p:nvPr/>
          </p:nvGrpSpPr>
          <p:grpSpPr>
            <a:xfrm>
              <a:off x="814328" y="3219334"/>
              <a:ext cx="1356392" cy="432536"/>
              <a:chOff x="2173927" y="3285519"/>
              <a:chExt cx="1721136" cy="548848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16D83C26-F6FE-4D71-FB93-BD92351D9EF3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1721136" cy="548848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" name="圆角矩形 12">
                  <a:extLst>
                    <a:ext uri="{FF2B5EF4-FFF2-40B4-BE49-F238E27FC236}">
                      <a16:creationId xmlns:a16="http://schemas.microsoft.com/office/drawing/2014/main" id="{81554010-296A-0243-6EDE-E2A69E99BF99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3" name="圆角矩形 13">
                  <a:extLst>
                    <a:ext uri="{FF2B5EF4-FFF2-40B4-BE49-F238E27FC236}">
                      <a16:creationId xmlns:a16="http://schemas.microsoft.com/office/drawing/2014/main" id="{E93C868E-89B9-569A-F17E-84CAA65B942F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3742173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C32A1542-256D-A0F4-9436-C7C171A544C0}"/>
                  </a:ext>
                </a:extLst>
              </p:cNvPr>
              <p:cNvSpPr/>
              <p:nvPr/>
            </p:nvSpPr>
            <p:spPr>
              <a:xfrm>
                <a:off x="230712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9" name="TextBox 75">
              <a:extLst>
                <a:ext uri="{FF2B5EF4-FFF2-40B4-BE49-F238E27FC236}">
                  <a16:creationId xmlns:a16="http://schemas.microsoft.com/office/drawing/2014/main" id="{C8DFDBEF-10F1-DBC5-22C3-02EC5E5FCFE5}"/>
                </a:ext>
              </a:extLst>
            </p:cNvPr>
            <p:cNvSpPr txBox="1"/>
            <p:nvPr/>
          </p:nvSpPr>
          <p:spPr>
            <a:xfrm>
              <a:off x="1224127" y="3331792"/>
              <a:ext cx="78783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题目</a:t>
              </a:r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179DB549-2DBD-E65E-B5C4-6384DF56BBBB}"/>
              </a:ext>
            </a:extLst>
          </p:cNvPr>
          <p:cNvSpPr txBox="1"/>
          <p:nvPr/>
        </p:nvSpPr>
        <p:spPr>
          <a:xfrm>
            <a:off x="1893444" y="1303824"/>
            <a:ext cx="2664296" cy="3265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2000" dirty="0">
                <a:latin typeface="+mn-ea"/>
                <a:ea typeface="+mn-ea"/>
              </a:rPr>
              <a:t>求</a:t>
            </a:r>
            <a:r>
              <a:rPr kumimoji="1" lang="en-US" altLang="zh-CN" sz="2000" dirty="0">
                <a:latin typeface="+mn-ea"/>
                <a:ea typeface="+mn-ea"/>
              </a:rPr>
              <a:t>m!</a:t>
            </a:r>
            <a:endParaRPr kumimoji="1" lang="zh-CN" altLang="en-US" sz="2000" dirty="0">
              <a:latin typeface="+mn-ea"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61FEA22-680F-2796-C4B2-B5CC633FB97E}"/>
              </a:ext>
            </a:extLst>
          </p:cNvPr>
          <p:cNvGrpSpPr/>
          <p:nvPr/>
        </p:nvGrpSpPr>
        <p:grpSpPr>
          <a:xfrm>
            <a:off x="251520" y="1923678"/>
            <a:ext cx="2214950" cy="432536"/>
            <a:chOff x="251520" y="1923678"/>
            <a:chExt cx="2214950" cy="43253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EC9F20F-BE5F-7DD4-A94C-28C6367AC3DE}"/>
                </a:ext>
              </a:extLst>
            </p:cNvPr>
            <p:cNvGrpSpPr/>
            <p:nvPr/>
          </p:nvGrpSpPr>
          <p:grpSpPr>
            <a:xfrm>
              <a:off x="251520" y="1923678"/>
              <a:ext cx="2214950" cy="432536"/>
              <a:chOff x="2173927" y="3285519"/>
              <a:chExt cx="2810567" cy="548848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61883F97-22C4-026E-5695-703A53082488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2810567" cy="548848"/>
                <a:chOff x="4304043" y="1286668"/>
                <a:chExt cx="6267255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0" name="圆角矩形 21">
                  <a:extLst>
                    <a:ext uri="{FF2B5EF4-FFF2-40B4-BE49-F238E27FC236}">
                      <a16:creationId xmlns:a16="http://schemas.microsoft.com/office/drawing/2014/main" id="{402A9AB2-6934-9F76-B583-DB04F837333D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6267255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圆角矩形 22">
                  <a:extLst>
                    <a:ext uri="{FF2B5EF4-FFF2-40B4-BE49-F238E27FC236}">
                      <a16:creationId xmlns:a16="http://schemas.microsoft.com/office/drawing/2014/main" id="{B15F93ED-2404-CE06-D3F8-BEEC20A93B25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6219371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12AE9A29-4031-CA23-1B04-B8565AC634DD}"/>
                  </a:ext>
                </a:extLst>
              </p:cNvPr>
              <p:cNvSpPr/>
              <p:nvPr/>
            </p:nvSpPr>
            <p:spPr>
              <a:xfrm>
                <a:off x="233515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AD5ED329-4536-508D-1AAC-F25E6CF5774D}"/>
                </a:ext>
              </a:extLst>
            </p:cNvPr>
            <p:cNvSpPr txBox="1"/>
            <p:nvPr/>
          </p:nvSpPr>
          <p:spPr>
            <a:xfrm>
              <a:off x="661318" y="2036136"/>
              <a:ext cx="144800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自然语言表示法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91AA5E3-29C0-CFB4-1B1E-434CFABB0F95}"/>
              </a:ext>
            </a:extLst>
          </p:cNvPr>
          <p:cNvGrpSpPr/>
          <p:nvPr/>
        </p:nvGrpSpPr>
        <p:grpSpPr>
          <a:xfrm>
            <a:off x="6012160" y="950266"/>
            <a:ext cx="2214950" cy="432536"/>
            <a:chOff x="251520" y="1923678"/>
            <a:chExt cx="2214950" cy="432536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3AC1BDA-4E26-62A5-ECC1-D471325EB721}"/>
                </a:ext>
              </a:extLst>
            </p:cNvPr>
            <p:cNvGrpSpPr/>
            <p:nvPr/>
          </p:nvGrpSpPr>
          <p:grpSpPr>
            <a:xfrm>
              <a:off x="251520" y="1923678"/>
              <a:ext cx="2214950" cy="432536"/>
              <a:chOff x="2173927" y="3285519"/>
              <a:chExt cx="2810567" cy="548848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BABD2896-1FA3-2F30-61D0-BBDB05A1FB30}"/>
                  </a:ext>
                </a:extLst>
              </p:cNvPr>
              <p:cNvGrpSpPr/>
              <p:nvPr/>
            </p:nvGrpSpPr>
            <p:grpSpPr>
              <a:xfrm>
                <a:off x="2173927" y="3285519"/>
                <a:ext cx="2810567" cy="548848"/>
                <a:chOff x="4304043" y="1286668"/>
                <a:chExt cx="6267255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27" name="圆角矩形 28">
                  <a:extLst>
                    <a:ext uri="{FF2B5EF4-FFF2-40B4-BE49-F238E27FC236}">
                      <a16:creationId xmlns:a16="http://schemas.microsoft.com/office/drawing/2014/main" id="{452DBEF5-DEED-F7B5-98BD-D9D37E445465}"/>
                    </a:ext>
                  </a:extLst>
                </p:cNvPr>
                <p:cNvSpPr/>
                <p:nvPr/>
              </p:nvSpPr>
              <p:spPr>
                <a:xfrm>
                  <a:off x="4304043" y="1286668"/>
                  <a:ext cx="6267255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28" name="圆角矩形 29">
                  <a:extLst>
                    <a:ext uri="{FF2B5EF4-FFF2-40B4-BE49-F238E27FC236}">
                      <a16:creationId xmlns:a16="http://schemas.microsoft.com/office/drawing/2014/main" id="{D52077F2-01C1-86CF-248E-AB822D22E89A}"/>
                    </a:ext>
                  </a:extLst>
                </p:cNvPr>
                <p:cNvSpPr/>
                <p:nvPr/>
              </p:nvSpPr>
              <p:spPr>
                <a:xfrm>
                  <a:off x="4351927" y="1373342"/>
                  <a:ext cx="6219371" cy="258445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4573089B-B3E5-5BE4-1314-B6EF31DDA632}"/>
                  </a:ext>
                </a:extLst>
              </p:cNvPr>
              <p:cNvSpPr/>
              <p:nvPr/>
            </p:nvSpPr>
            <p:spPr>
              <a:xfrm>
                <a:off x="2335158" y="3420211"/>
                <a:ext cx="279463" cy="279463"/>
              </a:xfrm>
              <a:prstGeom prst="ellipse">
                <a:avLst/>
              </a:prstGeom>
              <a:solidFill>
                <a:srgbClr val="3268B5"/>
              </a:solidFill>
              <a:ln>
                <a:noFill/>
              </a:ln>
              <a:effectLst>
                <a:outerShdw blurRad="88900" dist="63500" dir="8100000" algn="tr" rotWithShape="0">
                  <a:prstClr val="black">
                    <a:alpha val="5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75">
              <a:extLst>
                <a:ext uri="{FF2B5EF4-FFF2-40B4-BE49-F238E27FC236}">
                  <a16:creationId xmlns:a16="http://schemas.microsoft.com/office/drawing/2014/main" id="{BF58AD84-9B7E-5F09-E512-74F3D99FB146}"/>
                </a:ext>
              </a:extLst>
            </p:cNvPr>
            <p:cNvSpPr txBox="1"/>
            <p:nvPr/>
          </p:nvSpPr>
          <p:spPr>
            <a:xfrm>
              <a:off x="661318" y="2036136"/>
              <a:ext cx="1448009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3268B5"/>
                  </a:solidFill>
                  <a:latin typeface="+mj-ea"/>
                  <a:ea typeface="+mj-ea"/>
                </a:rPr>
                <a:t>流程图表示法</a:t>
              </a:r>
            </a:p>
          </p:txBody>
        </p: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B1A7BA14-3BAC-E8BF-2006-512DE88E1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915" y="2014642"/>
            <a:ext cx="958703" cy="207700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"/>
            <a:lightRig rig="legacyNormal3" dir="l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s=1,t=1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8ABF06C-2182-7AEA-C429-9F7AC967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780" y="3370182"/>
            <a:ext cx="958703" cy="207700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"/>
            <a:lightRig rig="legacyNormal3" dir="l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t=t+1</a:t>
            </a:r>
          </a:p>
        </p:txBody>
      </p:sp>
      <p:sp>
        <p:nvSpPr>
          <p:cNvPr id="31" name="AutoShape 8">
            <a:extLst>
              <a:ext uri="{FF2B5EF4-FFF2-40B4-BE49-F238E27FC236}">
                <a16:creationId xmlns:a16="http://schemas.microsoft.com/office/drawing/2014/main" id="{C197DA30-F80B-3426-12CE-6992175E3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996" y="3785582"/>
            <a:ext cx="1225009" cy="259625"/>
          </a:xfrm>
          <a:prstGeom prst="flowChartDecision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"/>
            <a:lightRig rig="legacyNormal3" dir="l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t&gt;m</a:t>
            </a:r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AE86A56C-DBBE-9802-2CE0-5BF8E527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564" y="2459941"/>
            <a:ext cx="1970667" cy="207700"/>
          </a:xfrm>
          <a:prstGeom prst="parallelogram">
            <a:avLst>
              <a:gd name="adj" fmla="val 231250"/>
            </a:avLst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"/>
            <a:lightRig rig="legacyNormal3" dir="l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输入</a:t>
            </a:r>
            <a:r>
              <a:rPr lang="en-US" altLang="zh-CN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m</a:t>
            </a:r>
            <a:endParaRPr lang="zh-CN" altLang="en-US" sz="2000" b="1" dirty="0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D6D9D780-B783-7D83-F296-B97A49E2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212" y="4252907"/>
            <a:ext cx="1491316" cy="207700"/>
          </a:xfrm>
          <a:prstGeom prst="parallelogram">
            <a:avLst>
              <a:gd name="adj" fmla="val 175000"/>
            </a:avLst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"/>
            <a:lightRig rig="legacyNormal3" dir="l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输出</a:t>
            </a:r>
            <a:r>
              <a:rPr lang="en-US" altLang="zh-CN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s</a:t>
            </a:r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53230030-2CA0-5733-68E6-D26294B6F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780" y="4668306"/>
            <a:ext cx="958703" cy="279708"/>
          </a:xfrm>
          <a:prstGeom prst="flowChartTerminator">
            <a:avLst/>
          </a:prstGeom>
          <a:solidFill>
            <a:schemeClr val="bg1"/>
          </a:solidFill>
          <a:ln w="9525">
            <a:round/>
            <a:headEnd/>
            <a:tailEnd/>
          </a:ln>
          <a:scene3d>
            <a:camera prst="legacyPerspectiveTop"/>
            <a:lightRig rig="legacyNormal1" dir="t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kumimoji="1" lang="zh-CN" altLang="en-US" sz="2000" b="1" dirty="0">
                <a:solidFill>
                  <a:srgbClr val="3268B5"/>
                </a:solidFill>
                <a:latin typeface="仿宋_GB2312" pitchFamily="49" charset="-122"/>
                <a:ea typeface="仿宋_GB2312" pitchFamily="49" charset="-122"/>
              </a:rPr>
              <a:t>结束</a:t>
            </a:r>
          </a:p>
        </p:txBody>
      </p:sp>
      <p:sp>
        <p:nvSpPr>
          <p:cNvPr id="35" name="Line 12">
            <a:extLst>
              <a:ext uri="{FF2B5EF4-FFF2-40B4-BE49-F238E27FC236}">
                <a16:creationId xmlns:a16="http://schemas.microsoft.com/office/drawing/2014/main" id="{FE7A14B5-AF90-B12D-41F0-9BED5B80F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6267" y="1836841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36" name="Line 13">
            <a:extLst>
              <a:ext uri="{FF2B5EF4-FFF2-40B4-BE49-F238E27FC236}">
                <a16:creationId xmlns:a16="http://schemas.microsoft.com/office/drawing/2014/main" id="{BEE5F3A9-EF53-219B-BE1D-858DB44CC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6267" y="2252241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37" name="Line 14">
            <a:extLst>
              <a:ext uri="{FF2B5EF4-FFF2-40B4-BE49-F238E27FC236}">
                <a16:creationId xmlns:a16="http://schemas.microsoft.com/office/drawing/2014/main" id="{368C4030-2729-680E-6E11-3C5EAA6D9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6267" y="2667640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38" name="Line 18">
            <a:extLst>
              <a:ext uri="{FF2B5EF4-FFF2-40B4-BE49-F238E27FC236}">
                <a16:creationId xmlns:a16="http://schemas.microsoft.com/office/drawing/2014/main" id="{71AC4983-7870-5A17-11CE-846B55CDA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9131" y="3577882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39" name="Line 19">
            <a:extLst>
              <a:ext uri="{FF2B5EF4-FFF2-40B4-BE49-F238E27FC236}">
                <a16:creationId xmlns:a16="http://schemas.microsoft.com/office/drawing/2014/main" id="{0FC420B1-99DB-106A-DD36-DC407CF9F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9131" y="4045207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C1B36C85-0BAB-2EFA-9173-C14985EE0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9131" y="4460606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1" name="Text Box 24">
            <a:extLst>
              <a:ext uri="{FF2B5EF4-FFF2-40B4-BE49-F238E27FC236}">
                <a16:creationId xmlns:a16="http://schemas.microsoft.com/office/drawing/2014/main" id="{5A3EA91C-047B-1CD7-F8A8-93DA16CC1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0758" y="3785582"/>
            <a:ext cx="8050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>
              <a:defRPr sz="2000" b="1">
                <a:solidFill>
                  <a:srgbClr val="FA0000"/>
                </a:solidFill>
                <a:latin typeface="Tahoma" pitchFamily="34" charset="0"/>
                <a:ea typeface="楷体_GB2312" pitchFamily="49" charset="-122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zh-CN" altLang="en-US" sz="1600" dirty="0">
                <a:solidFill>
                  <a:srgbClr val="3268B5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</a:rPr>
              <a:t>不成立</a:t>
            </a:r>
          </a:p>
        </p:txBody>
      </p:sp>
      <p:sp>
        <p:nvSpPr>
          <p:cNvPr id="42" name="AutoShape 26">
            <a:extLst>
              <a:ext uri="{FF2B5EF4-FFF2-40B4-BE49-F238E27FC236}">
                <a16:creationId xmlns:a16="http://schemas.microsoft.com/office/drawing/2014/main" id="{20B77191-8742-9BD1-AC7F-8C1208599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915" y="1563638"/>
            <a:ext cx="958703" cy="279708"/>
          </a:xfrm>
          <a:prstGeom prst="flowChartTerminator">
            <a:avLst/>
          </a:prstGeom>
          <a:solidFill>
            <a:schemeClr val="bg1"/>
          </a:solidFill>
          <a:ln w="9525">
            <a:round/>
            <a:headEnd/>
            <a:tailEnd/>
          </a:ln>
          <a:scene3d>
            <a:camera prst="legacyPerspectiveTop"/>
            <a:lightRig rig="legacyNormal1" dir="t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kumimoji="1" lang="zh-CN" altLang="en-US" sz="2000" b="1" dirty="0">
                <a:solidFill>
                  <a:srgbClr val="3268B5"/>
                </a:solidFill>
                <a:latin typeface="仿宋_GB2312" pitchFamily="49" charset="-122"/>
                <a:ea typeface="仿宋_GB2312" pitchFamily="49" charset="-122"/>
              </a:rPr>
              <a:t>开始</a:t>
            </a: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54B0776D-3B35-E5DC-FD6A-52EA67F68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750" y="2905379"/>
            <a:ext cx="958703" cy="207700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"/>
            <a:lightRig rig="legacyNormal3" dir="l"/>
          </a:scene3d>
          <a:sp3d extrusionH="252400" prstMaterial="legacyMatte">
            <a:bevelT w="13500" h="13500" prst="angle"/>
            <a:bevelB w="13500" h="13500" prst="angle"/>
            <a:extrusionClr>
              <a:srgbClr val="FF3300"/>
            </a:extrusion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s=s*t</a:t>
            </a:r>
          </a:p>
        </p:txBody>
      </p:sp>
      <p:sp>
        <p:nvSpPr>
          <p:cNvPr id="44" name="Line 18">
            <a:extLst>
              <a:ext uri="{FF2B5EF4-FFF2-40B4-BE49-F238E27FC236}">
                <a16:creationId xmlns:a16="http://schemas.microsoft.com/office/drawing/2014/main" id="{83D11A25-82F9-06F9-9F42-A6E34A93D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5511" y="3120504"/>
            <a:ext cx="0" cy="207700"/>
          </a:xfrm>
          <a:prstGeom prst="line">
            <a:avLst/>
          </a:prstGeom>
          <a:noFill/>
          <a:ln w="38100">
            <a:solidFill>
              <a:srgbClr val="3268B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92D050"/>
              </a:solidFill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065906C-9109-AE63-2A00-A273925B0805}"/>
              </a:ext>
            </a:extLst>
          </p:cNvPr>
          <p:cNvCxnSpPr/>
          <p:nvPr/>
        </p:nvCxnSpPr>
        <p:spPr>
          <a:xfrm>
            <a:off x="7513529" y="3897143"/>
            <a:ext cx="344962" cy="0"/>
          </a:xfrm>
          <a:prstGeom prst="line">
            <a:avLst/>
          </a:prstGeom>
          <a:ln w="38100">
            <a:solidFill>
              <a:srgbClr val="3268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F14C9ED-E9F4-F3ED-D8F0-9BF658BEFFAB}"/>
              </a:ext>
            </a:extLst>
          </p:cNvPr>
          <p:cNvCxnSpPr/>
          <p:nvPr/>
        </p:nvCxnSpPr>
        <p:spPr>
          <a:xfrm flipV="1">
            <a:off x="7869967" y="2715766"/>
            <a:ext cx="0" cy="1189723"/>
          </a:xfrm>
          <a:prstGeom prst="line">
            <a:avLst/>
          </a:prstGeom>
          <a:ln w="38100">
            <a:solidFill>
              <a:srgbClr val="3268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54612D81-146D-7B4C-DAFA-7584B5F45ABB}"/>
              </a:ext>
            </a:extLst>
          </p:cNvPr>
          <p:cNvCxnSpPr/>
          <p:nvPr/>
        </p:nvCxnSpPr>
        <p:spPr>
          <a:xfrm flipH="1">
            <a:off x="6927019" y="2715766"/>
            <a:ext cx="936000" cy="0"/>
          </a:xfrm>
          <a:prstGeom prst="straightConnector1">
            <a:avLst/>
          </a:prstGeom>
          <a:ln w="38100">
            <a:solidFill>
              <a:srgbClr val="3268B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1517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2" grpId="0" animBg="1"/>
      <p:bldP spid="43" grpId="0" animBg="1"/>
      <p:bldP spid="4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23A2-1B60-7880-EF70-C6946FA2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86D60F-25B8-CA42-3A2E-027C6F5AE646}"/>
              </a:ext>
            </a:extLst>
          </p:cNvPr>
          <p:cNvSpPr txBox="1"/>
          <p:nvPr/>
        </p:nvSpPr>
        <p:spPr>
          <a:xfrm>
            <a:off x="8012" y="39108"/>
            <a:ext cx="636424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使用程序设计语言解决问题的方法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704822-73B5-1ACC-C8D5-7CA9B2A9B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623883"/>
            <a:ext cx="3528392" cy="442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44356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2120904" y="2009775"/>
            <a:ext cx="4888831" cy="717382"/>
          </a:xfrm>
          <a:prstGeom prst="parallelogram">
            <a:avLst>
              <a:gd name="adj" fmla="val 3055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prstTxWarp prst="textPlain">
              <a:avLst/>
            </a:prstTxWarp>
          </a:bodyPr>
          <a:lstStyle/>
          <a:p>
            <a:pPr algn="ctr"/>
            <a:r>
              <a:rPr lang="en-US" altLang="zh-CN" sz="4800" b="1" dirty="0">
                <a:solidFill>
                  <a:srgbClr val="FFFF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THANKYOU</a:t>
            </a:r>
            <a:endParaRPr lang="zh-CN" altLang="en-US" sz="4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平行四边形 3"/>
          <p:cNvSpPr/>
          <p:nvPr/>
        </p:nvSpPr>
        <p:spPr>
          <a:xfrm>
            <a:off x="2740860" y="2767014"/>
            <a:ext cx="6403140" cy="252412"/>
          </a:xfrm>
          <a:prstGeom prst="parallelogram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2026</a:t>
            </a:r>
            <a:r>
              <a:rPr lang="zh-CN" altLang="en-US" sz="16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年</a:t>
            </a:r>
            <a:r>
              <a:rPr lang="en-US" altLang="zh-CN" sz="16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9</a:t>
            </a:r>
            <a:r>
              <a:rPr lang="zh-CN" altLang="en-US" sz="16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月</a:t>
            </a:r>
            <a:r>
              <a:rPr lang="en-US" altLang="zh-CN" sz="16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11</a:t>
            </a:r>
            <a:r>
              <a:rPr lang="zh-CN" altLang="en-US" sz="1600" spc="300" dirty="0">
                <a:solidFill>
                  <a:schemeClr val="accent2">
                    <a:lumMod val="40000"/>
                    <a:lumOff val="60000"/>
                  </a:schemeClr>
                </a:solidFill>
                <a:latin typeface="Bell MT" panose="02020503060305020303" pitchFamily="18" charset="0"/>
                <a:ea typeface="幼圆" panose="02010509060101010101" pitchFamily="49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42363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7370</TotalTime>
  <Words>2452</Words>
  <Application>Microsoft Office PowerPoint</Application>
  <PresentationFormat>全屏显示(16:9)</PresentationFormat>
  <Paragraphs>531</Paragraphs>
  <Slides>45</Slides>
  <Notes>8</Notes>
  <HiddenSlides>0</HiddenSlides>
  <MMClips>1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微软雅黑</vt:lpstr>
      <vt:lpstr>Agency FB</vt:lpstr>
      <vt:lpstr>Wingdings</vt:lpstr>
      <vt:lpstr>方正兰亭特黑_GBK</vt:lpstr>
      <vt:lpstr>幼圆</vt:lpstr>
      <vt:lpstr>Calibri</vt:lpstr>
      <vt:lpstr>Verdana</vt:lpstr>
      <vt:lpstr>方正胖娃简体</vt:lpstr>
      <vt:lpstr>Arial</vt:lpstr>
      <vt:lpstr>仿宋_GB2312</vt:lpstr>
      <vt:lpstr>楷体</vt:lpstr>
      <vt:lpstr>Times New Roman</vt:lpstr>
      <vt:lpstr>Cambria Math</vt:lpstr>
      <vt:lpstr>Bell MT</vt:lpstr>
      <vt:lpstr>宋体</vt:lpstr>
      <vt:lpstr>楷体_GB2312</vt:lpstr>
      <vt:lpstr>Office 主题​​</vt:lpstr>
      <vt:lpstr>1_自定义设计方案</vt:lpstr>
      <vt:lpstr>自定义设计方案</vt:lpstr>
      <vt:lpstr>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进位计数制</vt:lpstr>
      <vt:lpstr>十进制编码特点</vt:lpstr>
      <vt:lpstr>其他进制的运算组合数</vt:lpstr>
      <vt:lpstr>0-15的各种进制表示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采样(Sampling)</vt:lpstr>
      <vt:lpstr>量化(Quantization) 与编码 (Encoding)</vt:lpstr>
      <vt:lpstr>量化(Quantization) 与编码 (Encoding)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黄庆凤</dc:creator>
  <cp:lastModifiedBy>王迪</cp:lastModifiedBy>
  <cp:revision>307</cp:revision>
  <dcterms:created xsi:type="dcterms:W3CDTF">2015-01-19T04:21:24Z</dcterms:created>
  <dcterms:modified xsi:type="dcterms:W3CDTF">2026-09-17T08:54:51Z</dcterms:modified>
</cp:coreProperties>
</file>